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9.xml" ContentType="application/vnd.openxmlformats-officedocument.presentationml.tags+xml"/>
  <Override PartName="/ppt/notesSlides/notesSlide1.xml" ContentType="application/vnd.openxmlformats-officedocument.presentationml.notesSlide+xml"/>
  <Override PartName="/ppt/tags/tag10.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handoutMasterIdLst>
    <p:handoutMasterId r:id="rId25"/>
  </p:handoutMasterIdLst>
  <p:sldIdLst>
    <p:sldId id="257" r:id="rId5"/>
    <p:sldId id="261" r:id="rId6"/>
    <p:sldId id="340" r:id="rId7"/>
    <p:sldId id="341" r:id="rId8"/>
    <p:sldId id="342" r:id="rId9"/>
    <p:sldId id="343" r:id="rId10"/>
    <p:sldId id="344" r:id="rId11"/>
    <p:sldId id="351" r:id="rId12"/>
    <p:sldId id="352" r:id="rId13"/>
    <p:sldId id="361" r:id="rId14"/>
    <p:sldId id="362" r:id="rId15"/>
    <p:sldId id="353" r:id="rId16"/>
    <p:sldId id="364" r:id="rId17"/>
    <p:sldId id="355" r:id="rId18"/>
    <p:sldId id="363" r:id="rId19"/>
    <p:sldId id="357" r:id="rId20"/>
    <p:sldId id="358" r:id="rId21"/>
    <p:sldId id="359" r:id="rId22"/>
    <p:sldId id="360"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stertemplate_White" id="{8EC53384-1762-4595-9AD3-3F1B9D99300F}">
          <p14:sldIdLst>
            <p14:sldId id="257"/>
          </p14:sldIdLst>
        </p14:section>
        <p14:section name="User information" id="{C15D2390-C5B5-440D-8F49-0F3ED501EA7E}">
          <p14:sldIdLst>
            <p14:sldId id="261"/>
            <p14:sldId id="340"/>
            <p14:sldId id="341"/>
            <p14:sldId id="342"/>
            <p14:sldId id="343"/>
            <p14:sldId id="344"/>
            <p14:sldId id="351"/>
            <p14:sldId id="352"/>
            <p14:sldId id="361"/>
            <p14:sldId id="362"/>
            <p14:sldId id="353"/>
            <p14:sldId id="364"/>
            <p14:sldId id="355"/>
            <p14:sldId id="363"/>
            <p14:sldId id="357"/>
            <p14:sldId id="358"/>
            <p14:sldId id="359"/>
            <p14:sldId id="36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47CC0-99DB-4932-BBE8-32F6F7432A6B}" v="291" dt="2026-09-22T07:54:03.430"/>
  </p1510:revLst>
</p1510:revInfo>
</file>

<file path=ppt/tableStyles.xml><?xml version="1.0" encoding="utf-8"?>
<a:tblStyleLst xmlns:a="http://schemas.openxmlformats.org/drawingml/2006/main" def="{8799B23B-EC83-4686-B30A-512413B5E67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799B23B-EC83-4686-B30A-512413B5E67A}" styleName="Helle Formatvorlage 3 - Akz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Helle Formatvorlage 3 - Akz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34" autoAdjust="0"/>
    <p:restoredTop sz="70352" autoAdjust="0"/>
  </p:normalViewPr>
  <p:slideViewPr>
    <p:cSldViewPr snapToGrid="0" showGuides="1">
      <p:cViewPr varScale="1">
        <p:scale>
          <a:sx n="52" d="100"/>
          <a:sy n="52" d="100"/>
        </p:scale>
        <p:origin x="172" y="48"/>
      </p:cViewPr>
      <p:guideLst/>
    </p:cSldViewPr>
  </p:slideViewPr>
  <p:notesTextViewPr>
    <p:cViewPr>
      <p:scale>
        <a:sx n="150" d="100"/>
        <a:sy n="150" d="100"/>
      </p:scale>
      <p:origin x="0" y="0"/>
    </p:cViewPr>
  </p:notesTextViewPr>
  <p:sorterViewPr>
    <p:cViewPr>
      <p:scale>
        <a:sx n="90" d="100"/>
        <a:sy n="90" d="100"/>
      </p:scale>
      <p:origin x="0" y="0"/>
    </p:cViewPr>
  </p:sorterViewPr>
  <p:notesViewPr>
    <p:cSldViewPr snapToGrid="0" showGuides="1">
      <p:cViewPr varScale="1">
        <p:scale>
          <a:sx n="77" d="100"/>
          <a:sy n="77" d="100"/>
        </p:scale>
        <p:origin x="1940" y="8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uber, Nathalie" userId="64826a5e-75fc-44e6-a073-417b106d7220" providerId="ADAL" clId="{2D240D19-45E2-4320-A1B7-FEF1D055401D}"/>
    <pc:docChg chg="undo custSel addSld delSld modSld sldOrd modMainMaster modSection">
      <pc:chgData name="Nuber, Nathalie" userId="64826a5e-75fc-44e6-a073-417b106d7220" providerId="ADAL" clId="{2D240D19-45E2-4320-A1B7-FEF1D055401D}" dt="2026-09-22T08:23:18.409" v="4493" actId="20577"/>
      <pc:docMkLst>
        <pc:docMk/>
      </pc:docMkLst>
      <pc:sldChg chg="addSp delSp modSp mod modNotes modNotesTx">
        <pc:chgData name="Nuber, Nathalie" userId="64826a5e-75fc-44e6-a073-417b106d7220" providerId="ADAL" clId="{2D240D19-45E2-4320-A1B7-FEF1D055401D}" dt="2026-09-21T09:31:02.855" v="1482" actId="20577"/>
        <pc:sldMkLst>
          <pc:docMk/>
          <pc:sldMk cId="322736504" sldId="257"/>
        </pc:sldMkLst>
        <pc:spChg chg="mod">
          <ac:chgData name="Nuber, Nathalie" userId="64826a5e-75fc-44e6-a073-417b106d7220" providerId="ADAL" clId="{2D240D19-45E2-4320-A1B7-FEF1D055401D}" dt="2026-09-20T17:09:57.673" v="204" actId="26606"/>
          <ac:spMkLst>
            <pc:docMk/>
            <pc:sldMk cId="322736504" sldId="257"/>
            <ac:spMk id="2" creationId="{60D8FCC8-2D2D-9A7B-20F3-97E87C38D8BB}"/>
          </ac:spMkLst>
        </pc:spChg>
        <pc:spChg chg="mod">
          <ac:chgData name="Nuber, Nathalie" userId="64826a5e-75fc-44e6-a073-417b106d7220" providerId="ADAL" clId="{2D240D19-45E2-4320-A1B7-FEF1D055401D}" dt="2026-09-21T09:08:45.797" v="1450" actId="20577"/>
          <ac:spMkLst>
            <pc:docMk/>
            <pc:sldMk cId="322736504" sldId="257"/>
            <ac:spMk id="3" creationId="{AC8966D1-86EC-D96F-3FE7-3AAF5B8CB21C}"/>
          </ac:spMkLst>
        </pc:spChg>
        <pc:spChg chg="mod">
          <ac:chgData name="Nuber, Nathalie" userId="64826a5e-75fc-44e6-a073-417b106d7220" providerId="ADAL" clId="{2D240D19-45E2-4320-A1B7-FEF1D055401D}" dt="2026-09-20T17:13:36.754" v="224" actId="20577"/>
          <ac:spMkLst>
            <pc:docMk/>
            <pc:sldMk cId="322736504" sldId="257"/>
            <ac:spMk id="4" creationId="{EDD1E42B-3899-70F4-E49E-8EFAB5F04DE1}"/>
          </ac:spMkLst>
        </pc:spChg>
        <pc:spChg chg="mod">
          <ac:chgData name="Nuber, Nathalie" userId="64826a5e-75fc-44e6-a073-417b106d7220" providerId="ADAL" clId="{2D240D19-45E2-4320-A1B7-FEF1D055401D}" dt="2026-09-20T14:43:30.080" v="0"/>
          <ac:spMkLst>
            <pc:docMk/>
            <pc:sldMk cId="322736504" sldId="257"/>
            <ac:spMk id="5" creationId="{8EB822ED-6D0F-9018-1045-7C6E314E674E}"/>
          </ac:spMkLst>
        </pc:spChg>
      </pc:sldChg>
      <pc:sldChg chg="addSp delSp modSp add del mod ord delAnim modNotes modNotesTx">
        <pc:chgData name="Nuber, Nathalie" userId="64826a5e-75fc-44e6-a073-417b106d7220" providerId="ADAL" clId="{2D240D19-45E2-4320-A1B7-FEF1D055401D}" dt="2026-09-21T12:22:43.313" v="2093" actId="20577"/>
        <pc:sldMkLst>
          <pc:docMk/>
          <pc:sldMk cId="3108043199" sldId="261"/>
        </pc:sldMkLst>
        <pc:spChg chg="mod">
          <ac:chgData name="Nuber, Nathalie" userId="64826a5e-75fc-44e6-a073-417b106d7220" providerId="ADAL" clId="{2D240D19-45E2-4320-A1B7-FEF1D055401D}" dt="2026-09-20T17:14:37.744" v="232" actId="20577"/>
          <ac:spMkLst>
            <pc:docMk/>
            <pc:sldMk cId="3108043199" sldId="261"/>
            <ac:spMk id="4" creationId="{E1CBE85C-D6EF-0AC1-871B-FD3E0DC23C5D}"/>
          </ac:spMkLst>
        </pc:spChg>
        <pc:spChg chg="mod">
          <ac:chgData name="Nuber, Nathalie" userId="64826a5e-75fc-44e6-a073-417b106d7220" providerId="ADAL" clId="{2D240D19-45E2-4320-A1B7-FEF1D055401D}" dt="2026-09-20T14:53:46.886" v="112" actId="26606"/>
          <ac:spMkLst>
            <pc:docMk/>
            <pc:sldMk cId="3108043199" sldId="261"/>
            <ac:spMk id="5" creationId="{5C1ED7AE-7FE4-9AF6-6AA8-5251FF0F1298}"/>
          </ac:spMkLst>
        </pc:spChg>
        <pc:spChg chg="mod">
          <ac:chgData name="Nuber, Nathalie" userId="64826a5e-75fc-44e6-a073-417b106d7220" providerId="ADAL" clId="{2D240D19-45E2-4320-A1B7-FEF1D055401D}" dt="2026-09-20T14:53:46.886" v="112" actId="26606"/>
          <ac:spMkLst>
            <pc:docMk/>
            <pc:sldMk cId="3108043199" sldId="261"/>
            <ac:spMk id="14" creationId="{131E2C5C-6DA1-E39E-43E6-0749C0EE911B}"/>
          </ac:spMkLst>
        </pc:spChg>
        <pc:spChg chg="mod">
          <ac:chgData name="Nuber, Nathalie" userId="64826a5e-75fc-44e6-a073-417b106d7220" providerId="ADAL" clId="{2D240D19-45E2-4320-A1B7-FEF1D055401D}" dt="2026-09-20T14:53:46.886" v="112" actId="26606"/>
          <ac:spMkLst>
            <pc:docMk/>
            <pc:sldMk cId="3108043199" sldId="261"/>
            <ac:spMk id="22" creationId="{C4E9FEF3-553A-56D6-83C1-5AFF042A8B11}"/>
          </ac:spMkLst>
        </pc:spChg>
        <pc:spChg chg="mod">
          <ac:chgData name="Nuber, Nathalie" userId="64826a5e-75fc-44e6-a073-417b106d7220" providerId="ADAL" clId="{2D240D19-45E2-4320-A1B7-FEF1D055401D}" dt="2026-09-21T08:00:37.030" v="615" actId="1076"/>
          <ac:spMkLst>
            <pc:docMk/>
            <pc:sldMk cId="3108043199" sldId="261"/>
            <ac:spMk id="60" creationId="{00000000-0000-0000-0000-000000000000}"/>
          </ac:spMkLst>
        </pc:spChg>
        <pc:spChg chg="mod">
          <ac:chgData name="Nuber, Nathalie" userId="64826a5e-75fc-44e6-a073-417b106d7220" providerId="ADAL" clId="{2D240D19-45E2-4320-A1B7-FEF1D055401D}" dt="2026-09-20T17:49:51.405" v="365" actId="27636"/>
          <ac:spMkLst>
            <pc:docMk/>
            <pc:sldMk cId="3108043199" sldId="261"/>
            <ac:spMk id="201" creationId="{00000000-0000-0000-0000-000000000000}"/>
          </ac:spMkLst>
        </pc:spChg>
        <pc:spChg chg="mod">
          <ac:chgData name="Nuber, Nathalie" userId="64826a5e-75fc-44e6-a073-417b106d7220" providerId="ADAL" clId="{2D240D19-45E2-4320-A1B7-FEF1D055401D}" dt="2026-09-21T06:32:59.106" v="391" actId="27636"/>
          <ac:spMkLst>
            <pc:docMk/>
            <pc:sldMk cId="3108043199" sldId="261"/>
            <ac:spMk id="202" creationId="{00000000-0000-0000-0000-000000000000}"/>
          </ac:spMkLst>
        </pc:spChg>
        <pc:spChg chg="mod">
          <ac:chgData name="Nuber, Nathalie" userId="64826a5e-75fc-44e6-a073-417b106d7220" providerId="ADAL" clId="{2D240D19-45E2-4320-A1B7-FEF1D055401D}" dt="2026-09-21T06:32:59.107" v="392" actId="27636"/>
          <ac:spMkLst>
            <pc:docMk/>
            <pc:sldMk cId="3108043199" sldId="261"/>
            <ac:spMk id="203" creationId="{00000000-0000-0000-0000-000000000000}"/>
          </ac:spMkLst>
        </pc:spChg>
        <pc:spChg chg="mod">
          <ac:chgData name="Nuber, Nathalie" userId="64826a5e-75fc-44e6-a073-417b106d7220" providerId="ADAL" clId="{2D240D19-45E2-4320-A1B7-FEF1D055401D}" dt="2026-09-20T17:49:51.404" v="364" actId="27636"/>
          <ac:spMkLst>
            <pc:docMk/>
            <pc:sldMk cId="3108043199" sldId="261"/>
            <ac:spMk id="205" creationId="{00000000-0000-0000-0000-000000000000}"/>
          </ac:spMkLst>
        </pc:spChg>
        <pc:spChg chg="mod">
          <ac:chgData name="Nuber, Nathalie" userId="64826a5e-75fc-44e6-a073-417b106d7220" providerId="ADAL" clId="{2D240D19-45E2-4320-A1B7-FEF1D055401D}" dt="2026-09-21T06:32:59.103" v="388" actId="27636"/>
          <ac:spMkLst>
            <pc:docMk/>
            <pc:sldMk cId="3108043199" sldId="261"/>
            <ac:spMk id="206" creationId="{00000000-0000-0000-0000-000000000000}"/>
          </ac:spMkLst>
        </pc:spChg>
        <pc:spChg chg="mod">
          <ac:chgData name="Nuber, Nathalie" userId="64826a5e-75fc-44e6-a073-417b106d7220" providerId="ADAL" clId="{2D240D19-45E2-4320-A1B7-FEF1D055401D}" dt="2026-09-21T06:32:59.106" v="390" actId="27636"/>
          <ac:spMkLst>
            <pc:docMk/>
            <pc:sldMk cId="3108043199" sldId="261"/>
            <ac:spMk id="207" creationId="{00000000-0000-0000-0000-000000000000}"/>
          </ac:spMkLst>
        </pc:spChg>
        <pc:spChg chg="mod">
          <ac:chgData name="Nuber, Nathalie" userId="64826a5e-75fc-44e6-a073-417b106d7220" providerId="ADAL" clId="{2D240D19-45E2-4320-A1B7-FEF1D055401D}" dt="2026-09-20T17:49:51.413" v="370" actId="27636"/>
          <ac:spMkLst>
            <pc:docMk/>
            <pc:sldMk cId="3108043199" sldId="261"/>
            <ac:spMk id="209" creationId="{00000000-0000-0000-0000-000000000000}"/>
          </ac:spMkLst>
        </pc:spChg>
        <pc:spChg chg="mod">
          <ac:chgData name="Nuber, Nathalie" userId="64826a5e-75fc-44e6-a073-417b106d7220" providerId="ADAL" clId="{2D240D19-45E2-4320-A1B7-FEF1D055401D}" dt="2026-09-21T06:32:59.099" v="385" actId="27636"/>
          <ac:spMkLst>
            <pc:docMk/>
            <pc:sldMk cId="3108043199" sldId="261"/>
            <ac:spMk id="210" creationId="{00000000-0000-0000-0000-000000000000}"/>
          </ac:spMkLst>
        </pc:spChg>
        <pc:spChg chg="mod">
          <ac:chgData name="Nuber, Nathalie" userId="64826a5e-75fc-44e6-a073-417b106d7220" providerId="ADAL" clId="{2D240D19-45E2-4320-A1B7-FEF1D055401D}" dt="2026-09-21T06:32:59.108" v="393" actId="27636"/>
          <ac:spMkLst>
            <pc:docMk/>
            <pc:sldMk cId="3108043199" sldId="261"/>
            <ac:spMk id="211" creationId="{00000000-0000-0000-0000-000000000000}"/>
          </ac:spMkLst>
        </pc:spChg>
        <pc:spChg chg="mod">
          <ac:chgData name="Nuber, Nathalie" userId="64826a5e-75fc-44e6-a073-417b106d7220" providerId="ADAL" clId="{2D240D19-45E2-4320-A1B7-FEF1D055401D}" dt="2026-09-20T17:49:51.401" v="362" actId="27636"/>
          <ac:spMkLst>
            <pc:docMk/>
            <pc:sldMk cId="3108043199" sldId="261"/>
            <ac:spMk id="213" creationId="{00000000-0000-0000-0000-000000000000}"/>
          </ac:spMkLst>
        </pc:spChg>
        <pc:spChg chg="mod">
          <ac:chgData name="Nuber, Nathalie" userId="64826a5e-75fc-44e6-a073-417b106d7220" providerId="ADAL" clId="{2D240D19-45E2-4320-A1B7-FEF1D055401D}" dt="2026-09-21T06:32:59.102" v="386" actId="27636"/>
          <ac:spMkLst>
            <pc:docMk/>
            <pc:sldMk cId="3108043199" sldId="261"/>
            <ac:spMk id="214" creationId="{00000000-0000-0000-0000-000000000000}"/>
          </ac:spMkLst>
        </pc:spChg>
        <pc:spChg chg="mod">
          <ac:chgData name="Nuber, Nathalie" userId="64826a5e-75fc-44e6-a073-417b106d7220" providerId="ADAL" clId="{2D240D19-45E2-4320-A1B7-FEF1D055401D}" dt="2026-09-21T06:32:59.109" v="394" actId="27636"/>
          <ac:spMkLst>
            <pc:docMk/>
            <pc:sldMk cId="3108043199" sldId="261"/>
            <ac:spMk id="215" creationId="{00000000-0000-0000-0000-000000000000}"/>
          </ac:spMkLst>
        </pc:spChg>
        <pc:spChg chg="mod">
          <ac:chgData name="Nuber, Nathalie" userId="64826a5e-75fc-44e6-a073-417b106d7220" providerId="ADAL" clId="{2D240D19-45E2-4320-A1B7-FEF1D055401D}" dt="2026-09-20T17:49:51.418" v="373" actId="27636"/>
          <ac:spMkLst>
            <pc:docMk/>
            <pc:sldMk cId="3108043199" sldId="261"/>
            <ac:spMk id="217" creationId="{00000000-0000-0000-0000-000000000000}"/>
          </ac:spMkLst>
        </pc:spChg>
        <pc:spChg chg="mod">
          <ac:chgData name="Nuber, Nathalie" userId="64826a5e-75fc-44e6-a073-417b106d7220" providerId="ADAL" clId="{2D240D19-45E2-4320-A1B7-FEF1D055401D}" dt="2026-09-21T06:32:59.103" v="387" actId="27636"/>
          <ac:spMkLst>
            <pc:docMk/>
            <pc:sldMk cId="3108043199" sldId="261"/>
            <ac:spMk id="218" creationId="{00000000-0000-0000-0000-000000000000}"/>
          </ac:spMkLst>
        </pc:spChg>
        <pc:spChg chg="mod">
          <ac:chgData name="Nuber, Nathalie" userId="64826a5e-75fc-44e6-a073-417b106d7220" providerId="ADAL" clId="{2D240D19-45E2-4320-A1B7-FEF1D055401D}" dt="2026-09-21T06:32:59.105" v="389" actId="27636"/>
          <ac:spMkLst>
            <pc:docMk/>
            <pc:sldMk cId="3108043199" sldId="261"/>
            <ac:spMk id="219" creationId="{00000000-0000-0000-0000-000000000000}"/>
          </ac:spMkLst>
        </pc:spChg>
      </pc:sldChg>
      <pc:sldChg chg="addSp delSp modSp add del mod modTransition modClrScheme modAnim chgLayout modNotesTx">
        <pc:chgData name="Nuber, Nathalie" userId="64826a5e-75fc-44e6-a073-417b106d7220" providerId="ADAL" clId="{2D240D19-45E2-4320-A1B7-FEF1D055401D}" dt="2026-09-22T07:39:53.376" v="4325" actId="20577"/>
        <pc:sldMkLst>
          <pc:docMk/>
          <pc:sldMk cId="0" sldId="340"/>
        </pc:sldMkLst>
        <pc:spChg chg="mod">
          <ac:chgData name="Nuber, Nathalie" userId="64826a5e-75fc-44e6-a073-417b106d7220" providerId="ADAL" clId="{2D240D19-45E2-4320-A1B7-FEF1D055401D}" dt="2026-09-20T17:14:23.387" v="226" actId="26606"/>
          <ac:spMkLst>
            <pc:docMk/>
            <pc:sldMk cId="0" sldId="340"/>
            <ac:spMk id="2" creationId="{00000000-0000-0000-0000-000000000000}"/>
          </ac:spMkLst>
        </pc:spChg>
        <pc:spChg chg="del">
          <ac:chgData name="Nuber, Nathalie" userId="64826a5e-75fc-44e6-a073-417b106d7220" providerId="ADAL" clId="{2D240D19-45E2-4320-A1B7-FEF1D055401D}" dt="2026-09-21T08:02:31.683" v="652" actId="478"/>
          <ac:spMkLst>
            <pc:docMk/>
            <pc:sldMk cId="0" sldId="340"/>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5"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7" creationId="{00000000-0000-0000-0000-000000000000}"/>
          </ac:spMkLst>
        </pc:spChg>
        <pc:spChg chg="del">
          <ac:chgData name="Nuber, Nathalie" userId="64826a5e-75fc-44e6-a073-417b106d7220" providerId="ADAL" clId="{2D240D19-45E2-4320-A1B7-FEF1D055401D}" dt="2026-09-21T08:00:43.795" v="616" actId="478"/>
          <ac:spMkLst>
            <pc:docMk/>
            <pc:sldMk cId="0" sldId="340"/>
            <ac:spMk id="8" creationId="{00000000-0000-0000-0000-000000000000}"/>
          </ac:spMkLst>
        </pc:spChg>
        <pc:spChg chg="add">
          <ac:chgData name="Nuber, Nathalie" userId="64826a5e-75fc-44e6-a073-417b106d7220" providerId="ADAL" clId="{2D240D19-45E2-4320-A1B7-FEF1D055401D}" dt="2026-09-21T12:04:43.761" v="1864" actId="22"/>
          <ac:spMkLst>
            <pc:docMk/>
            <pc:sldMk cId="0" sldId="340"/>
            <ac:spMk id="8" creationId="{A1B19D14-AC43-C063-932F-FA6B568D9253}"/>
          </ac:spMkLst>
        </pc:spChg>
        <pc:spChg chg="add del">
          <ac:chgData name="Nuber, Nathalie" userId="64826a5e-75fc-44e6-a073-417b106d7220" providerId="ADAL" clId="{2D240D19-45E2-4320-A1B7-FEF1D055401D}" dt="2026-09-21T07:08:58.071" v="424" actId="478"/>
          <ac:spMkLst>
            <pc:docMk/>
            <pc:sldMk cId="0" sldId="340"/>
            <ac:spMk id="10" creationId="{00000000-0000-0000-0000-000000000000}"/>
          </ac:spMkLst>
        </pc:spChg>
        <pc:spChg chg="del mod">
          <ac:chgData name="Nuber, Nathalie" userId="64826a5e-75fc-44e6-a073-417b106d7220" providerId="ADAL" clId="{2D240D19-45E2-4320-A1B7-FEF1D055401D}" dt="2026-09-21T07:08:56.812" v="423" actId="478"/>
          <ac:spMkLst>
            <pc:docMk/>
            <pc:sldMk cId="0" sldId="340"/>
            <ac:spMk id="11" creationId="{00000000-0000-0000-0000-000000000000}"/>
          </ac:spMkLst>
        </pc:spChg>
        <pc:spChg chg="add">
          <ac:chgData name="Nuber, Nathalie" userId="64826a5e-75fc-44e6-a073-417b106d7220" providerId="ADAL" clId="{2D240D19-45E2-4320-A1B7-FEF1D055401D}" dt="2026-09-21T08:00:44.932" v="617" actId="22"/>
          <ac:spMkLst>
            <pc:docMk/>
            <pc:sldMk cId="0" sldId="340"/>
            <ac:spMk id="11" creationId="{BF65664E-7B25-BDFE-C7B5-428F43386A3F}"/>
          </ac:spMkLst>
        </pc:spChg>
        <pc:spChg chg="add del">
          <ac:chgData name="Nuber, Nathalie" userId="64826a5e-75fc-44e6-a073-417b106d7220" providerId="ADAL" clId="{2D240D19-45E2-4320-A1B7-FEF1D055401D}" dt="2026-09-21T07:16:18.105" v="447" actId="22"/>
          <ac:spMkLst>
            <pc:docMk/>
            <pc:sldMk cId="0" sldId="340"/>
            <ac:spMk id="11" creationId="{C30631AF-0E2A-428A-07CB-E642C4C55567}"/>
          </ac:spMkLst>
        </pc:spChg>
        <pc:spChg chg="add mod">
          <ac:chgData name="Nuber, Nathalie" userId="64826a5e-75fc-44e6-a073-417b106d7220" providerId="ADAL" clId="{2D240D19-45E2-4320-A1B7-FEF1D055401D}" dt="2026-09-21T08:02:32.573" v="653"/>
          <ac:spMkLst>
            <pc:docMk/>
            <pc:sldMk cId="0" sldId="340"/>
            <ac:spMk id="12" creationId="{7DA7E8BF-B855-A267-8DD9-DA8C551B0408}"/>
          </ac:spMkLst>
        </pc:spChg>
        <pc:spChg chg="add del">
          <ac:chgData name="Nuber, Nathalie" userId="64826a5e-75fc-44e6-a073-417b106d7220" providerId="ADAL" clId="{2D240D19-45E2-4320-A1B7-FEF1D055401D}" dt="2026-09-21T07:16:18.105" v="447" actId="22"/>
          <ac:spMkLst>
            <pc:docMk/>
            <pc:sldMk cId="0" sldId="340"/>
            <ac:spMk id="13" creationId="{C8F4B09F-6D28-25CA-D055-536C2876F6FF}"/>
          </ac:spMkLst>
        </pc:spChg>
        <pc:spChg chg="add del">
          <ac:chgData name="Nuber, Nathalie" userId="64826a5e-75fc-44e6-a073-417b106d7220" providerId="ADAL" clId="{2D240D19-45E2-4320-A1B7-FEF1D055401D}" dt="2026-09-21T07:16:18.105" v="447" actId="22"/>
          <ac:spMkLst>
            <pc:docMk/>
            <pc:sldMk cId="0" sldId="340"/>
            <ac:spMk id="15" creationId="{DC4D895C-FA4F-BD10-1C06-093B608D71CA}"/>
          </ac:spMkLst>
        </pc:spChg>
        <pc:spChg chg="add del">
          <ac:chgData name="Nuber, Nathalie" userId="64826a5e-75fc-44e6-a073-417b106d7220" providerId="ADAL" clId="{2D240D19-45E2-4320-A1B7-FEF1D055401D}" dt="2026-09-21T07:16:18.105" v="447" actId="22"/>
          <ac:spMkLst>
            <pc:docMk/>
            <pc:sldMk cId="0" sldId="340"/>
            <ac:spMk id="17" creationId="{D9272A77-4681-BD81-B7FF-2F0A48A805F4}"/>
          </ac:spMkLst>
        </pc:spChg>
        <pc:spChg chg="add del">
          <ac:chgData name="Nuber, Nathalie" userId="64826a5e-75fc-44e6-a073-417b106d7220" providerId="ADAL" clId="{2D240D19-45E2-4320-A1B7-FEF1D055401D}" dt="2026-09-21T07:16:18.105" v="447" actId="22"/>
          <ac:spMkLst>
            <pc:docMk/>
            <pc:sldMk cId="0" sldId="340"/>
            <ac:spMk id="19" creationId="{02DC610B-647F-9600-E5AD-741F24E702C9}"/>
          </ac:spMkLst>
        </pc:spChg>
        <pc:spChg chg="add del">
          <ac:chgData name="Nuber, Nathalie" userId="64826a5e-75fc-44e6-a073-417b106d7220" providerId="ADAL" clId="{2D240D19-45E2-4320-A1B7-FEF1D055401D}" dt="2026-09-21T07:16:18.105" v="447" actId="22"/>
          <ac:spMkLst>
            <pc:docMk/>
            <pc:sldMk cId="0" sldId="340"/>
            <ac:spMk id="21" creationId="{E9242824-9901-BEC8-3D05-15AECFA6793B}"/>
          </ac:spMkLst>
        </pc:spChg>
        <pc:spChg chg="add del">
          <ac:chgData name="Nuber, Nathalie" userId="64826a5e-75fc-44e6-a073-417b106d7220" providerId="ADAL" clId="{2D240D19-45E2-4320-A1B7-FEF1D055401D}" dt="2026-09-21T07:16:18.105" v="447" actId="22"/>
          <ac:spMkLst>
            <pc:docMk/>
            <pc:sldMk cId="0" sldId="340"/>
            <ac:spMk id="23" creationId="{4EF01AC5-2C5A-5639-EAEF-0FFC55B91C1E}"/>
          </ac:spMkLst>
        </pc:spChg>
        <pc:spChg chg="add del">
          <ac:chgData name="Nuber, Nathalie" userId="64826a5e-75fc-44e6-a073-417b106d7220" providerId="ADAL" clId="{2D240D19-45E2-4320-A1B7-FEF1D055401D}" dt="2026-09-21T07:16:18.105" v="447" actId="22"/>
          <ac:spMkLst>
            <pc:docMk/>
            <pc:sldMk cId="0" sldId="340"/>
            <ac:spMk id="25" creationId="{23052AF6-C0FD-3DBB-13D9-756C89421DD8}"/>
          </ac:spMkLst>
        </pc:spChg>
        <pc:spChg chg="add del">
          <ac:chgData name="Nuber, Nathalie" userId="64826a5e-75fc-44e6-a073-417b106d7220" providerId="ADAL" clId="{2D240D19-45E2-4320-A1B7-FEF1D055401D}" dt="2026-09-21T07:16:18.105" v="447" actId="22"/>
          <ac:spMkLst>
            <pc:docMk/>
            <pc:sldMk cId="0" sldId="340"/>
            <ac:spMk id="27" creationId="{51C08218-82AE-92B4-9810-AC3253668DE5}"/>
          </ac:spMkLst>
        </pc:spChg>
        <pc:spChg chg="add del">
          <ac:chgData name="Nuber, Nathalie" userId="64826a5e-75fc-44e6-a073-417b106d7220" providerId="ADAL" clId="{2D240D19-45E2-4320-A1B7-FEF1D055401D}" dt="2026-09-21T07:16:18.105" v="447" actId="22"/>
          <ac:spMkLst>
            <pc:docMk/>
            <pc:sldMk cId="0" sldId="340"/>
            <ac:spMk id="29" creationId="{A00E9B4A-A187-259A-A242-EF742EFCF0C8}"/>
          </ac:spMkLst>
        </pc:spChg>
        <pc:spChg chg="add del">
          <ac:chgData name="Nuber, Nathalie" userId="64826a5e-75fc-44e6-a073-417b106d7220" providerId="ADAL" clId="{2D240D19-45E2-4320-A1B7-FEF1D055401D}" dt="2026-09-21T12:04:40.643" v="1862" actId="478"/>
          <ac:spMkLst>
            <pc:docMk/>
            <pc:sldMk cId="0" sldId="340"/>
            <ac:spMk id="31" creationId="{CD686358-DF8E-CEDF-AA04-F7694E10449E}"/>
          </ac:spMkLst>
        </pc:spChg>
        <pc:spChg chg="add">
          <ac:chgData name="Nuber, Nathalie" userId="64826a5e-75fc-44e6-a073-417b106d7220" providerId="ADAL" clId="{2D240D19-45E2-4320-A1B7-FEF1D055401D}" dt="2026-09-21T07:16:33.545" v="450" actId="22"/>
          <ac:spMkLst>
            <pc:docMk/>
            <pc:sldMk cId="0" sldId="340"/>
            <ac:spMk id="33" creationId="{6E8E013F-7166-0F4C-3D33-B51370155872}"/>
          </ac:spMkLst>
        </pc:spChg>
        <pc:spChg chg="add">
          <ac:chgData name="Nuber, Nathalie" userId="64826a5e-75fc-44e6-a073-417b106d7220" providerId="ADAL" clId="{2D240D19-45E2-4320-A1B7-FEF1D055401D}" dt="2026-09-21T07:16:33.545" v="450" actId="22"/>
          <ac:spMkLst>
            <pc:docMk/>
            <pc:sldMk cId="0" sldId="340"/>
            <ac:spMk id="35" creationId="{C221F941-D958-49D8-5AA4-5CE2730CA36B}"/>
          </ac:spMkLst>
        </pc:spChg>
        <pc:spChg chg="add">
          <ac:chgData name="Nuber, Nathalie" userId="64826a5e-75fc-44e6-a073-417b106d7220" providerId="ADAL" clId="{2D240D19-45E2-4320-A1B7-FEF1D055401D}" dt="2026-09-21T07:16:33.545" v="450" actId="22"/>
          <ac:spMkLst>
            <pc:docMk/>
            <pc:sldMk cId="0" sldId="340"/>
            <ac:spMk id="37" creationId="{FAC516BF-3DE1-062E-2202-010F65179FA7}"/>
          </ac:spMkLst>
        </pc:spChg>
        <pc:spChg chg="add del mod">
          <ac:chgData name="Nuber, Nathalie" userId="64826a5e-75fc-44e6-a073-417b106d7220" providerId="ADAL" clId="{2D240D19-45E2-4320-A1B7-FEF1D055401D}" dt="2026-09-21T12:04:42.372" v="1863" actId="478"/>
          <ac:spMkLst>
            <pc:docMk/>
            <pc:sldMk cId="0" sldId="340"/>
            <ac:spMk id="39" creationId="{DAB448AE-4BE1-3003-5E18-D139A1D0BA11}"/>
          </ac:spMkLst>
        </pc:spChg>
        <pc:spChg chg="add">
          <ac:chgData name="Nuber, Nathalie" userId="64826a5e-75fc-44e6-a073-417b106d7220" providerId="ADAL" clId="{2D240D19-45E2-4320-A1B7-FEF1D055401D}" dt="2026-09-21T07:16:33.545" v="450" actId="22"/>
          <ac:spMkLst>
            <pc:docMk/>
            <pc:sldMk cId="0" sldId="340"/>
            <ac:spMk id="43" creationId="{10721603-EAC4-8789-65F1-BD6C61274D3C}"/>
          </ac:spMkLst>
        </pc:spChg>
        <pc:spChg chg="add">
          <ac:chgData name="Nuber, Nathalie" userId="64826a5e-75fc-44e6-a073-417b106d7220" providerId="ADAL" clId="{2D240D19-45E2-4320-A1B7-FEF1D055401D}" dt="2026-09-21T07:16:33.545" v="450" actId="22"/>
          <ac:spMkLst>
            <pc:docMk/>
            <pc:sldMk cId="0" sldId="340"/>
            <ac:spMk id="45" creationId="{B8CFB04D-1A70-327A-BD8D-928EE86C85A6}"/>
          </ac:spMkLst>
        </pc:spChg>
        <pc:spChg chg="add">
          <ac:chgData name="Nuber, Nathalie" userId="64826a5e-75fc-44e6-a073-417b106d7220" providerId="ADAL" clId="{2D240D19-45E2-4320-A1B7-FEF1D055401D}" dt="2026-09-21T07:16:33.545" v="450" actId="22"/>
          <ac:spMkLst>
            <pc:docMk/>
            <pc:sldMk cId="0" sldId="340"/>
            <ac:spMk id="47" creationId="{9649C337-42CB-98D2-73B7-F54BE5BC97E3}"/>
          </ac:spMkLst>
        </pc:spChg>
        <pc:spChg chg="add">
          <ac:chgData name="Nuber, Nathalie" userId="64826a5e-75fc-44e6-a073-417b106d7220" providerId="ADAL" clId="{2D240D19-45E2-4320-A1B7-FEF1D055401D}" dt="2026-09-21T07:16:33.545" v="450" actId="22"/>
          <ac:spMkLst>
            <pc:docMk/>
            <pc:sldMk cId="0" sldId="340"/>
            <ac:spMk id="49" creationId="{65EF22A3-F618-B98A-E0AE-B27C1AB6373E}"/>
          </ac:spMkLst>
        </pc:spChg>
        <pc:spChg chg="add">
          <ac:chgData name="Nuber, Nathalie" userId="64826a5e-75fc-44e6-a073-417b106d7220" providerId="ADAL" clId="{2D240D19-45E2-4320-A1B7-FEF1D055401D}" dt="2026-09-21T07:16:33.545" v="450" actId="22"/>
          <ac:spMkLst>
            <pc:docMk/>
            <pc:sldMk cId="0" sldId="340"/>
            <ac:spMk id="51" creationId="{C693EE1D-EB1B-A9E4-8EC3-6FF70EFE2C35}"/>
          </ac:spMkLst>
        </pc:spChg>
        <pc:spChg chg="add del mod">
          <ac:chgData name="Nuber, Nathalie" userId="64826a5e-75fc-44e6-a073-417b106d7220" providerId="ADAL" clId="{2D240D19-45E2-4320-A1B7-FEF1D055401D}" dt="2026-09-21T07:09:00.167" v="426" actId="478"/>
          <ac:spMkLst>
            <pc:docMk/>
            <pc:sldMk cId="0" sldId="340"/>
            <ac:spMk id="210" creationId="{00000000-0000-0000-0000-000000000000}"/>
          </ac:spMkLst>
        </pc:spChg>
        <pc:spChg chg="add del">
          <ac:chgData name="Nuber, Nathalie" userId="64826a5e-75fc-44e6-a073-417b106d7220" providerId="ADAL" clId="{2D240D19-45E2-4320-A1B7-FEF1D055401D}" dt="2026-09-21T07:09:00.698" v="427" actId="478"/>
          <ac:spMkLst>
            <pc:docMk/>
            <pc:sldMk cId="0" sldId="340"/>
            <ac:spMk id="213" creationId="{00000000-0000-0000-0000-000000000000}"/>
          </ac:spMkLst>
        </pc:spChg>
        <pc:spChg chg="add del mod">
          <ac:chgData name="Nuber, Nathalie" userId="64826a5e-75fc-44e6-a073-417b106d7220" providerId="ADAL" clId="{2D240D19-45E2-4320-A1B7-FEF1D055401D}" dt="2026-09-21T07:08:49.048" v="418" actId="478"/>
          <ac:spMkLst>
            <pc:docMk/>
            <pc:sldMk cId="0" sldId="340"/>
            <ac:spMk id="215" creationId="{00000000-0000-0000-0000-000000000000}"/>
          </ac:spMkLst>
        </pc:spChg>
        <pc:spChg chg="del">
          <ac:chgData name="Nuber, Nathalie" userId="64826a5e-75fc-44e6-a073-417b106d7220" providerId="ADAL" clId="{2D240D19-45E2-4320-A1B7-FEF1D055401D}" dt="2026-09-21T07:09:01.533" v="428" actId="478"/>
          <ac:spMkLst>
            <pc:docMk/>
            <pc:sldMk cId="0" sldId="340"/>
            <ac:spMk id="216" creationId="{00000000-0000-0000-0000-000000000000}"/>
          </ac:spMkLst>
        </pc:spChg>
        <pc:spChg chg="add del">
          <ac:chgData name="Nuber, Nathalie" userId="64826a5e-75fc-44e6-a073-417b106d7220" providerId="ADAL" clId="{2D240D19-45E2-4320-A1B7-FEF1D055401D}" dt="2026-09-21T07:08:51.032" v="419" actId="478"/>
          <ac:spMkLst>
            <pc:docMk/>
            <pc:sldMk cId="0" sldId="340"/>
            <ac:spMk id="218" creationId="{00000000-0000-0000-0000-000000000000}"/>
          </ac:spMkLst>
        </pc:spChg>
        <pc:spChg chg="del">
          <ac:chgData name="Nuber, Nathalie" userId="64826a5e-75fc-44e6-a073-417b106d7220" providerId="ADAL" clId="{2D240D19-45E2-4320-A1B7-FEF1D055401D}" dt="2026-09-21T07:09:02.457" v="429" actId="478"/>
          <ac:spMkLst>
            <pc:docMk/>
            <pc:sldMk cId="0" sldId="340"/>
            <ac:spMk id="219" creationId="{00000000-0000-0000-0000-000000000000}"/>
          </ac:spMkLst>
        </pc:spChg>
        <pc:spChg chg="del">
          <ac:chgData name="Nuber, Nathalie" userId="64826a5e-75fc-44e6-a073-417b106d7220" providerId="ADAL" clId="{2D240D19-45E2-4320-A1B7-FEF1D055401D}" dt="2026-09-21T07:08:52.427" v="420" actId="478"/>
          <ac:spMkLst>
            <pc:docMk/>
            <pc:sldMk cId="0" sldId="340"/>
            <ac:spMk id="221" creationId="{00000000-0000-0000-0000-000000000000}"/>
          </ac:spMkLst>
        </pc:spChg>
        <pc:spChg chg="del">
          <ac:chgData name="Nuber, Nathalie" userId="64826a5e-75fc-44e6-a073-417b106d7220" providerId="ADAL" clId="{2D240D19-45E2-4320-A1B7-FEF1D055401D}" dt="2026-09-21T07:09:03.483" v="430" actId="478"/>
          <ac:spMkLst>
            <pc:docMk/>
            <pc:sldMk cId="0" sldId="340"/>
            <ac:spMk id="222" creationId="{00000000-0000-0000-0000-000000000000}"/>
          </ac:spMkLst>
        </pc:spChg>
        <pc:spChg chg="del">
          <ac:chgData name="Nuber, Nathalie" userId="64826a5e-75fc-44e6-a073-417b106d7220" providerId="ADAL" clId="{2D240D19-45E2-4320-A1B7-FEF1D055401D}" dt="2026-09-21T07:08:53.675" v="421" actId="478"/>
          <ac:spMkLst>
            <pc:docMk/>
            <pc:sldMk cId="0" sldId="340"/>
            <ac:spMk id="224" creationId="{00000000-0000-0000-0000-000000000000}"/>
          </ac:spMkLst>
        </pc:spChg>
        <pc:spChg chg="add del">
          <ac:chgData name="Nuber, Nathalie" userId="64826a5e-75fc-44e6-a073-417b106d7220" providerId="ADAL" clId="{2D240D19-45E2-4320-A1B7-FEF1D055401D}" dt="2026-09-21T07:09:04.263" v="431" actId="478"/>
          <ac:spMkLst>
            <pc:docMk/>
            <pc:sldMk cId="0" sldId="340"/>
            <ac:spMk id="225" creationId="{00000000-0000-0000-0000-000000000000}"/>
          </ac:spMkLst>
        </pc:spChg>
        <pc:spChg chg="del">
          <ac:chgData name="Nuber, Nathalie" userId="64826a5e-75fc-44e6-a073-417b106d7220" providerId="ADAL" clId="{2D240D19-45E2-4320-A1B7-FEF1D055401D}" dt="2026-09-21T07:08:55.148" v="422" actId="478"/>
          <ac:spMkLst>
            <pc:docMk/>
            <pc:sldMk cId="0" sldId="340"/>
            <ac:spMk id="227" creationId="{00000000-0000-0000-0000-000000000000}"/>
          </ac:spMkLst>
        </pc:spChg>
      </pc:sldChg>
      <pc:sldChg chg="addSp delSp modSp add del mod modClrScheme delAnim modAnim chgLayout modNotesTx">
        <pc:chgData name="Nuber, Nathalie" userId="64826a5e-75fc-44e6-a073-417b106d7220" providerId="ADAL" clId="{2D240D19-45E2-4320-A1B7-FEF1D055401D}" dt="2026-09-22T07:44:54.431" v="4328" actId="20577"/>
        <pc:sldMkLst>
          <pc:docMk/>
          <pc:sldMk cId="0" sldId="341"/>
        </pc:sldMkLst>
        <pc:spChg chg="mod">
          <ac:chgData name="Nuber, Nathalie" userId="64826a5e-75fc-44e6-a073-417b106d7220" providerId="ADAL" clId="{2D240D19-45E2-4320-A1B7-FEF1D055401D}" dt="2026-09-20T17:14:23.387" v="226" actId="26606"/>
          <ac:spMkLst>
            <pc:docMk/>
            <pc:sldMk cId="0" sldId="341"/>
            <ac:spMk id="2" creationId="{00000000-0000-0000-0000-000000000000}"/>
          </ac:spMkLst>
        </pc:spChg>
        <pc:spChg chg="del">
          <ac:chgData name="Nuber, Nathalie" userId="64826a5e-75fc-44e6-a073-417b106d7220" providerId="ADAL" clId="{2D240D19-45E2-4320-A1B7-FEF1D055401D}" dt="2026-09-21T08:02:37.617" v="654" actId="478"/>
          <ac:spMkLst>
            <pc:docMk/>
            <pc:sldMk cId="0" sldId="341"/>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1"/>
            <ac:spMk id="4" creationId="{00000000-0000-0000-0000-000000000000}"/>
          </ac:spMkLst>
        </pc:spChg>
        <pc:spChg chg="add">
          <ac:chgData name="Nuber, Nathalie" userId="64826a5e-75fc-44e6-a073-417b106d7220" providerId="ADAL" clId="{2D240D19-45E2-4320-A1B7-FEF1D055401D}" dt="2026-09-21T12:04:53.389" v="1867" actId="22"/>
          <ac:spMkLst>
            <pc:docMk/>
            <pc:sldMk cId="0" sldId="341"/>
            <ac:spMk id="6" creationId="{15B6BADE-6E08-707D-9B6F-D2DDE231D676}"/>
          </ac:spMkLst>
        </pc:spChg>
        <pc:spChg chg="del">
          <ac:chgData name="Nuber, Nathalie" userId="64826a5e-75fc-44e6-a073-417b106d7220" providerId="ADAL" clId="{2D240D19-45E2-4320-A1B7-FEF1D055401D}" dt="2026-09-21T08:00:48.290" v="618" actId="478"/>
          <ac:spMkLst>
            <pc:docMk/>
            <pc:sldMk cId="0" sldId="341"/>
            <ac:spMk id="8" creationId="{00000000-0000-0000-0000-000000000000}"/>
          </ac:spMkLst>
        </pc:spChg>
        <pc:spChg chg="add">
          <ac:chgData name="Nuber, Nathalie" userId="64826a5e-75fc-44e6-a073-417b106d7220" providerId="ADAL" clId="{2D240D19-45E2-4320-A1B7-FEF1D055401D}" dt="2026-09-21T08:00:49.253" v="619" actId="22"/>
          <ac:spMkLst>
            <pc:docMk/>
            <pc:sldMk cId="0" sldId="341"/>
            <ac:spMk id="9" creationId="{09E0582E-C4A6-BDF2-5232-6A491FF10D8F}"/>
          </ac:spMkLst>
        </pc:spChg>
        <pc:spChg chg="add del">
          <ac:chgData name="Nuber, Nathalie" userId="64826a5e-75fc-44e6-a073-417b106d7220" providerId="ADAL" clId="{2D240D19-45E2-4320-A1B7-FEF1D055401D}" dt="2026-09-21T07:16:18.843" v="448" actId="22"/>
          <ac:spMkLst>
            <pc:docMk/>
            <pc:sldMk cId="0" sldId="341"/>
            <ac:spMk id="9" creationId="{5630A4BD-D6D0-E29F-F841-478146619675}"/>
          </ac:spMkLst>
        </pc:spChg>
        <pc:spChg chg="add mod">
          <ac:chgData name="Nuber, Nathalie" userId="64826a5e-75fc-44e6-a073-417b106d7220" providerId="ADAL" clId="{2D240D19-45E2-4320-A1B7-FEF1D055401D}" dt="2026-09-21T08:02:38.538" v="655"/>
          <ac:spMkLst>
            <pc:docMk/>
            <pc:sldMk cId="0" sldId="341"/>
            <ac:spMk id="10" creationId="{E5C23329-D585-5430-850B-136397286BEC}"/>
          </ac:spMkLst>
        </pc:spChg>
        <pc:spChg chg="add del">
          <ac:chgData name="Nuber, Nathalie" userId="64826a5e-75fc-44e6-a073-417b106d7220" providerId="ADAL" clId="{2D240D19-45E2-4320-A1B7-FEF1D055401D}" dt="2026-09-21T07:16:18.843" v="448" actId="22"/>
          <ac:spMkLst>
            <pc:docMk/>
            <pc:sldMk cId="0" sldId="341"/>
            <ac:spMk id="11" creationId="{40A20A3D-9FB4-03A2-978F-F2A04705E39B}"/>
          </ac:spMkLst>
        </pc:spChg>
        <pc:spChg chg="add del">
          <ac:chgData name="Nuber, Nathalie" userId="64826a5e-75fc-44e6-a073-417b106d7220" providerId="ADAL" clId="{2D240D19-45E2-4320-A1B7-FEF1D055401D}" dt="2026-09-21T07:16:18.843" v="448" actId="22"/>
          <ac:spMkLst>
            <pc:docMk/>
            <pc:sldMk cId="0" sldId="341"/>
            <ac:spMk id="13" creationId="{588E52C2-26B9-C686-4D02-A78D5EC1FEDD}"/>
          </ac:spMkLst>
        </pc:spChg>
        <pc:spChg chg="add del">
          <ac:chgData name="Nuber, Nathalie" userId="64826a5e-75fc-44e6-a073-417b106d7220" providerId="ADAL" clId="{2D240D19-45E2-4320-A1B7-FEF1D055401D}" dt="2026-09-21T07:16:18.843" v="448" actId="22"/>
          <ac:spMkLst>
            <pc:docMk/>
            <pc:sldMk cId="0" sldId="341"/>
            <ac:spMk id="15" creationId="{248BCAFD-3F28-B361-8191-FA6BD7BF557D}"/>
          </ac:spMkLst>
        </pc:spChg>
        <pc:spChg chg="add del">
          <ac:chgData name="Nuber, Nathalie" userId="64826a5e-75fc-44e6-a073-417b106d7220" providerId="ADAL" clId="{2D240D19-45E2-4320-A1B7-FEF1D055401D}" dt="2026-09-21T07:16:18.843" v="448" actId="22"/>
          <ac:spMkLst>
            <pc:docMk/>
            <pc:sldMk cId="0" sldId="341"/>
            <ac:spMk id="17" creationId="{659BBD88-3252-3226-AE4B-B7EAA1A19507}"/>
          </ac:spMkLst>
        </pc:spChg>
        <pc:spChg chg="add del">
          <ac:chgData name="Nuber, Nathalie" userId="64826a5e-75fc-44e6-a073-417b106d7220" providerId="ADAL" clId="{2D240D19-45E2-4320-A1B7-FEF1D055401D}" dt="2026-09-21T07:16:18.843" v="448" actId="22"/>
          <ac:spMkLst>
            <pc:docMk/>
            <pc:sldMk cId="0" sldId="341"/>
            <ac:spMk id="19" creationId="{037DCE2D-C903-8454-43D2-8B059F9B26D3}"/>
          </ac:spMkLst>
        </pc:spChg>
        <pc:spChg chg="add del">
          <ac:chgData name="Nuber, Nathalie" userId="64826a5e-75fc-44e6-a073-417b106d7220" providerId="ADAL" clId="{2D240D19-45E2-4320-A1B7-FEF1D055401D}" dt="2026-09-21T07:16:18.843" v="448" actId="22"/>
          <ac:spMkLst>
            <pc:docMk/>
            <pc:sldMk cId="0" sldId="341"/>
            <ac:spMk id="21" creationId="{C1164081-B38D-77DA-03F3-FBE8E26AD929}"/>
          </ac:spMkLst>
        </pc:spChg>
        <pc:spChg chg="add del">
          <ac:chgData name="Nuber, Nathalie" userId="64826a5e-75fc-44e6-a073-417b106d7220" providerId="ADAL" clId="{2D240D19-45E2-4320-A1B7-FEF1D055401D}" dt="2026-09-21T07:16:18.843" v="448" actId="22"/>
          <ac:spMkLst>
            <pc:docMk/>
            <pc:sldMk cId="0" sldId="341"/>
            <ac:spMk id="23" creationId="{BC81BBB3-4545-330F-1672-238CD996A52E}"/>
          </ac:spMkLst>
        </pc:spChg>
        <pc:spChg chg="add del">
          <ac:chgData name="Nuber, Nathalie" userId="64826a5e-75fc-44e6-a073-417b106d7220" providerId="ADAL" clId="{2D240D19-45E2-4320-A1B7-FEF1D055401D}" dt="2026-09-21T07:16:18.843" v="448" actId="22"/>
          <ac:spMkLst>
            <pc:docMk/>
            <pc:sldMk cId="0" sldId="341"/>
            <ac:spMk id="25" creationId="{F65DDBC5-5928-20C0-8D4B-2DC086807AE4}"/>
          </ac:spMkLst>
        </pc:spChg>
        <pc:spChg chg="add del">
          <ac:chgData name="Nuber, Nathalie" userId="64826a5e-75fc-44e6-a073-417b106d7220" providerId="ADAL" clId="{2D240D19-45E2-4320-A1B7-FEF1D055401D}" dt="2026-09-21T07:16:18.843" v="448" actId="22"/>
          <ac:spMkLst>
            <pc:docMk/>
            <pc:sldMk cId="0" sldId="341"/>
            <ac:spMk id="27" creationId="{D7215181-A8A3-BBB9-1D6E-1B104EDDE9BC}"/>
          </ac:spMkLst>
        </pc:spChg>
        <pc:spChg chg="add del">
          <ac:chgData name="Nuber, Nathalie" userId="64826a5e-75fc-44e6-a073-417b106d7220" providerId="ADAL" clId="{2D240D19-45E2-4320-A1B7-FEF1D055401D}" dt="2026-09-21T12:04:52.469" v="1866" actId="478"/>
          <ac:spMkLst>
            <pc:docMk/>
            <pc:sldMk cId="0" sldId="341"/>
            <ac:spMk id="29" creationId="{68A8AC40-716A-80E7-D286-AB81B552DBE0}"/>
          </ac:spMkLst>
        </pc:spChg>
        <pc:spChg chg="add">
          <ac:chgData name="Nuber, Nathalie" userId="64826a5e-75fc-44e6-a073-417b106d7220" providerId="ADAL" clId="{2D240D19-45E2-4320-A1B7-FEF1D055401D}" dt="2026-09-21T07:16:31.097" v="449" actId="22"/>
          <ac:spMkLst>
            <pc:docMk/>
            <pc:sldMk cId="0" sldId="341"/>
            <ac:spMk id="31" creationId="{CE7F4659-34E8-D3E0-C5F8-4B9BE8F2191E}"/>
          </ac:spMkLst>
        </pc:spChg>
        <pc:spChg chg="add">
          <ac:chgData name="Nuber, Nathalie" userId="64826a5e-75fc-44e6-a073-417b106d7220" providerId="ADAL" clId="{2D240D19-45E2-4320-A1B7-FEF1D055401D}" dt="2026-09-21T07:16:31.097" v="449" actId="22"/>
          <ac:spMkLst>
            <pc:docMk/>
            <pc:sldMk cId="0" sldId="341"/>
            <ac:spMk id="33" creationId="{F1C9645C-75E6-2E19-77B3-8B26808F3EF2}"/>
          </ac:spMkLst>
        </pc:spChg>
        <pc:spChg chg="add">
          <ac:chgData name="Nuber, Nathalie" userId="64826a5e-75fc-44e6-a073-417b106d7220" providerId="ADAL" clId="{2D240D19-45E2-4320-A1B7-FEF1D055401D}" dt="2026-09-21T07:16:31.097" v="449" actId="22"/>
          <ac:spMkLst>
            <pc:docMk/>
            <pc:sldMk cId="0" sldId="341"/>
            <ac:spMk id="35" creationId="{1DC7813C-1B3D-0B0C-B4A4-EB0DFBCDC21B}"/>
          </ac:spMkLst>
        </pc:spChg>
        <pc:spChg chg="add del">
          <ac:chgData name="Nuber, Nathalie" userId="64826a5e-75fc-44e6-a073-417b106d7220" providerId="ADAL" clId="{2D240D19-45E2-4320-A1B7-FEF1D055401D}" dt="2026-09-21T12:04:51.698" v="1865" actId="478"/>
          <ac:spMkLst>
            <pc:docMk/>
            <pc:sldMk cId="0" sldId="341"/>
            <ac:spMk id="37" creationId="{AC950C13-DFFE-6E2C-FFFB-BEE99AC7F472}"/>
          </ac:spMkLst>
        </pc:spChg>
        <pc:spChg chg="add">
          <ac:chgData name="Nuber, Nathalie" userId="64826a5e-75fc-44e6-a073-417b106d7220" providerId="ADAL" clId="{2D240D19-45E2-4320-A1B7-FEF1D055401D}" dt="2026-09-21T07:16:31.097" v="449" actId="22"/>
          <ac:spMkLst>
            <pc:docMk/>
            <pc:sldMk cId="0" sldId="341"/>
            <ac:spMk id="41" creationId="{47A52361-68E2-08BD-BB01-9078B62C9FB9}"/>
          </ac:spMkLst>
        </pc:spChg>
        <pc:spChg chg="add">
          <ac:chgData name="Nuber, Nathalie" userId="64826a5e-75fc-44e6-a073-417b106d7220" providerId="ADAL" clId="{2D240D19-45E2-4320-A1B7-FEF1D055401D}" dt="2026-09-21T07:16:31.097" v="449" actId="22"/>
          <ac:spMkLst>
            <pc:docMk/>
            <pc:sldMk cId="0" sldId="341"/>
            <ac:spMk id="43" creationId="{212689E3-8CEE-B2A1-F8D5-1809456758D2}"/>
          </ac:spMkLst>
        </pc:spChg>
        <pc:spChg chg="add">
          <ac:chgData name="Nuber, Nathalie" userId="64826a5e-75fc-44e6-a073-417b106d7220" providerId="ADAL" clId="{2D240D19-45E2-4320-A1B7-FEF1D055401D}" dt="2026-09-21T07:16:31.097" v="449" actId="22"/>
          <ac:spMkLst>
            <pc:docMk/>
            <pc:sldMk cId="0" sldId="341"/>
            <ac:spMk id="45" creationId="{62629689-A60C-76CC-275A-2AF331AA4189}"/>
          </ac:spMkLst>
        </pc:spChg>
        <pc:spChg chg="add">
          <ac:chgData name="Nuber, Nathalie" userId="64826a5e-75fc-44e6-a073-417b106d7220" providerId="ADAL" clId="{2D240D19-45E2-4320-A1B7-FEF1D055401D}" dt="2026-09-21T07:16:31.097" v="449" actId="22"/>
          <ac:spMkLst>
            <pc:docMk/>
            <pc:sldMk cId="0" sldId="341"/>
            <ac:spMk id="47" creationId="{744A5D24-32EF-CDAB-C21C-7978734FFEB4}"/>
          </ac:spMkLst>
        </pc:spChg>
        <pc:spChg chg="add">
          <ac:chgData name="Nuber, Nathalie" userId="64826a5e-75fc-44e6-a073-417b106d7220" providerId="ADAL" clId="{2D240D19-45E2-4320-A1B7-FEF1D055401D}" dt="2026-09-21T07:16:31.097" v="449" actId="22"/>
          <ac:spMkLst>
            <pc:docMk/>
            <pc:sldMk cId="0" sldId="341"/>
            <ac:spMk id="49" creationId="{D08A2274-18E9-4F5B-FFE2-7A80A9AB4538}"/>
          </ac:spMkLst>
        </pc:spChg>
        <pc:spChg chg="mod">
          <ac:chgData name="Nuber, Nathalie" userId="64826a5e-75fc-44e6-a073-417b106d7220" providerId="ADAL" clId="{2D240D19-45E2-4320-A1B7-FEF1D055401D}" dt="2026-09-20T15:03:16.598" v="122" actId="27636"/>
          <ac:spMkLst>
            <pc:docMk/>
            <pc:sldMk cId="0" sldId="341"/>
            <ac:spMk id="101" creationId="{00000000-0000-0000-0000-000000000000}"/>
          </ac:spMkLst>
        </pc:spChg>
        <pc:spChg chg="mod">
          <ac:chgData name="Nuber, Nathalie" userId="64826a5e-75fc-44e6-a073-417b106d7220" providerId="ADAL" clId="{2D240D19-45E2-4320-A1B7-FEF1D055401D}" dt="2026-09-20T15:03:16.592" v="120" actId="27636"/>
          <ac:spMkLst>
            <pc:docMk/>
            <pc:sldMk cId="0" sldId="341"/>
            <ac:spMk id="102" creationId="{00000000-0000-0000-0000-000000000000}"/>
          </ac:spMkLst>
        </pc:spChg>
        <pc:spChg chg="mod">
          <ac:chgData name="Nuber, Nathalie" userId="64826a5e-75fc-44e6-a073-417b106d7220" providerId="ADAL" clId="{2D240D19-45E2-4320-A1B7-FEF1D055401D}" dt="2026-09-20T15:03:16.588" v="119" actId="27636"/>
          <ac:spMkLst>
            <pc:docMk/>
            <pc:sldMk cId="0" sldId="341"/>
            <ac:spMk id="103" creationId="{00000000-0000-0000-0000-000000000000}"/>
          </ac:spMkLst>
        </pc:spChg>
        <pc:spChg chg="del mod">
          <ac:chgData name="Nuber, Nathalie" userId="64826a5e-75fc-44e6-a073-417b106d7220" providerId="ADAL" clId="{2D240D19-45E2-4320-A1B7-FEF1D055401D}" dt="2026-09-21T07:43:38.016" v="478" actId="478"/>
          <ac:spMkLst>
            <pc:docMk/>
            <pc:sldMk cId="0" sldId="341"/>
            <ac:spMk id="120" creationId="{00000000-0000-0000-0000-000000000000}"/>
          </ac:spMkLst>
        </pc:spChg>
        <pc:spChg chg="mod">
          <ac:chgData name="Nuber, Nathalie" userId="64826a5e-75fc-44e6-a073-417b106d7220" providerId="ADAL" clId="{2D240D19-45E2-4320-A1B7-FEF1D055401D}" dt="2026-09-20T15:03:16.585" v="118" actId="27636"/>
          <ac:spMkLst>
            <pc:docMk/>
            <pc:sldMk cId="0" sldId="341"/>
            <ac:spMk id="130" creationId="{00000000-0000-0000-0000-000000000000}"/>
          </ac:spMkLst>
        </pc:spChg>
        <pc:spChg chg="mod">
          <ac:chgData name="Nuber, Nathalie" userId="64826a5e-75fc-44e6-a073-417b106d7220" providerId="ADAL" clId="{2D240D19-45E2-4320-A1B7-FEF1D055401D}" dt="2026-09-20T15:03:16.578" v="116" actId="27636"/>
          <ac:spMkLst>
            <pc:docMk/>
            <pc:sldMk cId="0" sldId="341"/>
            <ac:spMk id="131"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00" creationId="{00000000-0000-0000-0000-000000000000}"/>
          </ac:spMkLst>
        </pc:spChg>
        <pc:spChg chg="add del">
          <ac:chgData name="Nuber, Nathalie" userId="64826a5e-75fc-44e6-a073-417b106d7220" providerId="ADAL" clId="{2D240D19-45E2-4320-A1B7-FEF1D055401D}" dt="2026-09-21T07:09:08.503" v="432" actId="478"/>
          <ac:spMkLst>
            <pc:docMk/>
            <pc:sldMk cId="0" sldId="341"/>
            <ac:spMk id="210" creationId="{00000000-0000-0000-0000-000000000000}"/>
          </ac:spMkLst>
        </pc:spChg>
        <pc:spChg chg="add del mod">
          <ac:chgData name="Nuber, Nathalie" userId="64826a5e-75fc-44e6-a073-417b106d7220" providerId="ADAL" clId="{2D240D19-45E2-4320-A1B7-FEF1D055401D}" dt="2026-09-21T07:09:15.703" v="435" actId="478"/>
          <ac:spMkLst>
            <pc:docMk/>
            <pc:sldMk cId="0" sldId="341"/>
            <ac:spMk id="212" creationId="{00000000-0000-0000-0000-000000000000}"/>
          </ac:spMkLst>
        </pc:spChg>
        <pc:spChg chg="del">
          <ac:chgData name="Nuber, Nathalie" userId="64826a5e-75fc-44e6-a073-417b106d7220" providerId="ADAL" clId="{2D240D19-45E2-4320-A1B7-FEF1D055401D}" dt="2026-09-21T07:09:14.475" v="434" actId="478"/>
          <ac:spMkLst>
            <pc:docMk/>
            <pc:sldMk cId="0" sldId="341"/>
            <ac:spMk id="213" creationId="{00000000-0000-0000-0000-000000000000}"/>
          </ac:spMkLst>
        </pc:spChg>
        <pc:spChg chg="del mod">
          <ac:chgData name="Nuber, Nathalie" userId="64826a5e-75fc-44e6-a073-417b106d7220" providerId="ADAL" clId="{2D240D19-45E2-4320-A1B7-FEF1D055401D}" dt="2026-09-21T07:09:17.319" v="437" actId="478"/>
          <ac:spMkLst>
            <pc:docMk/>
            <pc:sldMk cId="0" sldId="341"/>
            <ac:spMk id="215"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16" creationId="{00000000-0000-0000-0000-000000000000}"/>
          </ac:spMkLst>
        </pc:spChg>
        <pc:spChg chg="add del mod">
          <ac:chgData name="Nuber, Nathalie" userId="64826a5e-75fc-44e6-a073-417b106d7220" providerId="ADAL" clId="{2D240D19-45E2-4320-A1B7-FEF1D055401D}" dt="2026-09-21T07:09:18.937" v="439" actId="478"/>
          <ac:spMkLst>
            <pc:docMk/>
            <pc:sldMk cId="0" sldId="341"/>
            <ac:spMk id="218" creationId="{00000000-0000-0000-0000-000000000000}"/>
          </ac:spMkLst>
        </pc:spChg>
        <pc:spChg chg="del">
          <ac:chgData name="Nuber, Nathalie" userId="64826a5e-75fc-44e6-a073-417b106d7220" providerId="ADAL" clId="{2D240D19-45E2-4320-A1B7-FEF1D055401D}" dt="2026-09-21T07:09:14.475" v="434" actId="478"/>
          <ac:spMkLst>
            <pc:docMk/>
            <pc:sldMk cId="0" sldId="341"/>
            <ac:spMk id="219" creationId="{00000000-0000-0000-0000-000000000000}"/>
          </ac:spMkLst>
        </pc:spChg>
        <pc:spChg chg="del">
          <ac:chgData name="Nuber, Nathalie" userId="64826a5e-75fc-44e6-a073-417b106d7220" providerId="ADAL" clId="{2D240D19-45E2-4320-A1B7-FEF1D055401D}" dt="2026-09-21T07:09:20.247" v="440" actId="478"/>
          <ac:spMkLst>
            <pc:docMk/>
            <pc:sldMk cId="0" sldId="341"/>
            <ac:spMk id="221"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22" creationId="{00000000-0000-0000-0000-000000000000}"/>
          </ac:spMkLst>
        </pc:spChg>
        <pc:spChg chg="del">
          <ac:chgData name="Nuber, Nathalie" userId="64826a5e-75fc-44e6-a073-417b106d7220" providerId="ADAL" clId="{2D240D19-45E2-4320-A1B7-FEF1D055401D}" dt="2026-09-21T07:09:21.527" v="441" actId="478"/>
          <ac:spMkLst>
            <pc:docMk/>
            <pc:sldMk cId="0" sldId="341"/>
            <ac:spMk id="224"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25" creationId="{00000000-0000-0000-0000-000000000000}"/>
          </ac:spMkLst>
        </pc:spChg>
        <pc:spChg chg="add del">
          <ac:chgData name="Nuber, Nathalie" userId="64826a5e-75fc-44e6-a073-417b106d7220" providerId="ADAL" clId="{2D240D19-45E2-4320-A1B7-FEF1D055401D}" dt="2026-09-21T07:09:23.383" v="442" actId="478"/>
          <ac:spMkLst>
            <pc:docMk/>
            <pc:sldMk cId="0" sldId="341"/>
            <ac:spMk id="227" creationId="{00000000-0000-0000-0000-000000000000}"/>
          </ac:spMkLst>
        </pc:spChg>
      </pc:sldChg>
      <pc:sldChg chg="addSp delSp modSp add del mod modClrScheme chgLayout modNotesTx">
        <pc:chgData name="Nuber, Nathalie" userId="64826a5e-75fc-44e6-a073-417b106d7220" providerId="ADAL" clId="{2D240D19-45E2-4320-A1B7-FEF1D055401D}" dt="2026-09-22T07:46:12.271" v="4352" actId="20577"/>
        <pc:sldMkLst>
          <pc:docMk/>
          <pc:sldMk cId="0" sldId="342"/>
        </pc:sldMkLst>
        <pc:spChg chg="mod">
          <ac:chgData name="Nuber, Nathalie" userId="64826a5e-75fc-44e6-a073-417b106d7220" providerId="ADAL" clId="{2D240D19-45E2-4320-A1B7-FEF1D055401D}" dt="2026-09-21T08:06:07.733" v="687" actId="20577"/>
          <ac:spMkLst>
            <pc:docMk/>
            <pc:sldMk cId="0" sldId="342"/>
            <ac:spMk id="2" creationId="{00000000-0000-0000-0000-000000000000}"/>
          </ac:spMkLst>
        </pc:spChg>
        <pc:spChg chg="del mod">
          <ac:chgData name="Nuber, Nathalie" userId="64826a5e-75fc-44e6-a073-417b106d7220" providerId="ADAL" clId="{2D240D19-45E2-4320-A1B7-FEF1D055401D}" dt="2026-09-21T08:02:44.656" v="656" actId="478"/>
          <ac:spMkLst>
            <pc:docMk/>
            <pc:sldMk cId="0" sldId="342"/>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2"/>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2"/>
            <ac:spMk id="5" creationId="{00000000-0000-0000-0000-000000000000}"/>
          </ac:spMkLst>
        </pc:spChg>
        <pc:spChg chg="add">
          <ac:chgData name="Nuber, Nathalie" userId="64826a5e-75fc-44e6-a073-417b106d7220" providerId="ADAL" clId="{2D240D19-45E2-4320-A1B7-FEF1D055401D}" dt="2026-09-21T12:04:33.108" v="1860" actId="22"/>
          <ac:spMkLst>
            <pc:docMk/>
            <pc:sldMk cId="0" sldId="342"/>
            <ac:spMk id="6" creationId="{3BF60BBF-CB02-B3AE-A377-03B2DD8B07C4}"/>
          </ac:spMkLst>
        </pc:spChg>
        <pc:spChg chg="del">
          <ac:chgData name="Nuber, Nathalie" userId="64826a5e-75fc-44e6-a073-417b106d7220" providerId="ADAL" clId="{2D240D19-45E2-4320-A1B7-FEF1D055401D}" dt="2026-09-21T08:00:52.307" v="620" actId="478"/>
          <ac:spMkLst>
            <pc:docMk/>
            <pc:sldMk cId="0" sldId="342"/>
            <ac:spMk id="8" creationId="{00000000-0000-0000-0000-000000000000}"/>
          </ac:spMkLst>
        </pc:spChg>
        <pc:spChg chg="add">
          <ac:chgData name="Nuber, Nathalie" userId="64826a5e-75fc-44e6-a073-417b106d7220" providerId="ADAL" clId="{2D240D19-45E2-4320-A1B7-FEF1D055401D}" dt="2026-09-21T08:00:53.358" v="621" actId="22"/>
          <ac:spMkLst>
            <pc:docMk/>
            <pc:sldMk cId="0" sldId="342"/>
            <ac:spMk id="9" creationId="{04DF1FE4-4B6E-5DA3-A01E-340566DB6D46}"/>
          </ac:spMkLst>
        </pc:spChg>
        <pc:spChg chg="add mod">
          <ac:chgData name="Nuber, Nathalie" userId="64826a5e-75fc-44e6-a073-417b106d7220" providerId="ADAL" clId="{2D240D19-45E2-4320-A1B7-FEF1D055401D}" dt="2026-09-21T08:02:45.592" v="657"/>
          <ac:spMkLst>
            <pc:docMk/>
            <pc:sldMk cId="0" sldId="342"/>
            <ac:spMk id="10" creationId="{2D04F76F-D9A9-30EF-5FBA-DE41F41BF2A4}"/>
          </ac:spMkLst>
        </pc:spChg>
        <pc:spChg chg="mod">
          <ac:chgData name="Nuber, Nathalie" userId="64826a5e-75fc-44e6-a073-417b106d7220" providerId="ADAL" clId="{2D240D19-45E2-4320-A1B7-FEF1D055401D}" dt="2026-09-21T08:05:40.176" v="686" actId="1076"/>
          <ac:spMkLst>
            <pc:docMk/>
            <pc:sldMk cId="0" sldId="342"/>
            <ac:spMk id="101"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2"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3"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4"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5"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6" creationId="{00000000-0000-0000-0000-000000000000}"/>
          </ac:spMkLst>
        </pc:spChg>
        <pc:spChg chg="add del">
          <ac:chgData name="Nuber, Nathalie" userId="64826a5e-75fc-44e6-a073-417b106d7220" providerId="ADAL" clId="{2D240D19-45E2-4320-A1B7-FEF1D055401D}" dt="2026-09-21T12:04:02.819" v="1857" actId="478"/>
          <ac:spMkLst>
            <pc:docMk/>
            <pc:sldMk cId="0" sldId="342"/>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3" creationId="{00000000-0000-0000-0000-000000000000}"/>
          </ac:spMkLst>
        </pc:spChg>
        <pc:spChg chg="del mod">
          <ac:chgData name="Nuber, Nathalie" userId="64826a5e-75fc-44e6-a073-417b106d7220" providerId="ADAL" clId="{2D240D19-45E2-4320-A1B7-FEF1D055401D}" dt="2026-09-21T12:04:19.303" v="1859" actId="478"/>
          <ac:spMkLst>
            <pc:docMk/>
            <pc:sldMk cId="0" sldId="342"/>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21" creationId="{00000000-0000-0000-0000-000000000000}"/>
          </ac:spMkLst>
        </pc:spChg>
        <pc:spChg chg="add">
          <ac:chgData name="Nuber, Nathalie" userId="64826a5e-75fc-44e6-a073-417b106d7220" providerId="ADAL" clId="{2D240D19-45E2-4320-A1B7-FEF1D055401D}" dt="2026-09-20T17:14:23.387" v="226" actId="26606"/>
          <ac:spMkLst>
            <pc:docMk/>
            <pc:sldMk cId="0" sldId="342"/>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24" creationId="{00000000-0000-0000-0000-000000000000}"/>
          </ac:spMkLst>
        </pc:spChg>
      </pc:sldChg>
      <pc:sldChg chg="addSp delSp modSp add del mod modClrScheme chgLayout modNotesTx">
        <pc:chgData name="Nuber, Nathalie" userId="64826a5e-75fc-44e6-a073-417b106d7220" providerId="ADAL" clId="{2D240D19-45E2-4320-A1B7-FEF1D055401D}" dt="2026-09-22T07:48:16.637" v="4409" actId="20577"/>
        <pc:sldMkLst>
          <pc:docMk/>
          <pc:sldMk cId="0" sldId="343"/>
        </pc:sldMkLst>
        <pc:spChg chg="mod">
          <ac:chgData name="Nuber, Nathalie" userId="64826a5e-75fc-44e6-a073-417b106d7220" providerId="ADAL" clId="{2D240D19-45E2-4320-A1B7-FEF1D055401D}" dt="2026-09-20T17:14:23.387" v="226" actId="26606"/>
          <ac:spMkLst>
            <pc:docMk/>
            <pc:sldMk cId="0" sldId="343"/>
            <ac:spMk id="2" creationId="{00000000-0000-0000-0000-000000000000}"/>
          </ac:spMkLst>
        </pc:spChg>
        <pc:spChg chg="del">
          <ac:chgData name="Nuber, Nathalie" userId="64826a5e-75fc-44e6-a073-417b106d7220" providerId="ADAL" clId="{2D240D19-45E2-4320-A1B7-FEF1D055401D}" dt="2026-09-21T08:02:51.875" v="658" actId="478"/>
          <ac:spMkLst>
            <pc:docMk/>
            <pc:sldMk cId="0" sldId="343"/>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3"/>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3"/>
            <ac:spMk id="5" creationId="{00000000-0000-0000-0000-000000000000}"/>
          </ac:spMkLst>
        </pc:spChg>
        <pc:spChg chg="add">
          <ac:chgData name="Nuber, Nathalie" userId="64826a5e-75fc-44e6-a073-417b106d7220" providerId="ADAL" clId="{2D240D19-45E2-4320-A1B7-FEF1D055401D}" dt="2026-09-21T12:05:02.881" v="1870" actId="22"/>
          <ac:spMkLst>
            <pc:docMk/>
            <pc:sldMk cId="0" sldId="343"/>
            <ac:spMk id="6" creationId="{50451E5B-9559-2648-14BF-188FABA3EDC7}"/>
          </ac:spMkLst>
        </pc:spChg>
        <pc:spChg chg="del">
          <ac:chgData name="Nuber, Nathalie" userId="64826a5e-75fc-44e6-a073-417b106d7220" providerId="ADAL" clId="{2D240D19-45E2-4320-A1B7-FEF1D055401D}" dt="2026-09-21T08:00:59.251" v="622" actId="478"/>
          <ac:spMkLst>
            <pc:docMk/>
            <pc:sldMk cId="0" sldId="343"/>
            <ac:spMk id="8" creationId="{00000000-0000-0000-0000-000000000000}"/>
          </ac:spMkLst>
        </pc:spChg>
        <pc:spChg chg="add">
          <ac:chgData name="Nuber, Nathalie" userId="64826a5e-75fc-44e6-a073-417b106d7220" providerId="ADAL" clId="{2D240D19-45E2-4320-A1B7-FEF1D055401D}" dt="2026-09-21T08:01:00.285" v="623" actId="22"/>
          <ac:spMkLst>
            <pc:docMk/>
            <pc:sldMk cId="0" sldId="343"/>
            <ac:spMk id="9" creationId="{3AC41C30-1E06-5475-22C0-56EFF9EC8957}"/>
          </ac:spMkLst>
        </pc:spChg>
        <pc:spChg chg="add mod">
          <ac:chgData name="Nuber, Nathalie" userId="64826a5e-75fc-44e6-a073-417b106d7220" providerId="ADAL" clId="{2D240D19-45E2-4320-A1B7-FEF1D055401D}" dt="2026-09-21T08:02:52.811" v="659"/>
          <ac:spMkLst>
            <pc:docMk/>
            <pc:sldMk cId="0" sldId="343"/>
            <ac:spMk id="10" creationId="{11D4C73D-BDC6-BF8C-3E1E-54051DE94593}"/>
          </ac:spMkLst>
        </pc:spChg>
        <pc:spChg chg="mod">
          <ac:chgData name="Nuber, Nathalie" userId="64826a5e-75fc-44e6-a073-417b106d7220" providerId="ADAL" clId="{2D240D19-45E2-4320-A1B7-FEF1D055401D}" dt="2026-09-20T15:06:15.416" v="127" actId="27636"/>
          <ac:spMkLst>
            <pc:docMk/>
            <pc:sldMk cId="0" sldId="343"/>
            <ac:spMk id="102" creationId="{00000000-0000-0000-0000-000000000000}"/>
          </ac:spMkLst>
        </pc:spChg>
        <pc:spChg chg="mod">
          <ac:chgData name="Nuber, Nathalie" userId="64826a5e-75fc-44e6-a073-417b106d7220" providerId="ADAL" clId="{2D240D19-45E2-4320-A1B7-FEF1D055401D}" dt="2026-09-20T15:06:15.421" v="128" actId="27636"/>
          <ac:spMkLst>
            <pc:docMk/>
            <pc:sldMk cId="0" sldId="343"/>
            <ac:spMk id="103" creationId="{00000000-0000-0000-0000-000000000000}"/>
          </ac:spMkLst>
        </pc:spChg>
        <pc:spChg chg="mod">
          <ac:chgData name="Nuber, Nathalie" userId="64826a5e-75fc-44e6-a073-417b106d7220" providerId="ADAL" clId="{2D240D19-45E2-4320-A1B7-FEF1D055401D}" dt="2026-09-21T08:21:51.328" v="841" actId="20577"/>
          <ac:spMkLst>
            <pc:docMk/>
            <pc:sldMk cId="0" sldId="343"/>
            <ac:spMk id="121" creationId="{00000000-0000-0000-0000-000000000000}"/>
          </ac:spMkLst>
        </pc:spChg>
        <pc:spChg chg="add del">
          <ac:chgData name="Nuber, Nathalie" userId="64826a5e-75fc-44e6-a073-417b106d7220" providerId="ADAL" clId="{2D240D19-45E2-4320-A1B7-FEF1D055401D}" dt="2026-09-21T12:05:02.003" v="1869" actId="478"/>
          <ac:spMkLst>
            <pc:docMk/>
            <pc:sldMk cId="0" sldId="343"/>
            <ac:spMk id="200" creationId="{00000000-0000-0000-0000-000000000000}"/>
          </ac:spMkLst>
        </pc:spChg>
        <pc:spChg chg="add">
          <ac:chgData name="Nuber, Nathalie" userId="64826a5e-75fc-44e6-a073-417b106d7220" providerId="ADAL" clId="{2D240D19-45E2-4320-A1B7-FEF1D055401D}" dt="2026-09-20T17:14:23.387" v="226" actId="26606"/>
          <ac:spMkLst>
            <pc:docMk/>
            <pc:sldMk cId="0" sldId="343"/>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3" creationId="{00000000-0000-0000-0000-000000000000}"/>
          </ac:spMkLst>
        </pc:spChg>
        <pc:spChg chg="del mod">
          <ac:chgData name="Nuber, Nathalie" userId="64826a5e-75fc-44e6-a073-417b106d7220" providerId="ADAL" clId="{2D240D19-45E2-4320-A1B7-FEF1D055401D}" dt="2026-09-21T12:05:00.516" v="1868" actId="478"/>
          <ac:spMkLst>
            <pc:docMk/>
            <pc:sldMk cId="0" sldId="343"/>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24" creationId="{00000000-0000-0000-0000-000000000000}"/>
          </ac:spMkLst>
        </pc:spChg>
      </pc:sldChg>
      <pc:sldChg chg="addSp delSp modSp add del mod modClrScheme delAnim modAnim chgLayout modNotes modNotesTx">
        <pc:chgData name="Nuber, Nathalie" userId="64826a5e-75fc-44e6-a073-417b106d7220" providerId="ADAL" clId="{2D240D19-45E2-4320-A1B7-FEF1D055401D}" dt="2026-09-22T07:01:18.892" v="4289" actId="20577"/>
        <pc:sldMkLst>
          <pc:docMk/>
          <pc:sldMk cId="0" sldId="344"/>
        </pc:sldMkLst>
        <pc:spChg chg="mod">
          <ac:chgData name="Nuber, Nathalie" userId="64826a5e-75fc-44e6-a073-417b106d7220" providerId="ADAL" clId="{2D240D19-45E2-4320-A1B7-FEF1D055401D}" dt="2026-09-21T08:06:20.566" v="688" actId="20577"/>
          <ac:spMkLst>
            <pc:docMk/>
            <pc:sldMk cId="0" sldId="344"/>
            <ac:spMk id="2" creationId="{00000000-0000-0000-0000-000000000000}"/>
          </ac:spMkLst>
        </pc:spChg>
        <pc:spChg chg="del">
          <ac:chgData name="Nuber, Nathalie" userId="64826a5e-75fc-44e6-a073-417b106d7220" providerId="ADAL" clId="{2D240D19-45E2-4320-A1B7-FEF1D055401D}" dt="2026-09-21T08:02:58.561" v="660" actId="478"/>
          <ac:spMkLst>
            <pc:docMk/>
            <pc:sldMk cId="0" sldId="344"/>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4"/>
            <ac:spMk id="5" creationId="{00000000-0000-0000-0000-000000000000}"/>
          </ac:spMkLst>
        </pc:spChg>
        <pc:spChg chg="add">
          <ac:chgData name="Nuber, Nathalie" userId="64826a5e-75fc-44e6-a073-417b106d7220" providerId="ADAL" clId="{2D240D19-45E2-4320-A1B7-FEF1D055401D}" dt="2026-09-21T12:07:20.238" v="1910" actId="22"/>
          <ac:spMkLst>
            <pc:docMk/>
            <pc:sldMk cId="0" sldId="344"/>
            <ac:spMk id="6" creationId="{098EFD85-6913-5054-8EF9-C358132C4EC2}"/>
          </ac:spMkLst>
        </pc:spChg>
        <pc:spChg chg="del">
          <ac:chgData name="Nuber, Nathalie" userId="64826a5e-75fc-44e6-a073-417b106d7220" providerId="ADAL" clId="{2D240D19-45E2-4320-A1B7-FEF1D055401D}" dt="2026-09-21T08:01:03.106" v="624" actId="478"/>
          <ac:spMkLst>
            <pc:docMk/>
            <pc:sldMk cId="0" sldId="344"/>
            <ac:spMk id="8" creationId="{00000000-0000-0000-0000-000000000000}"/>
          </ac:spMkLst>
        </pc:spChg>
        <pc:spChg chg="add">
          <ac:chgData name="Nuber, Nathalie" userId="64826a5e-75fc-44e6-a073-417b106d7220" providerId="ADAL" clId="{2D240D19-45E2-4320-A1B7-FEF1D055401D}" dt="2026-09-21T08:01:04.012" v="625" actId="22"/>
          <ac:spMkLst>
            <pc:docMk/>
            <pc:sldMk cId="0" sldId="344"/>
            <ac:spMk id="9" creationId="{FE387BC4-2C84-12F0-9374-4C08777BB388}"/>
          </ac:spMkLst>
        </pc:spChg>
        <pc:spChg chg="add mod">
          <ac:chgData name="Nuber, Nathalie" userId="64826a5e-75fc-44e6-a073-417b106d7220" providerId="ADAL" clId="{2D240D19-45E2-4320-A1B7-FEF1D055401D}" dt="2026-09-21T08:02:59.549" v="661"/>
          <ac:spMkLst>
            <pc:docMk/>
            <pc:sldMk cId="0" sldId="344"/>
            <ac:spMk id="10" creationId="{9FD0340E-1FDD-F6B2-0350-EB39712A5694}"/>
          </ac:spMkLst>
        </pc:spChg>
        <pc:spChg chg="mod ord">
          <ac:chgData name="Nuber, Nathalie" userId="64826a5e-75fc-44e6-a073-417b106d7220" providerId="ADAL" clId="{2D240D19-45E2-4320-A1B7-FEF1D055401D}" dt="2026-09-20T17:29:12.337" v="259" actId="26606"/>
          <ac:spMkLst>
            <pc:docMk/>
            <pc:sldMk cId="0" sldId="344"/>
            <ac:spMk id="101" creationId="{00000000-0000-0000-0000-000000000000}"/>
          </ac:spMkLst>
        </pc:spChg>
        <pc:spChg chg="mod ord">
          <ac:chgData name="Nuber, Nathalie" userId="64826a5e-75fc-44e6-a073-417b106d7220" providerId="ADAL" clId="{2D240D19-45E2-4320-A1B7-FEF1D055401D}" dt="2026-09-21T12:09:29.781" v="2046" actId="20577"/>
          <ac:spMkLst>
            <pc:docMk/>
            <pc:sldMk cId="0" sldId="344"/>
            <ac:spMk id="102"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03"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10"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11" creationId="{00000000-0000-0000-0000-000000000000}"/>
          </ac:spMkLst>
        </pc:spChg>
        <pc:spChg chg="del mod ord">
          <ac:chgData name="Nuber, Nathalie" userId="64826a5e-75fc-44e6-a073-417b106d7220" providerId="ADAL" clId="{2D240D19-45E2-4320-A1B7-FEF1D055401D}" dt="2026-09-21T12:09:45.786" v="2047" actId="478"/>
          <ac:spMkLst>
            <pc:docMk/>
            <pc:sldMk cId="0" sldId="344"/>
            <ac:spMk id="120" creationId="{00000000-0000-0000-0000-000000000000}"/>
          </ac:spMkLst>
        </pc:spChg>
        <pc:spChg chg="del mod ord">
          <ac:chgData name="Nuber, Nathalie" userId="64826a5e-75fc-44e6-a073-417b106d7220" providerId="ADAL" clId="{2D240D19-45E2-4320-A1B7-FEF1D055401D}" dt="2026-09-21T12:09:48.856" v="2048" actId="478"/>
          <ac:spMkLst>
            <pc:docMk/>
            <pc:sldMk cId="0" sldId="344"/>
            <ac:spMk id="121" creationId="{00000000-0000-0000-0000-000000000000}"/>
          </ac:spMkLst>
        </pc:spChg>
        <pc:spChg chg="add del">
          <ac:chgData name="Nuber, Nathalie" userId="64826a5e-75fc-44e6-a073-417b106d7220" providerId="ADAL" clId="{2D240D19-45E2-4320-A1B7-FEF1D055401D}" dt="2026-09-21T12:07:18.870" v="1909" actId="478"/>
          <ac:spMkLst>
            <pc:docMk/>
            <pc:sldMk cId="0" sldId="344"/>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13" creationId="{00000000-0000-0000-0000-000000000000}"/>
          </ac:spMkLst>
        </pc:spChg>
        <pc:spChg chg="add del mod">
          <ac:chgData name="Nuber, Nathalie" userId="64826a5e-75fc-44e6-a073-417b106d7220" providerId="ADAL" clId="{2D240D19-45E2-4320-A1B7-FEF1D055401D}" dt="2026-09-21T12:07:17.367" v="1908" actId="478"/>
          <ac:spMkLst>
            <pc:docMk/>
            <pc:sldMk cId="0" sldId="344"/>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6" creationId="{00000000-0000-0000-0000-000000000000}"/>
          </ac:spMkLst>
        </pc:spChg>
        <pc:spChg chg="add del mod">
          <ac:chgData name="Nuber, Nathalie" userId="64826a5e-75fc-44e6-a073-417b106d7220" providerId="ADAL" clId="{2D240D19-45E2-4320-A1B7-FEF1D055401D}" dt="2026-09-21T12:07:14.817" v="1906" actId="478"/>
          <ac:spMkLst>
            <pc:docMk/>
            <pc:sldMk cId="0" sldId="344"/>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21" creationId="{00000000-0000-0000-0000-000000000000}"/>
          </ac:spMkLst>
        </pc:spChg>
        <pc:spChg chg="add">
          <ac:chgData name="Nuber, Nathalie" userId="64826a5e-75fc-44e6-a073-417b106d7220" providerId="ADAL" clId="{2D240D19-45E2-4320-A1B7-FEF1D055401D}" dt="2026-09-20T17:14:23.387" v="226" actId="26606"/>
          <ac:spMkLst>
            <pc:docMk/>
            <pc:sldMk cId="0" sldId="344"/>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24" creationId="{00000000-0000-0000-0000-000000000000}"/>
          </ac:spMkLst>
        </pc:spChg>
      </pc:sldChg>
      <pc:sldChg chg="addSp delSp modSp add del mod modClrScheme modAnim chgLayout modNotes modNotesTx">
        <pc:chgData name="Nuber, Nathalie" userId="64826a5e-75fc-44e6-a073-417b106d7220" providerId="ADAL" clId="{2D240D19-45E2-4320-A1B7-FEF1D055401D}" dt="2026-09-22T07:51:51.210" v="4426" actId="20577"/>
        <pc:sldMkLst>
          <pc:docMk/>
          <pc:sldMk cId="0" sldId="351"/>
        </pc:sldMkLst>
        <pc:spChg chg="add">
          <ac:chgData name="Nuber, Nathalie" userId="64826a5e-75fc-44e6-a073-417b106d7220" providerId="ADAL" clId="{2D240D19-45E2-4320-A1B7-FEF1D055401D}" dt="2026-09-21T08:01:09.766" v="628" actId="22"/>
          <ac:spMkLst>
            <pc:docMk/>
            <pc:sldMk cId="0" sldId="351"/>
            <ac:spMk id="3" creationId="{A1CBD199-E96E-9CDF-69EA-AD41D12F777D}"/>
          </ac:spMkLst>
        </pc:spChg>
        <pc:spChg chg="add mod">
          <ac:chgData name="Nuber, Nathalie" userId="64826a5e-75fc-44e6-a073-417b106d7220" providerId="ADAL" clId="{2D240D19-45E2-4320-A1B7-FEF1D055401D}" dt="2026-09-21T08:03:04.359" v="663"/>
          <ac:spMkLst>
            <pc:docMk/>
            <pc:sldMk cId="0" sldId="351"/>
            <ac:spMk id="4" creationId="{A5435E4D-2248-3B9D-FC8D-65F7D14A2B4B}"/>
          </ac:spMkLst>
        </pc:spChg>
        <pc:spChg chg="add">
          <ac:chgData name="Nuber, Nathalie" userId="64826a5e-75fc-44e6-a073-417b106d7220" providerId="ADAL" clId="{2D240D19-45E2-4320-A1B7-FEF1D055401D}" dt="2026-09-21T12:07:09.569" v="1905" actId="22"/>
          <ac:spMkLst>
            <pc:docMk/>
            <pc:sldMk cId="0" sldId="351"/>
            <ac:spMk id="5" creationId="{AF1C1444-A178-342C-8054-35290263635B}"/>
          </ac:spMkLst>
        </pc:spChg>
        <pc:spChg chg="del mod">
          <ac:chgData name="Nuber, Nathalie" userId="64826a5e-75fc-44e6-a073-417b106d7220" providerId="ADAL" clId="{2D240D19-45E2-4320-A1B7-FEF1D055401D}" dt="2026-09-21T08:01:08.769" v="627" actId="478"/>
          <ac:spMkLst>
            <pc:docMk/>
            <pc:sldMk cId="0" sldId="351"/>
            <ac:spMk id="8" creationId="{00000000-0000-0000-0000-000000000000}"/>
          </ac:spMkLst>
        </pc:spChg>
        <pc:spChg chg="mod">
          <ac:chgData name="Nuber, Nathalie" userId="64826a5e-75fc-44e6-a073-417b106d7220" providerId="ADAL" clId="{2D240D19-45E2-4320-A1B7-FEF1D055401D}" dt="2026-09-20T17:42:53.734" v="352" actId="17032"/>
          <ac:spMkLst>
            <pc:docMk/>
            <pc:sldMk cId="0" sldId="351"/>
            <ac:spMk id="101" creationId="{00000000-0000-0000-0000-000000000000}"/>
          </ac:spMkLst>
        </pc:spChg>
        <pc:spChg chg="mod">
          <ac:chgData name="Nuber, Nathalie" userId="64826a5e-75fc-44e6-a073-417b106d7220" providerId="ADAL" clId="{2D240D19-45E2-4320-A1B7-FEF1D055401D}" dt="2026-09-20T17:42:53.203" v="351" actId="17032"/>
          <ac:spMkLst>
            <pc:docMk/>
            <pc:sldMk cId="0" sldId="351"/>
            <ac:spMk id="103" creationId="{00000000-0000-0000-0000-000000000000}"/>
          </ac:spMkLst>
        </pc:spChg>
        <pc:spChg chg="mod">
          <ac:chgData name="Nuber, Nathalie" userId="64826a5e-75fc-44e6-a073-417b106d7220" providerId="ADAL" clId="{2D240D19-45E2-4320-A1B7-FEF1D055401D}" dt="2026-09-20T17:42:54.506" v="353" actId="1076"/>
          <ac:spMkLst>
            <pc:docMk/>
            <pc:sldMk cId="0" sldId="351"/>
            <ac:spMk id="130"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142" creationId="{00000000-0000-0000-0000-000000000000}"/>
          </ac:spMkLst>
        </pc:spChg>
        <pc:spChg chg="del">
          <ac:chgData name="Nuber, Nathalie" userId="64826a5e-75fc-44e6-a073-417b106d7220" providerId="ADAL" clId="{2D240D19-45E2-4320-A1B7-FEF1D055401D}" dt="2026-09-21T12:07:08.641" v="1904" actId="478"/>
          <ac:spMkLst>
            <pc:docMk/>
            <pc:sldMk cId="0" sldId="351"/>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51"/>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6" creationId="{00000000-0000-0000-0000-000000000000}"/>
          </ac:spMkLst>
        </pc:spChg>
        <pc:spChg chg="add del mod">
          <ac:chgData name="Nuber, Nathalie" userId="64826a5e-75fc-44e6-a073-417b106d7220" providerId="ADAL" clId="{2D240D19-45E2-4320-A1B7-FEF1D055401D}" dt="2026-09-21T12:07:07.122" v="1903" actId="478"/>
          <ac:spMkLst>
            <pc:docMk/>
            <pc:sldMk cId="0" sldId="351"/>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51"/>
            <ac:spMk id="219" creationId="{00000000-0000-0000-0000-000000000000}"/>
          </ac:spMkLst>
        </pc:spChg>
        <pc:spChg chg="add">
          <ac:chgData name="Nuber, Nathalie" userId="64826a5e-75fc-44e6-a073-417b106d7220" providerId="ADAL" clId="{2D240D19-45E2-4320-A1B7-FEF1D055401D}" dt="2026-09-20T17:14:23.387" v="226" actId="26606"/>
          <ac:spMkLst>
            <pc:docMk/>
            <pc:sldMk cId="0" sldId="351"/>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24"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0"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2"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3"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3"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4"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5"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7"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21"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22" creationId="{00000000-0000-0000-0000-000000000000}"/>
          </ac:spMkLst>
        </pc:spChg>
        <pc:spChg chg="del mod">
          <ac:chgData name="Nuber, Nathalie" userId="64826a5e-75fc-44e6-a073-417b106d7220" providerId="ADAL" clId="{2D240D19-45E2-4320-A1B7-FEF1D055401D}" dt="2026-09-21T08:03:03.409" v="662" actId="478"/>
          <ac:spMkLst>
            <pc:docMk/>
            <pc:sldMk cId="0" sldId="351"/>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1"/>
            <ac:spMk id="1011" creationId="{00000000-0000-0000-0000-000000000000}"/>
          </ac:spMkLst>
        </pc:spChg>
        <pc:spChg chg="mod">
          <ac:chgData name="Nuber, Nathalie" userId="64826a5e-75fc-44e6-a073-417b106d7220" providerId="ADAL" clId="{2D240D19-45E2-4320-A1B7-FEF1D055401D}" dt="2026-09-20T17:14:23.387" v="226" actId="26606"/>
          <ac:spMkLst>
            <pc:docMk/>
            <pc:sldMk cId="0" sldId="351"/>
            <ac:spMk id="1014" creationId="{00000000-0000-0000-0000-000000000000}"/>
          </ac:spMkLst>
        </pc:spChg>
        <pc:spChg chg="mod">
          <ac:chgData name="Nuber, Nathalie" userId="64826a5e-75fc-44e6-a073-417b106d7220" providerId="ADAL" clId="{2D240D19-45E2-4320-A1B7-FEF1D055401D}" dt="2026-09-21T08:06:41.604" v="689" actId="20577"/>
          <ac:spMkLst>
            <pc:docMk/>
            <pc:sldMk cId="0" sldId="351"/>
            <ac:spMk id="1099"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2T07:54:16.025" v="4465" actId="20577"/>
        <pc:sldMkLst>
          <pc:docMk/>
          <pc:sldMk cId="0" sldId="352"/>
        </pc:sldMkLst>
        <pc:spChg chg="add">
          <ac:chgData name="Nuber, Nathalie" userId="64826a5e-75fc-44e6-a073-417b106d7220" providerId="ADAL" clId="{2D240D19-45E2-4320-A1B7-FEF1D055401D}" dt="2026-09-21T08:01:16.101" v="630" actId="22"/>
          <ac:spMkLst>
            <pc:docMk/>
            <pc:sldMk cId="0" sldId="352"/>
            <ac:spMk id="3" creationId="{EAE3F762-5F52-86FC-BEBF-A267426CD867}"/>
          </ac:spMkLst>
        </pc:spChg>
        <pc:spChg chg="add mod">
          <ac:chgData name="Nuber, Nathalie" userId="64826a5e-75fc-44e6-a073-417b106d7220" providerId="ADAL" clId="{2D240D19-45E2-4320-A1B7-FEF1D055401D}" dt="2026-09-21T08:03:11.120" v="665"/>
          <ac:spMkLst>
            <pc:docMk/>
            <pc:sldMk cId="0" sldId="352"/>
            <ac:spMk id="4" creationId="{9BBE7A69-9F2A-8399-E62A-799F1FC18FFE}"/>
          </ac:spMkLst>
        </pc:spChg>
        <pc:spChg chg="add">
          <ac:chgData name="Nuber, Nathalie" userId="64826a5e-75fc-44e6-a073-417b106d7220" providerId="ADAL" clId="{2D240D19-45E2-4320-A1B7-FEF1D055401D}" dt="2026-09-21T12:07:02.810" v="1902" actId="22"/>
          <ac:spMkLst>
            <pc:docMk/>
            <pc:sldMk cId="0" sldId="352"/>
            <ac:spMk id="5" creationId="{3BD1B3A4-88F1-582D-2C1F-0AC4CC69A18B}"/>
          </ac:spMkLst>
        </pc:spChg>
        <pc:spChg chg="del">
          <ac:chgData name="Nuber, Nathalie" userId="64826a5e-75fc-44e6-a073-417b106d7220" providerId="ADAL" clId="{2D240D19-45E2-4320-A1B7-FEF1D055401D}" dt="2026-09-21T08:01:15.025" v="629" actId="478"/>
          <ac:spMkLst>
            <pc:docMk/>
            <pc:sldMk cId="0" sldId="352"/>
            <ac:spMk id="8" creationId="{00000000-0000-0000-0000-000000000000}"/>
          </ac:spMkLst>
        </pc:spChg>
        <pc:spChg chg="mod">
          <ac:chgData name="Nuber, Nathalie" userId="64826a5e-75fc-44e6-a073-417b106d7220" providerId="ADAL" clId="{2D240D19-45E2-4320-A1B7-FEF1D055401D}" dt="2026-09-20T17:33:18.004" v="273" actId="27636"/>
          <ac:spMkLst>
            <pc:docMk/>
            <pc:sldMk cId="0" sldId="352"/>
            <ac:spMk id="101" creationId="{00000000-0000-0000-0000-000000000000}"/>
          </ac:spMkLst>
        </pc:spChg>
        <pc:spChg chg="mod">
          <ac:chgData name="Nuber, Nathalie" userId="64826a5e-75fc-44e6-a073-417b106d7220" providerId="ADAL" clId="{2D240D19-45E2-4320-A1B7-FEF1D055401D}" dt="2026-09-20T17:33:18.018" v="280" actId="27636"/>
          <ac:spMkLst>
            <pc:docMk/>
            <pc:sldMk cId="0" sldId="352"/>
            <ac:spMk id="102" creationId="{00000000-0000-0000-0000-000000000000}"/>
          </ac:spMkLst>
        </pc:spChg>
        <pc:spChg chg="mod">
          <ac:chgData name="Nuber, Nathalie" userId="64826a5e-75fc-44e6-a073-417b106d7220" providerId="ADAL" clId="{2D240D19-45E2-4320-A1B7-FEF1D055401D}" dt="2026-09-20T17:33:18.011" v="276" actId="27636"/>
          <ac:spMkLst>
            <pc:docMk/>
            <pc:sldMk cId="0" sldId="352"/>
            <ac:spMk id="111" creationId="{00000000-0000-0000-0000-000000000000}"/>
          </ac:spMkLst>
        </pc:spChg>
        <pc:spChg chg="mod">
          <ac:chgData name="Nuber, Nathalie" userId="64826a5e-75fc-44e6-a073-417b106d7220" providerId="ADAL" clId="{2D240D19-45E2-4320-A1B7-FEF1D055401D}" dt="2026-09-20T17:33:18.007" v="274" actId="27636"/>
          <ac:spMkLst>
            <pc:docMk/>
            <pc:sldMk cId="0" sldId="352"/>
            <ac:spMk id="112" creationId="{00000000-0000-0000-0000-000000000000}"/>
          </ac:spMkLst>
        </pc:spChg>
        <pc:spChg chg="add del">
          <ac:chgData name="Nuber, Nathalie" userId="64826a5e-75fc-44e6-a073-417b106d7220" providerId="ADAL" clId="{2D240D19-45E2-4320-A1B7-FEF1D055401D}" dt="2026-09-21T12:07:01.814" v="1901" actId="478"/>
          <ac:spMkLst>
            <pc:docMk/>
            <pc:sldMk cId="0" sldId="352"/>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12" creationId="{00000000-0000-0000-0000-000000000000}"/>
          </ac:spMkLst>
        </pc:spChg>
        <pc:spChg chg="add">
          <ac:chgData name="Nuber, Nathalie" userId="64826a5e-75fc-44e6-a073-417b106d7220" providerId="ADAL" clId="{2D240D19-45E2-4320-A1B7-FEF1D055401D}" dt="2026-09-20T17:14:23.387" v="226" actId="26606"/>
          <ac:spMkLst>
            <pc:docMk/>
            <pc:sldMk cId="0" sldId="352"/>
            <ac:spMk id="213"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16" creationId="{00000000-0000-0000-0000-000000000000}"/>
          </ac:spMkLst>
        </pc:spChg>
        <pc:spChg chg="add del mod">
          <ac:chgData name="Nuber, Nathalie" userId="64826a5e-75fc-44e6-a073-417b106d7220" providerId="ADAL" clId="{2D240D19-45E2-4320-A1B7-FEF1D055401D}" dt="2026-09-21T12:07:00.645" v="1900" actId="478"/>
          <ac:spMkLst>
            <pc:docMk/>
            <pc:sldMk cId="0" sldId="352"/>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24" creationId="{00000000-0000-0000-0000-000000000000}"/>
          </ac:spMkLst>
        </pc:spChg>
        <pc:spChg chg="mod">
          <ac:chgData name="Nuber, Nathalie" userId="64826a5e-75fc-44e6-a073-417b106d7220" providerId="ADAL" clId="{2D240D19-45E2-4320-A1B7-FEF1D055401D}" dt="2026-09-20T17:33:18.033" v="286" actId="27636"/>
          <ac:spMkLst>
            <pc:docMk/>
            <pc:sldMk cId="0" sldId="352"/>
            <ac:spMk id="241" creationId="{00000000-0000-0000-0000-000000000000}"/>
          </ac:spMkLst>
        </pc:spChg>
        <pc:spChg chg="mod">
          <ac:chgData name="Nuber, Nathalie" userId="64826a5e-75fc-44e6-a073-417b106d7220" providerId="ADAL" clId="{2D240D19-45E2-4320-A1B7-FEF1D055401D}" dt="2026-09-20T17:33:18.037" v="287" actId="27636"/>
          <ac:spMkLst>
            <pc:docMk/>
            <pc:sldMk cId="0" sldId="352"/>
            <ac:spMk id="260" creationId="{00000000-0000-0000-0000-000000000000}"/>
          </ac:spMkLst>
        </pc:spChg>
        <pc:spChg chg="mod">
          <ac:chgData name="Nuber, Nathalie" userId="64826a5e-75fc-44e6-a073-417b106d7220" providerId="ADAL" clId="{2D240D19-45E2-4320-A1B7-FEF1D055401D}" dt="2026-09-20T17:33:18.014" v="278" actId="27636"/>
          <ac:spMkLst>
            <pc:docMk/>
            <pc:sldMk cId="0" sldId="352"/>
            <ac:spMk id="261" creationId="{00000000-0000-0000-0000-000000000000}"/>
          </ac:spMkLst>
        </pc:spChg>
        <pc:spChg chg="mod">
          <ac:chgData name="Nuber, Nathalie" userId="64826a5e-75fc-44e6-a073-417b106d7220" providerId="ADAL" clId="{2D240D19-45E2-4320-A1B7-FEF1D055401D}" dt="2026-09-20T17:33:18.039" v="288" actId="27636"/>
          <ac:spMkLst>
            <pc:docMk/>
            <pc:sldMk cId="0" sldId="352"/>
            <ac:spMk id="262" creationId="{00000000-0000-0000-0000-000000000000}"/>
          </ac:spMkLst>
        </pc:spChg>
        <pc:spChg chg="del">
          <ac:chgData name="Nuber, Nathalie" userId="64826a5e-75fc-44e6-a073-417b106d7220" providerId="ADAL" clId="{2D240D19-45E2-4320-A1B7-FEF1D055401D}" dt="2026-09-21T10:50:34.102" v="1773" actId="478"/>
          <ac:spMkLst>
            <pc:docMk/>
            <pc:sldMk cId="0" sldId="352"/>
            <ac:spMk id="400" creationId="{00000000-0000-0000-0000-000000000000}"/>
          </ac:spMkLst>
        </pc:spChg>
        <pc:spChg chg="del mod">
          <ac:chgData name="Nuber, Nathalie" userId="64826a5e-75fc-44e6-a073-417b106d7220" providerId="ADAL" clId="{2D240D19-45E2-4320-A1B7-FEF1D055401D}" dt="2026-09-21T08:03:10.323" v="664" actId="478"/>
          <ac:spMkLst>
            <pc:docMk/>
            <pc:sldMk cId="0" sldId="352"/>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2"/>
            <ac:spMk id="1011" creationId="{00000000-0000-0000-0000-000000000000}"/>
          </ac:spMkLst>
        </pc:spChg>
      </pc:sldChg>
      <pc:sldChg chg="addSp delSp modSp add del mod modClrScheme delAnim chgLayout modNotes modNotesTx">
        <pc:chgData name="Nuber, Nathalie" userId="64826a5e-75fc-44e6-a073-417b106d7220" providerId="ADAL" clId="{2D240D19-45E2-4320-A1B7-FEF1D055401D}" dt="2026-09-22T07:35:52.678" v="4314" actId="26606"/>
        <pc:sldMkLst>
          <pc:docMk/>
          <pc:sldMk cId="0" sldId="353"/>
        </pc:sldMkLst>
        <pc:spChg chg="add">
          <ac:chgData name="Nuber, Nathalie" userId="64826a5e-75fc-44e6-a073-417b106d7220" providerId="ADAL" clId="{2D240D19-45E2-4320-A1B7-FEF1D055401D}" dt="2026-09-21T08:01:33.710" v="636" actId="22"/>
          <ac:spMkLst>
            <pc:docMk/>
            <pc:sldMk cId="0" sldId="353"/>
            <ac:spMk id="3" creationId="{E7936A81-296D-A904-BD51-34853F509BDD}"/>
          </ac:spMkLst>
        </pc:spChg>
        <pc:spChg chg="add mod">
          <ac:chgData name="Nuber, Nathalie" userId="64826a5e-75fc-44e6-a073-417b106d7220" providerId="ADAL" clId="{2D240D19-45E2-4320-A1B7-FEF1D055401D}" dt="2026-09-21T08:03:28.709" v="671"/>
          <ac:spMkLst>
            <pc:docMk/>
            <pc:sldMk cId="0" sldId="353"/>
            <ac:spMk id="4" creationId="{593334D5-A602-44A5-D962-2D370FD460F7}"/>
          </ac:spMkLst>
        </pc:spChg>
        <pc:spChg chg="add">
          <ac:chgData name="Nuber, Nathalie" userId="64826a5e-75fc-44e6-a073-417b106d7220" providerId="ADAL" clId="{2D240D19-45E2-4320-A1B7-FEF1D055401D}" dt="2026-09-21T12:05:44.392" v="1873" actId="22"/>
          <ac:spMkLst>
            <pc:docMk/>
            <pc:sldMk cId="0" sldId="353"/>
            <ac:spMk id="5" creationId="{3A84E690-1FEB-1212-EA18-67643E63457E}"/>
          </ac:spMkLst>
        </pc:spChg>
        <pc:spChg chg="del">
          <ac:chgData name="Nuber, Nathalie" userId="64826a5e-75fc-44e6-a073-417b106d7220" providerId="ADAL" clId="{2D240D19-45E2-4320-A1B7-FEF1D055401D}" dt="2026-09-21T08:01:32.783" v="635" actId="478"/>
          <ac:spMkLst>
            <pc:docMk/>
            <pc:sldMk cId="0" sldId="353"/>
            <ac:spMk id="8" creationId="{00000000-0000-0000-0000-000000000000}"/>
          </ac:spMkLst>
        </pc:spChg>
        <pc:spChg chg="add del">
          <ac:chgData name="Nuber, Nathalie" userId="64826a5e-75fc-44e6-a073-417b106d7220" providerId="ADAL" clId="{2D240D19-45E2-4320-A1B7-FEF1D055401D}" dt="2026-09-21T12:05:43.491" v="1872" actId="478"/>
          <ac:spMkLst>
            <pc:docMk/>
            <pc:sldMk cId="0" sldId="353"/>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3" creationId="{00000000-0000-0000-0000-000000000000}"/>
          </ac:spMkLst>
        </pc:spChg>
        <pc:spChg chg="del">
          <ac:chgData name="Nuber, Nathalie" userId="64826a5e-75fc-44e6-a073-417b106d7220" providerId="ADAL" clId="{2D240D19-45E2-4320-A1B7-FEF1D055401D}" dt="2026-09-21T12:05:42.182" v="1871" actId="478"/>
          <ac:spMkLst>
            <pc:docMk/>
            <pc:sldMk cId="0" sldId="353"/>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24" creationId="{00000000-0000-0000-0000-000000000000}"/>
          </ac:spMkLst>
        </pc:spChg>
        <pc:spChg chg="del mod">
          <ac:chgData name="Nuber, Nathalie" userId="64826a5e-75fc-44e6-a073-417b106d7220" providerId="ADAL" clId="{2D240D19-45E2-4320-A1B7-FEF1D055401D}" dt="2026-09-21T08:03:27.844" v="670" actId="478"/>
          <ac:spMkLst>
            <pc:docMk/>
            <pc:sldMk cId="0" sldId="353"/>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11"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14"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99" creationId="{00000000-0000-0000-0000-000000000000}"/>
          </ac:spMkLst>
        </pc:spChg>
        <pc:spChg chg="mod ord">
          <ac:chgData name="Nuber, Nathalie" userId="64826a5e-75fc-44e6-a073-417b106d7220" providerId="ADAL" clId="{2D240D19-45E2-4320-A1B7-FEF1D055401D}" dt="2026-09-21T08:08:06.582" v="710" actId="166"/>
          <ac:spMkLst>
            <pc:docMk/>
            <pc:sldMk cId="0" sldId="353"/>
            <ac:spMk id="2115" creationId="{00000000-0000-0000-0000-000000000000}"/>
          </ac:spMkLst>
        </pc:spChg>
        <pc:spChg chg="mod">
          <ac:chgData name="Nuber, Nathalie" userId="64826a5e-75fc-44e6-a073-417b106d7220" providerId="ADAL" clId="{2D240D19-45E2-4320-A1B7-FEF1D055401D}" dt="2026-09-21T08:08:13.667" v="731" actId="1037"/>
          <ac:spMkLst>
            <pc:docMk/>
            <pc:sldMk cId="0" sldId="353"/>
            <ac:spMk id="2119" creationId="{00000000-0000-0000-0000-000000000000}"/>
          </ac:spMkLst>
        </pc:spChg>
        <pc:spChg chg="mod ord">
          <ac:chgData name="Nuber, Nathalie" userId="64826a5e-75fc-44e6-a073-417b106d7220" providerId="ADAL" clId="{2D240D19-45E2-4320-A1B7-FEF1D055401D}" dt="2026-09-21T08:08:27.082" v="748" actId="166"/>
          <ac:spMkLst>
            <pc:docMk/>
            <pc:sldMk cId="0" sldId="353"/>
            <ac:spMk id="2215" creationId="{00000000-0000-0000-0000-000000000000}"/>
          </ac:spMkLst>
        </pc:spChg>
        <pc:spChg chg="mod">
          <ac:chgData name="Nuber, Nathalie" userId="64826a5e-75fc-44e6-a073-417b106d7220" providerId="ADAL" clId="{2D240D19-45E2-4320-A1B7-FEF1D055401D}" dt="2026-09-21T08:08:31.015" v="760" actId="1035"/>
          <ac:spMkLst>
            <pc:docMk/>
            <pc:sldMk cId="0" sldId="353"/>
            <ac:spMk id="2219" creationId="{00000000-0000-0000-0000-000000000000}"/>
          </ac:spMkLst>
        </pc:spChg>
        <pc:spChg chg="del">
          <ac:chgData name="Nuber, Nathalie" userId="64826a5e-75fc-44e6-a073-417b106d7220" providerId="ADAL" clId="{2D240D19-45E2-4320-A1B7-FEF1D055401D}" dt="2026-09-21T12:10:54.216" v="2051" actId="478"/>
          <ac:spMkLst>
            <pc:docMk/>
            <pc:sldMk cId="0" sldId="353"/>
            <ac:spMk id="2221" creationId="{00000000-0000-0000-0000-000000000000}"/>
          </ac:spMkLst>
        </pc:spChg>
        <pc:spChg chg="mod ord">
          <ac:chgData name="Nuber, Nathalie" userId="64826a5e-75fc-44e6-a073-417b106d7220" providerId="ADAL" clId="{2D240D19-45E2-4320-A1B7-FEF1D055401D}" dt="2026-09-21T08:09:12.739" v="787" actId="166"/>
          <ac:spMkLst>
            <pc:docMk/>
            <pc:sldMk cId="0" sldId="353"/>
            <ac:spMk id="2315" creationId="{00000000-0000-0000-0000-000000000000}"/>
          </ac:spMkLst>
        </pc:spChg>
        <pc:spChg chg="ord">
          <ac:chgData name="Nuber, Nathalie" userId="64826a5e-75fc-44e6-a073-417b106d7220" providerId="ADAL" clId="{2D240D19-45E2-4320-A1B7-FEF1D055401D}" dt="2026-09-21T08:09:05.416" v="785" actId="167"/>
          <ac:spMkLst>
            <pc:docMk/>
            <pc:sldMk cId="0" sldId="353"/>
            <ac:spMk id="2317" creationId="{00000000-0000-0000-0000-000000000000}"/>
          </ac:spMkLst>
        </pc:spChg>
        <pc:spChg chg="mod ord">
          <ac:chgData name="Nuber, Nathalie" userId="64826a5e-75fc-44e6-a073-417b106d7220" providerId="ADAL" clId="{2D240D19-45E2-4320-A1B7-FEF1D055401D}" dt="2026-09-21T08:09:20.180" v="792" actId="1038"/>
          <ac:spMkLst>
            <pc:docMk/>
            <pc:sldMk cId="0" sldId="353"/>
            <ac:spMk id="2319" creationId="{00000000-0000-0000-0000-000000000000}"/>
          </ac:spMkLst>
        </pc:spChg>
        <pc:spChg chg="del">
          <ac:chgData name="Nuber, Nathalie" userId="64826a5e-75fc-44e6-a073-417b106d7220" providerId="ADAL" clId="{2D240D19-45E2-4320-A1B7-FEF1D055401D}" dt="2026-09-21T12:10:57.268" v="2052" actId="478"/>
          <ac:spMkLst>
            <pc:docMk/>
            <pc:sldMk cId="0" sldId="353"/>
            <ac:spMk id="2321"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2T07:35:52.678" v="4314" actId="26606"/>
        <pc:sldMkLst>
          <pc:docMk/>
          <pc:sldMk cId="0" sldId="355"/>
        </pc:sldMkLst>
        <pc:spChg chg="add">
          <ac:chgData name="Nuber, Nathalie" userId="64826a5e-75fc-44e6-a073-417b106d7220" providerId="ADAL" clId="{2D240D19-45E2-4320-A1B7-FEF1D055401D}" dt="2026-09-21T08:01:45.450" v="640" actId="22"/>
          <ac:spMkLst>
            <pc:docMk/>
            <pc:sldMk cId="0" sldId="355"/>
            <ac:spMk id="3" creationId="{29ACB3A7-7178-AC7D-8770-0A5CFF95C3AA}"/>
          </ac:spMkLst>
        </pc:spChg>
        <pc:spChg chg="add mod">
          <ac:chgData name="Nuber, Nathalie" userId="64826a5e-75fc-44e6-a073-417b106d7220" providerId="ADAL" clId="{2D240D19-45E2-4320-A1B7-FEF1D055401D}" dt="2026-09-21T08:03:39.254" v="675"/>
          <ac:spMkLst>
            <pc:docMk/>
            <pc:sldMk cId="0" sldId="355"/>
            <ac:spMk id="4" creationId="{2FEDE464-14F5-5CFF-B3C7-B37C88054D1E}"/>
          </ac:spMkLst>
        </pc:spChg>
        <pc:spChg chg="add">
          <ac:chgData name="Nuber, Nathalie" userId="64826a5e-75fc-44e6-a073-417b106d7220" providerId="ADAL" clId="{2D240D19-45E2-4320-A1B7-FEF1D055401D}" dt="2026-09-21T12:05:59.551" v="1880" actId="22"/>
          <ac:spMkLst>
            <pc:docMk/>
            <pc:sldMk cId="0" sldId="355"/>
            <ac:spMk id="5" creationId="{5CB150E4-ADEB-C35E-5C9C-7AA5B07A8DD0}"/>
          </ac:spMkLst>
        </pc:spChg>
        <pc:spChg chg="del">
          <ac:chgData name="Nuber, Nathalie" userId="64826a5e-75fc-44e6-a073-417b106d7220" providerId="ADAL" clId="{2D240D19-45E2-4320-A1B7-FEF1D055401D}" dt="2026-09-21T08:01:44.387" v="639" actId="478"/>
          <ac:spMkLst>
            <pc:docMk/>
            <pc:sldMk cId="0" sldId="355"/>
            <ac:spMk id="8" creationId="{00000000-0000-0000-0000-000000000000}"/>
          </ac:spMkLst>
        </pc:spChg>
        <pc:spChg chg="add del mod">
          <ac:chgData name="Nuber, Nathalie" userId="64826a5e-75fc-44e6-a073-417b106d7220" providerId="ADAL" clId="{2D240D19-45E2-4320-A1B7-FEF1D055401D}" dt="2026-09-21T12:05:57.938" v="1879" actId="478"/>
          <ac:spMkLst>
            <pc:docMk/>
            <pc:sldMk cId="0" sldId="355"/>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3" creationId="{00000000-0000-0000-0000-000000000000}"/>
          </ac:spMkLst>
        </pc:spChg>
        <pc:spChg chg="add del mod">
          <ac:chgData name="Nuber, Nathalie" userId="64826a5e-75fc-44e6-a073-417b106d7220" providerId="ADAL" clId="{2D240D19-45E2-4320-A1B7-FEF1D055401D}" dt="2026-09-21T12:05:55.336" v="1877" actId="478"/>
          <ac:spMkLst>
            <pc:docMk/>
            <pc:sldMk cId="0" sldId="355"/>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24"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01" creationId="{00000000-0000-0000-0000-000000000000}"/>
          </ac:spMkLst>
        </pc:spChg>
        <pc:spChg chg="mod">
          <ac:chgData name="Nuber, Nathalie" userId="64826a5e-75fc-44e6-a073-417b106d7220" providerId="ADAL" clId="{2D240D19-45E2-4320-A1B7-FEF1D055401D}" dt="2026-09-21T08:32:11.591" v="881" actId="20577"/>
          <ac:spMkLst>
            <pc:docMk/>
            <pc:sldMk cId="0" sldId="355"/>
            <ac:spMk id="604" creationId="{00000000-0000-0000-0000-000000000000}"/>
          </ac:spMkLst>
        </pc:spChg>
        <pc:spChg chg="mod">
          <ac:chgData name="Nuber, Nathalie" userId="64826a5e-75fc-44e6-a073-417b106d7220" providerId="ADAL" clId="{2D240D19-45E2-4320-A1B7-FEF1D055401D}" dt="2026-09-21T08:31:49.271" v="879" actId="20577"/>
          <ac:spMkLst>
            <pc:docMk/>
            <pc:sldMk cId="0" sldId="355"/>
            <ac:spMk id="605" creationId="{00000000-0000-0000-0000-000000000000}"/>
          </ac:spMkLst>
        </pc:spChg>
        <pc:spChg chg="mod">
          <ac:chgData name="Nuber, Nathalie" userId="64826a5e-75fc-44e6-a073-417b106d7220" providerId="ADAL" clId="{2D240D19-45E2-4320-A1B7-FEF1D055401D}" dt="2026-09-21T08:31:44.719" v="875" actId="20577"/>
          <ac:spMkLst>
            <pc:docMk/>
            <pc:sldMk cId="0" sldId="355"/>
            <ac:spMk id="606"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07" creationId="{00000000-0000-0000-0000-000000000000}"/>
          </ac:spMkLst>
        </pc:spChg>
        <pc:spChg chg="mod">
          <ac:chgData name="Nuber, Nathalie" userId="64826a5e-75fc-44e6-a073-417b106d7220" providerId="ADAL" clId="{2D240D19-45E2-4320-A1B7-FEF1D055401D}" dt="2026-09-20T15:55:39.621" v="183" actId="27636"/>
          <ac:spMkLst>
            <pc:docMk/>
            <pc:sldMk cId="0" sldId="355"/>
            <ac:spMk id="608" creationId="{00000000-0000-0000-0000-000000000000}"/>
          </ac:spMkLst>
        </pc:spChg>
        <pc:spChg chg="mod">
          <ac:chgData name="Nuber, Nathalie" userId="64826a5e-75fc-44e6-a073-417b106d7220" providerId="ADAL" clId="{2D240D19-45E2-4320-A1B7-FEF1D055401D}" dt="2026-09-21T08:31:40.774" v="871" actId="20577"/>
          <ac:spMkLst>
            <pc:docMk/>
            <pc:sldMk cId="0" sldId="355"/>
            <ac:spMk id="609" creationId="{00000000-0000-0000-0000-000000000000}"/>
          </ac:spMkLst>
        </pc:spChg>
        <pc:spChg chg="mod">
          <ac:chgData name="Nuber, Nathalie" userId="64826a5e-75fc-44e6-a073-417b106d7220" providerId="ADAL" clId="{2D240D19-45E2-4320-A1B7-FEF1D055401D}" dt="2026-09-21T08:31:34.424" v="869" actId="20577"/>
          <ac:spMkLst>
            <pc:docMk/>
            <pc:sldMk cId="0" sldId="355"/>
            <ac:spMk id="610" creationId="{00000000-0000-0000-0000-000000000000}"/>
          </ac:spMkLst>
        </pc:spChg>
        <pc:spChg chg="mod">
          <ac:chgData name="Nuber, Nathalie" userId="64826a5e-75fc-44e6-a073-417b106d7220" providerId="ADAL" clId="{2D240D19-45E2-4320-A1B7-FEF1D055401D}" dt="2026-09-21T08:31:27.655" v="867" actId="20577"/>
          <ac:spMkLst>
            <pc:docMk/>
            <pc:sldMk cId="0" sldId="355"/>
            <ac:spMk id="613" creationId="{00000000-0000-0000-0000-000000000000}"/>
          </ac:spMkLst>
        </pc:spChg>
        <pc:spChg chg="mod">
          <ac:chgData name="Nuber, Nathalie" userId="64826a5e-75fc-44e6-a073-417b106d7220" providerId="ADAL" clId="{2D240D19-45E2-4320-A1B7-FEF1D055401D}" dt="2026-09-21T08:30:50.230" v="859" actId="20577"/>
          <ac:spMkLst>
            <pc:docMk/>
            <pc:sldMk cId="0" sldId="355"/>
            <ac:spMk id="616" creationId="{00000000-0000-0000-0000-000000000000}"/>
          </ac:spMkLst>
        </pc:spChg>
        <pc:spChg chg="mod">
          <ac:chgData name="Nuber, Nathalie" userId="64826a5e-75fc-44e6-a073-417b106d7220" providerId="ADAL" clId="{2D240D19-45E2-4320-A1B7-FEF1D055401D}" dt="2026-09-21T08:10:44.988" v="800" actId="1076"/>
          <ac:spMkLst>
            <pc:docMk/>
            <pc:sldMk cId="0" sldId="355"/>
            <ac:spMk id="617" creationId="{00000000-0000-0000-0000-000000000000}"/>
          </ac:spMkLst>
        </pc:spChg>
        <pc:spChg chg="mod">
          <ac:chgData name="Nuber, Nathalie" userId="64826a5e-75fc-44e6-a073-417b106d7220" providerId="ADAL" clId="{2D240D19-45E2-4320-A1B7-FEF1D055401D}" dt="2026-09-21T08:31:00.136" v="861" actId="20577"/>
          <ac:spMkLst>
            <pc:docMk/>
            <pc:sldMk cId="0" sldId="355"/>
            <ac:spMk id="618" creationId="{00000000-0000-0000-0000-000000000000}"/>
          </ac:spMkLst>
        </pc:spChg>
        <pc:spChg chg="mod">
          <ac:chgData name="Nuber, Nathalie" userId="64826a5e-75fc-44e6-a073-417b106d7220" providerId="ADAL" clId="{2D240D19-45E2-4320-A1B7-FEF1D055401D}" dt="2026-09-21T08:10:53.152" v="802" actId="1076"/>
          <ac:spMkLst>
            <pc:docMk/>
            <pc:sldMk cId="0" sldId="355"/>
            <ac:spMk id="619" creationId="{00000000-0000-0000-0000-000000000000}"/>
          </ac:spMkLst>
        </pc:spChg>
        <pc:spChg chg="mod">
          <ac:chgData name="Nuber, Nathalie" userId="64826a5e-75fc-44e6-a073-417b106d7220" providerId="ADAL" clId="{2D240D19-45E2-4320-A1B7-FEF1D055401D}" dt="2026-09-21T08:31:14.743" v="863" actId="20577"/>
          <ac:spMkLst>
            <pc:docMk/>
            <pc:sldMk cId="0" sldId="355"/>
            <ac:spMk id="620"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21" creationId="{00000000-0000-0000-0000-000000000000}"/>
          </ac:spMkLst>
        </pc:spChg>
        <pc:spChg chg="del mod">
          <ac:chgData name="Nuber, Nathalie" userId="64826a5e-75fc-44e6-a073-417b106d7220" providerId="ADAL" clId="{2D240D19-45E2-4320-A1B7-FEF1D055401D}" dt="2026-09-21T08:03:38.323" v="674" actId="478"/>
          <ac:spMkLst>
            <pc:docMk/>
            <pc:sldMk cId="0" sldId="355"/>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5"/>
            <ac:spMk id="1011" creationId="{00000000-0000-0000-0000-000000000000}"/>
          </ac:spMkLst>
        </pc:spChg>
        <pc:spChg chg="mod">
          <ac:chgData name="Nuber, Nathalie" userId="64826a5e-75fc-44e6-a073-417b106d7220" providerId="ADAL" clId="{2D240D19-45E2-4320-A1B7-FEF1D055401D}" dt="2026-09-21T08:10:34.386" v="798" actId="20577"/>
          <ac:spMkLst>
            <pc:docMk/>
            <pc:sldMk cId="0" sldId="355"/>
            <ac:spMk id="1099" creationId="{00000000-0000-0000-0000-000000000000}"/>
          </ac:spMkLst>
        </pc:spChg>
      </pc:sldChg>
      <pc:sldChg chg="addSp delSp modSp add del mod ord modClrScheme chgLayout modNotes">
        <pc:chgData name="Nuber, Nathalie" userId="64826a5e-75fc-44e6-a073-417b106d7220" providerId="ADAL" clId="{2D240D19-45E2-4320-A1B7-FEF1D055401D}" dt="2026-09-21T08:14:43.015" v="816" actId="2696"/>
        <pc:sldMkLst>
          <pc:docMk/>
          <pc:sldMk cId="0" sldId="356"/>
        </pc:sldMkLst>
        <pc:spChg chg="add">
          <ac:chgData name="Nuber, Nathalie" userId="64826a5e-75fc-44e6-a073-417b106d7220" providerId="ADAL" clId="{2D240D19-45E2-4320-A1B7-FEF1D055401D}" dt="2026-09-21T08:02:05.792" v="646" actId="22"/>
          <ac:spMkLst>
            <pc:docMk/>
            <pc:sldMk cId="0" sldId="356"/>
            <ac:spMk id="3" creationId="{7E03BF46-58F6-69E7-1C35-D4C654059C9F}"/>
          </ac:spMkLst>
        </pc:spChg>
        <pc:spChg chg="add mod">
          <ac:chgData name="Nuber, Nathalie" userId="64826a5e-75fc-44e6-a073-417b106d7220" providerId="ADAL" clId="{2D240D19-45E2-4320-A1B7-FEF1D055401D}" dt="2026-09-21T08:03:56.590" v="681"/>
          <ac:spMkLst>
            <pc:docMk/>
            <pc:sldMk cId="0" sldId="356"/>
            <ac:spMk id="4" creationId="{D6BA6FE8-7C97-DC28-8783-C9F0FF6CAAB0}"/>
          </ac:spMkLst>
        </pc:spChg>
        <pc:spChg chg="del">
          <ac:chgData name="Nuber, Nathalie" userId="64826a5e-75fc-44e6-a073-417b106d7220" providerId="ADAL" clId="{2D240D19-45E2-4320-A1B7-FEF1D055401D}" dt="2026-09-21T08:02:04.802" v="645" actId="478"/>
          <ac:spMkLst>
            <pc:docMk/>
            <pc:sldMk cId="0" sldId="356"/>
            <ac:spMk id="8"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4"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5"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6"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8"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9"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0"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1"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2"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3"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850" creationId="{00000000-0000-0000-0000-000000000000}"/>
          </ac:spMkLst>
        </pc:spChg>
        <pc:spChg chg="del">
          <ac:chgData name="Nuber, Nathalie" userId="64826a5e-75fc-44e6-a073-417b106d7220" providerId="ADAL" clId="{2D240D19-45E2-4320-A1B7-FEF1D055401D}" dt="2026-09-21T08:03:55.600" v="680" actId="478"/>
          <ac:spMkLst>
            <pc:docMk/>
            <pc:sldMk cId="0" sldId="356"/>
            <ac:spMk id="1010"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2T07:35:52.678" v="4314" actId="26606"/>
        <pc:sldMkLst>
          <pc:docMk/>
          <pc:sldMk cId="0" sldId="357"/>
        </pc:sldMkLst>
        <pc:spChg chg="add">
          <ac:chgData name="Nuber, Nathalie" userId="64826a5e-75fc-44e6-a073-417b106d7220" providerId="ADAL" clId="{2D240D19-45E2-4320-A1B7-FEF1D055401D}" dt="2026-09-21T08:02:00.125" v="644" actId="22"/>
          <ac:spMkLst>
            <pc:docMk/>
            <pc:sldMk cId="0" sldId="357"/>
            <ac:spMk id="3" creationId="{12965CC0-C432-28E4-D1AE-68FCBB90FE38}"/>
          </ac:spMkLst>
        </pc:spChg>
        <pc:spChg chg="add mod">
          <ac:chgData name="Nuber, Nathalie" userId="64826a5e-75fc-44e6-a073-417b106d7220" providerId="ADAL" clId="{2D240D19-45E2-4320-A1B7-FEF1D055401D}" dt="2026-09-21T08:03:50.582" v="679"/>
          <ac:spMkLst>
            <pc:docMk/>
            <pc:sldMk cId="0" sldId="357"/>
            <ac:spMk id="4" creationId="{235596D8-9868-2783-3B61-FB46B2D770F5}"/>
          </ac:spMkLst>
        </pc:spChg>
        <pc:spChg chg="add">
          <ac:chgData name="Nuber, Nathalie" userId="64826a5e-75fc-44e6-a073-417b106d7220" providerId="ADAL" clId="{2D240D19-45E2-4320-A1B7-FEF1D055401D}" dt="2026-09-21T12:06:13.810" v="1886" actId="22"/>
          <ac:spMkLst>
            <pc:docMk/>
            <pc:sldMk cId="0" sldId="357"/>
            <ac:spMk id="5" creationId="{4A584C8E-935D-1EC1-419D-271F27905CA5}"/>
          </ac:spMkLst>
        </pc:spChg>
        <pc:spChg chg="del">
          <ac:chgData name="Nuber, Nathalie" userId="64826a5e-75fc-44e6-a073-417b106d7220" providerId="ADAL" clId="{2D240D19-45E2-4320-A1B7-FEF1D055401D}" dt="2026-09-21T08:01:59.121" v="643" actId="478"/>
          <ac:spMkLst>
            <pc:docMk/>
            <pc:sldMk cId="0" sldId="357"/>
            <ac:spMk id="8" creationId="{00000000-0000-0000-0000-000000000000}"/>
          </ac:spMkLst>
        </pc:spChg>
        <pc:spChg chg="add del">
          <ac:chgData name="Nuber, Nathalie" userId="64826a5e-75fc-44e6-a073-417b106d7220" providerId="ADAL" clId="{2D240D19-45E2-4320-A1B7-FEF1D055401D}" dt="2026-09-21T12:06:12.967" v="1885" actId="478"/>
          <ac:spMkLst>
            <pc:docMk/>
            <pc:sldMk cId="0" sldId="357"/>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10" creationId="{00000000-0000-0000-0000-000000000000}"/>
          </ac:spMkLst>
        </pc:spChg>
        <pc:spChg chg="add">
          <ac:chgData name="Nuber, Nathalie" userId="64826a5e-75fc-44e6-a073-417b106d7220" providerId="ADAL" clId="{2D240D19-45E2-4320-A1B7-FEF1D055401D}" dt="2026-09-20T17:14:23.387" v="226" actId="26606"/>
          <ac:spMkLst>
            <pc:docMk/>
            <pc:sldMk cId="0" sldId="357"/>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13" creationId="{00000000-0000-0000-0000-000000000000}"/>
          </ac:spMkLst>
        </pc:spChg>
        <pc:spChg chg="del mod">
          <ac:chgData name="Nuber, Nathalie" userId="64826a5e-75fc-44e6-a073-417b106d7220" providerId="ADAL" clId="{2D240D19-45E2-4320-A1B7-FEF1D055401D}" dt="2026-09-21T12:06:11.588" v="1884" actId="478"/>
          <ac:spMkLst>
            <pc:docMk/>
            <pc:sldMk cId="0" sldId="357"/>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18" creationId="{00000000-0000-0000-0000-000000000000}"/>
          </ac:spMkLst>
        </pc:spChg>
        <pc:spChg chg="add">
          <ac:chgData name="Nuber, Nathalie" userId="64826a5e-75fc-44e6-a073-417b106d7220" providerId="ADAL" clId="{2D240D19-45E2-4320-A1B7-FEF1D055401D}" dt="2026-09-20T17:14:23.387" v="226" actId="26606"/>
          <ac:spMkLst>
            <pc:docMk/>
            <pc:sldMk cId="0" sldId="357"/>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24"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6"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7"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8"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50"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51" creationId="{00000000-0000-0000-0000-000000000000}"/>
          </ac:spMkLst>
        </pc:spChg>
        <pc:spChg chg="mod">
          <ac:chgData name="Nuber, Nathalie" userId="64826a5e-75fc-44e6-a073-417b106d7220" providerId="ADAL" clId="{2D240D19-45E2-4320-A1B7-FEF1D055401D}" dt="2026-09-20T17:41:01.517" v="335" actId="27636"/>
          <ac:spMkLst>
            <pc:docMk/>
            <pc:sldMk cId="0" sldId="357"/>
            <ac:spMk id="470" creationId="{00000000-0000-0000-0000-000000000000}"/>
          </ac:spMkLst>
        </pc:spChg>
        <pc:spChg chg="mod">
          <ac:chgData name="Nuber, Nathalie" userId="64826a5e-75fc-44e6-a073-417b106d7220" providerId="ADAL" clId="{2D240D19-45E2-4320-A1B7-FEF1D055401D}" dt="2026-09-20T17:41:01.520" v="336" actId="27636"/>
          <ac:spMkLst>
            <pc:docMk/>
            <pc:sldMk cId="0" sldId="357"/>
            <ac:spMk id="471" creationId="{00000000-0000-0000-0000-000000000000}"/>
          </ac:spMkLst>
        </pc:spChg>
        <pc:spChg chg="mod">
          <ac:chgData name="Nuber, Nathalie" userId="64826a5e-75fc-44e6-a073-417b106d7220" providerId="ADAL" clId="{2D240D19-45E2-4320-A1B7-FEF1D055401D}" dt="2026-09-20T17:41:01.535" v="338" actId="27636"/>
          <ac:spMkLst>
            <pc:docMk/>
            <pc:sldMk cId="0" sldId="357"/>
            <ac:spMk id="472" creationId="{00000000-0000-0000-0000-000000000000}"/>
          </ac:spMkLst>
        </pc:spChg>
        <pc:spChg chg="mod">
          <ac:chgData name="Nuber, Nathalie" userId="64826a5e-75fc-44e6-a073-417b106d7220" providerId="ADAL" clId="{2D240D19-45E2-4320-A1B7-FEF1D055401D}" dt="2026-09-20T17:41:01.526" v="337" actId="27636"/>
          <ac:spMkLst>
            <pc:docMk/>
            <pc:sldMk cId="0" sldId="357"/>
            <ac:spMk id="482"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90" creationId="{00000000-0000-0000-0000-000000000000}"/>
          </ac:spMkLst>
        </pc:spChg>
        <pc:spChg chg="del">
          <ac:chgData name="Nuber, Nathalie" userId="64826a5e-75fc-44e6-a073-417b106d7220" providerId="ADAL" clId="{2D240D19-45E2-4320-A1B7-FEF1D055401D}" dt="2026-09-21T08:03:49.555" v="678" actId="478"/>
          <ac:spMkLst>
            <pc:docMk/>
            <pc:sldMk cId="0" sldId="357"/>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7"/>
            <ac:spMk id="1012" creationId="{00000000-0000-0000-0000-000000000000}"/>
          </ac:spMkLst>
        </pc:spChg>
        <pc:spChg chg="mod">
          <ac:chgData name="Nuber, Nathalie" userId="64826a5e-75fc-44e6-a073-417b106d7220" providerId="ADAL" clId="{2D240D19-45E2-4320-A1B7-FEF1D055401D}" dt="2026-09-20T17:14:23.387" v="226" actId="26606"/>
          <ac:spMkLst>
            <pc:docMk/>
            <pc:sldMk cId="0" sldId="357"/>
            <ac:spMk id="1014" creationId="{00000000-0000-0000-0000-000000000000}"/>
          </ac:spMkLst>
        </pc:spChg>
      </pc:sldChg>
      <pc:sldChg chg="addSp delSp modSp add mod modClrScheme delAnim chgLayout modNotes modNotesTx">
        <pc:chgData name="Nuber, Nathalie" userId="64826a5e-75fc-44e6-a073-417b106d7220" providerId="ADAL" clId="{2D240D19-45E2-4320-A1B7-FEF1D055401D}" dt="2026-09-22T07:35:52.678" v="4314" actId="26606"/>
        <pc:sldMkLst>
          <pc:docMk/>
          <pc:sldMk cId="0" sldId="358"/>
        </pc:sldMkLst>
        <pc:spChg chg="add">
          <ac:chgData name="Nuber, Nathalie" userId="64826a5e-75fc-44e6-a073-417b106d7220" providerId="ADAL" clId="{2D240D19-45E2-4320-A1B7-FEF1D055401D}" dt="2026-09-21T08:02:13.101" v="649" actId="22"/>
          <ac:spMkLst>
            <pc:docMk/>
            <pc:sldMk cId="0" sldId="358"/>
            <ac:spMk id="3" creationId="{33F9A1C7-D3D4-88E0-F5CB-838B35B58569}"/>
          </ac:spMkLst>
        </pc:spChg>
        <pc:spChg chg="add mod">
          <ac:chgData name="Nuber, Nathalie" userId="64826a5e-75fc-44e6-a073-417b106d7220" providerId="ADAL" clId="{2D240D19-45E2-4320-A1B7-FEF1D055401D}" dt="2026-09-21T08:04:03.542" v="683"/>
          <ac:spMkLst>
            <pc:docMk/>
            <pc:sldMk cId="0" sldId="358"/>
            <ac:spMk id="4" creationId="{F6BD42A2-3851-2898-EA19-FD915E9C04B8}"/>
          </ac:spMkLst>
        </pc:spChg>
        <pc:spChg chg="add">
          <ac:chgData name="Nuber, Nathalie" userId="64826a5e-75fc-44e6-a073-417b106d7220" providerId="ADAL" clId="{2D240D19-45E2-4320-A1B7-FEF1D055401D}" dt="2026-09-21T12:06:25.107" v="1889" actId="22"/>
          <ac:spMkLst>
            <pc:docMk/>
            <pc:sldMk cId="0" sldId="358"/>
            <ac:spMk id="5" creationId="{C316427F-50C0-AC8E-53EB-92DE67CF81E2}"/>
          </ac:spMkLst>
        </pc:spChg>
        <pc:spChg chg="del mod">
          <ac:chgData name="Nuber, Nathalie" userId="64826a5e-75fc-44e6-a073-417b106d7220" providerId="ADAL" clId="{2D240D19-45E2-4320-A1B7-FEF1D055401D}" dt="2026-09-21T08:02:12.227" v="648" actId="478"/>
          <ac:spMkLst>
            <pc:docMk/>
            <pc:sldMk cId="0" sldId="358"/>
            <ac:spMk id="8" creationId="{00000000-0000-0000-0000-000000000000}"/>
          </ac:spMkLst>
        </pc:spChg>
        <pc:spChg chg="mod">
          <ac:chgData name="Nuber, Nathalie" userId="64826a5e-75fc-44e6-a073-417b106d7220" providerId="ADAL" clId="{2D240D19-45E2-4320-A1B7-FEF1D055401D}" dt="2026-09-21T08:13:17.970" v="810" actId="27636"/>
          <ac:spMkLst>
            <pc:docMk/>
            <pc:sldMk cId="0" sldId="358"/>
            <ac:spMk id="101" creationId="{00000000-0000-0000-0000-000000000000}"/>
          </ac:spMkLst>
        </pc:spChg>
        <pc:spChg chg="mod">
          <ac:chgData name="Nuber, Nathalie" userId="64826a5e-75fc-44e6-a073-417b106d7220" providerId="ADAL" clId="{2D240D19-45E2-4320-A1B7-FEF1D055401D}" dt="2026-09-21T08:13:26.095" v="814" actId="20577"/>
          <ac:spMkLst>
            <pc:docMk/>
            <pc:sldMk cId="0" sldId="358"/>
            <ac:spMk id="102" creationId="{00000000-0000-0000-0000-000000000000}"/>
          </ac:spMkLst>
        </pc:spChg>
        <pc:spChg chg="mod">
          <ac:chgData name="Nuber, Nathalie" userId="64826a5e-75fc-44e6-a073-417b106d7220" providerId="ADAL" clId="{2D240D19-45E2-4320-A1B7-FEF1D055401D}" dt="2026-09-20T17:42:46.538" v="349" actId="26606"/>
          <ac:spMkLst>
            <pc:docMk/>
            <pc:sldMk cId="0" sldId="358"/>
            <ac:spMk id="103" creationId="{00000000-0000-0000-0000-000000000000}"/>
          </ac:spMkLst>
        </pc:spChg>
        <pc:spChg chg="del mod">
          <ac:chgData name="Nuber, Nathalie" userId="64826a5e-75fc-44e6-a073-417b106d7220" providerId="ADAL" clId="{2D240D19-45E2-4320-A1B7-FEF1D055401D}" dt="2026-09-21T08:13:52.229" v="815" actId="478"/>
          <ac:spMkLst>
            <pc:docMk/>
            <pc:sldMk cId="0" sldId="358"/>
            <ac:spMk id="150" creationId="{00000000-0000-0000-0000-000000000000}"/>
          </ac:spMkLst>
        </pc:spChg>
        <pc:spChg chg="del">
          <ac:chgData name="Nuber, Nathalie" userId="64826a5e-75fc-44e6-a073-417b106d7220" providerId="ADAL" clId="{2D240D19-45E2-4320-A1B7-FEF1D055401D}" dt="2026-09-21T12:06:24.051" v="1888" actId="478"/>
          <ac:spMkLst>
            <pc:docMk/>
            <pc:sldMk cId="0" sldId="358"/>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58"/>
            <ac:spMk id="213" creationId="{00000000-0000-0000-0000-000000000000}"/>
          </ac:spMkLst>
        </pc:spChg>
        <pc:spChg chg="del">
          <ac:chgData name="Nuber, Nathalie" userId="64826a5e-75fc-44e6-a073-417b106d7220" providerId="ADAL" clId="{2D240D19-45E2-4320-A1B7-FEF1D055401D}" dt="2026-09-21T12:06:23.111" v="1887" actId="478"/>
          <ac:spMkLst>
            <pc:docMk/>
            <pc:sldMk cId="0" sldId="358"/>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6" creationId="{00000000-0000-0000-0000-000000000000}"/>
          </ac:spMkLst>
        </pc:spChg>
        <pc:spChg chg="add">
          <ac:chgData name="Nuber, Nathalie" userId="64826a5e-75fc-44e6-a073-417b106d7220" providerId="ADAL" clId="{2D240D19-45E2-4320-A1B7-FEF1D055401D}" dt="2026-09-20T17:14:23.387" v="226" actId="26606"/>
          <ac:spMkLst>
            <pc:docMk/>
            <pc:sldMk cId="0" sldId="358"/>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8"/>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24" creationId="{00000000-0000-0000-0000-000000000000}"/>
          </ac:spMkLst>
        </pc:spChg>
        <pc:spChg chg="del mod">
          <ac:chgData name="Nuber, Nathalie" userId="64826a5e-75fc-44e6-a073-417b106d7220" providerId="ADAL" clId="{2D240D19-45E2-4320-A1B7-FEF1D055401D}" dt="2026-09-21T08:04:02.551" v="682" actId="478"/>
          <ac:spMkLst>
            <pc:docMk/>
            <pc:sldMk cId="0" sldId="358"/>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8"/>
            <ac:spMk id="1014" creationId="{00000000-0000-0000-0000-000000000000}"/>
          </ac:spMkLst>
        </pc:spChg>
        <pc:spChg chg="mod">
          <ac:chgData name="Nuber, Nathalie" userId="64826a5e-75fc-44e6-a073-417b106d7220" providerId="ADAL" clId="{2D240D19-45E2-4320-A1B7-FEF1D055401D}" dt="2026-09-21T09:27:35.049" v="1467" actId="20577"/>
          <ac:spMkLst>
            <pc:docMk/>
            <pc:sldMk cId="0" sldId="358"/>
            <ac:spMk id="1099"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2T08:23:18.409" v="4493" actId="20577"/>
        <pc:sldMkLst>
          <pc:docMk/>
          <pc:sldMk cId="0" sldId="359"/>
        </pc:sldMkLst>
        <pc:spChg chg="add del">
          <ac:chgData name="Nuber, Nathalie" userId="64826a5e-75fc-44e6-a073-417b106d7220" providerId="ADAL" clId="{2D240D19-45E2-4320-A1B7-FEF1D055401D}" dt="2026-09-21T12:06:29.396" v="1891" actId="478"/>
          <ac:spMkLst>
            <pc:docMk/>
            <pc:sldMk cId="0" sldId="359"/>
            <ac:spMk id="2"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3" creationId="{00000000-0000-0000-0000-000000000000}"/>
          </ac:spMkLst>
        </pc:spChg>
        <pc:spChg chg="add">
          <ac:chgData name="Nuber, Nathalie" userId="64826a5e-75fc-44e6-a073-417b106d7220" providerId="ADAL" clId="{2D240D19-45E2-4320-A1B7-FEF1D055401D}" dt="2026-09-21T08:02:18.879" v="651" actId="22"/>
          <ac:spMkLst>
            <pc:docMk/>
            <pc:sldMk cId="0" sldId="359"/>
            <ac:spMk id="6" creationId="{D304DE52-5049-B046-F32A-E24C48A54FBA}"/>
          </ac:spMkLst>
        </pc:spChg>
        <pc:spChg chg="add mod">
          <ac:chgData name="Nuber, Nathalie" userId="64826a5e-75fc-44e6-a073-417b106d7220" providerId="ADAL" clId="{2D240D19-45E2-4320-A1B7-FEF1D055401D}" dt="2026-09-21T08:04:08.809" v="685"/>
          <ac:spMkLst>
            <pc:docMk/>
            <pc:sldMk cId="0" sldId="359"/>
            <ac:spMk id="7" creationId="{423D4B74-E149-B548-E07D-1417F52A174C}"/>
          </ac:spMkLst>
        </pc:spChg>
        <pc:spChg chg="del">
          <ac:chgData name="Nuber, Nathalie" userId="64826a5e-75fc-44e6-a073-417b106d7220" providerId="ADAL" clId="{2D240D19-45E2-4320-A1B7-FEF1D055401D}" dt="2026-09-21T08:02:17.873" v="650" actId="478"/>
          <ac:spMkLst>
            <pc:docMk/>
            <pc:sldMk cId="0" sldId="359"/>
            <ac:spMk id="8" creationId="{00000000-0000-0000-0000-000000000000}"/>
          </ac:spMkLst>
        </pc:spChg>
        <pc:spChg chg="add">
          <ac:chgData name="Nuber, Nathalie" userId="64826a5e-75fc-44e6-a073-417b106d7220" providerId="ADAL" clId="{2D240D19-45E2-4320-A1B7-FEF1D055401D}" dt="2026-09-21T12:06:30.289" v="1892" actId="22"/>
          <ac:spMkLst>
            <pc:docMk/>
            <pc:sldMk cId="0" sldId="359"/>
            <ac:spMk id="8" creationId="{D271F2E6-9DF2-9C6F-993E-C6B3558D38CF}"/>
          </ac:spMkLst>
        </pc:spChg>
        <pc:spChg chg="mod">
          <ac:chgData name="Nuber, Nathalie" userId="64826a5e-75fc-44e6-a073-417b106d7220" providerId="ADAL" clId="{2D240D19-45E2-4320-A1B7-FEF1D055401D}" dt="2026-09-20T17:51:46" v="374" actId="26606"/>
          <ac:spMkLst>
            <pc:docMk/>
            <pc:sldMk cId="0" sldId="359"/>
            <ac:spMk id="213" creationId="{00000000-0000-0000-0000-000000000000}"/>
          </ac:spMkLst>
        </pc:spChg>
        <pc:spChg chg="add del mod">
          <ac:chgData name="Nuber, Nathalie" userId="64826a5e-75fc-44e6-a073-417b106d7220" providerId="ADAL" clId="{2D240D19-45E2-4320-A1B7-FEF1D055401D}" dt="2026-09-21T12:06:28.355" v="1890" actId="478"/>
          <ac:spMkLst>
            <pc:docMk/>
            <pc:sldMk cId="0" sldId="359"/>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6"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9"/>
            <ac:spMk id="224" creationId="{00000000-0000-0000-0000-000000000000}"/>
          </ac:spMkLst>
        </pc:spChg>
        <pc:spChg chg="mod">
          <ac:chgData name="Nuber, Nathalie" userId="64826a5e-75fc-44e6-a073-417b106d7220" providerId="ADAL" clId="{2D240D19-45E2-4320-A1B7-FEF1D055401D}" dt="2026-09-20T17:46:47.907" v="357" actId="27636"/>
          <ac:spMkLst>
            <pc:docMk/>
            <pc:sldMk cId="0" sldId="359"/>
            <ac:spMk id="522" creationId="{00000000-0000-0000-0000-000000000000}"/>
          </ac:spMkLst>
        </pc:spChg>
        <pc:spChg chg="mod">
          <ac:chgData name="Nuber, Nathalie" userId="64826a5e-75fc-44e6-a073-417b106d7220" providerId="ADAL" clId="{2D240D19-45E2-4320-A1B7-FEF1D055401D}" dt="2026-09-20T17:46:47.901" v="355" actId="27636"/>
          <ac:spMkLst>
            <pc:docMk/>
            <pc:sldMk cId="0" sldId="359"/>
            <ac:spMk id="523" creationId="{00000000-0000-0000-0000-000000000000}"/>
          </ac:spMkLst>
        </pc:spChg>
        <pc:spChg chg="mod">
          <ac:chgData name="Nuber, Nathalie" userId="64826a5e-75fc-44e6-a073-417b106d7220" providerId="ADAL" clId="{2D240D19-45E2-4320-A1B7-FEF1D055401D}" dt="2026-09-21T09:29:58.180" v="1479" actId="20577"/>
          <ac:spMkLst>
            <pc:docMk/>
            <pc:sldMk cId="0" sldId="359"/>
            <ac:spMk id="533" creationId="{00000000-0000-0000-0000-000000000000}"/>
          </ac:spMkLst>
        </pc:spChg>
        <pc:spChg chg="del mod">
          <ac:chgData name="Nuber, Nathalie" userId="64826a5e-75fc-44e6-a073-417b106d7220" providerId="ADAL" clId="{2D240D19-45E2-4320-A1B7-FEF1D055401D}" dt="2026-09-21T09:05:39.860" v="1445" actId="478"/>
          <ac:spMkLst>
            <pc:docMk/>
            <pc:sldMk cId="0" sldId="359"/>
            <ac:spMk id="560" creationId="{00000000-0000-0000-0000-000000000000}"/>
          </ac:spMkLst>
        </pc:spChg>
        <pc:spChg chg="del mod">
          <ac:chgData name="Nuber, Nathalie" userId="64826a5e-75fc-44e6-a073-417b106d7220" providerId="ADAL" clId="{2D240D19-45E2-4320-A1B7-FEF1D055401D}" dt="2026-09-21T08:04:07.825" v="684" actId="478"/>
          <ac:spMkLst>
            <pc:docMk/>
            <pc:sldMk cId="0" sldId="359"/>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9"/>
            <ac:spMk id="1011" creationId="{00000000-0000-0000-0000-000000000000}"/>
          </ac:spMkLst>
        </pc:spChg>
        <pc:spChg chg="mod">
          <ac:chgData name="Nuber, Nathalie" userId="64826a5e-75fc-44e6-a073-417b106d7220" providerId="ADAL" clId="{2D240D19-45E2-4320-A1B7-FEF1D055401D}" dt="2026-09-21T08:33:38.810" v="921" actId="6549"/>
          <ac:spMkLst>
            <pc:docMk/>
            <pc:sldMk cId="0" sldId="359"/>
            <ac:spMk id="1099" creationId="{00000000-0000-0000-0000-000000000000}"/>
          </ac:spMkLst>
        </pc:spChg>
      </pc:sldChg>
      <pc:sldChg chg="addSp delSp modSp add mod modClrScheme chgLayout modNotes modNotesTx">
        <pc:chgData name="Nuber, Nathalie" userId="64826a5e-75fc-44e6-a073-417b106d7220" providerId="ADAL" clId="{2D240D19-45E2-4320-A1B7-FEF1D055401D}" dt="2026-09-22T07:35:52.678" v="4314" actId="26606"/>
        <pc:sldMkLst>
          <pc:docMk/>
          <pc:sldMk cId="0" sldId="360"/>
        </pc:sldMkLst>
        <pc:spChg chg="del mod">
          <ac:chgData name="Nuber, Nathalie" userId="64826a5e-75fc-44e6-a073-417b106d7220" providerId="ADAL" clId="{2D240D19-45E2-4320-A1B7-FEF1D055401D}" dt="2026-09-21T09:10:44.036" v="1456" actId="478"/>
          <ac:spMkLst>
            <pc:docMk/>
            <pc:sldMk cId="0" sldId="360"/>
            <ac:spMk id="2" creationId="{00000000-0000-0000-0000-000000000000}"/>
          </ac:spMkLst>
        </pc:spChg>
        <pc:spChg chg="add mod">
          <ac:chgData name="Nuber, Nathalie" userId="64826a5e-75fc-44e6-a073-417b106d7220" providerId="ADAL" clId="{2D240D19-45E2-4320-A1B7-FEF1D055401D}" dt="2026-09-21T09:06:25.588" v="1447"/>
          <ac:spMkLst>
            <pc:docMk/>
            <pc:sldMk cId="0" sldId="360"/>
            <ac:spMk id="3" creationId="{1133B5E1-8FE6-75A2-6479-91B041A0580A}"/>
          </ac:spMkLst>
        </pc:spChg>
        <pc:spChg chg="add mod">
          <ac:chgData name="Nuber, Nathalie" userId="64826a5e-75fc-44e6-a073-417b106d7220" providerId="ADAL" clId="{2D240D19-45E2-4320-A1B7-FEF1D055401D}" dt="2026-09-21T09:10:41.121" v="1455" actId="1076"/>
          <ac:spMkLst>
            <pc:docMk/>
            <pc:sldMk cId="0" sldId="360"/>
            <ac:spMk id="4" creationId="{913E86FC-5583-37C2-2F92-9F2EA352BD51}"/>
          </ac:spMkLst>
        </pc:spChg>
      </pc:sldChg>
      <pc:sldChg chg="addSp delSp modSp add del mod delAnim modAnim modNotes modNotesTx">
        <pc:chgData name="Nuber, Nathalie" userId="64826a5e-75fc-44e6-a073-417b106d7220" providerId="ADAL" clId="{2D240D19-45E2-4320-A1B7-FEF1D055401D}" dt="2026-09-22T08:12:54.043" v="4485" actId="20577"/>
        <pc:sldMkLst>
          <pc:docMk/>
          <pc:sldMk cId="0" sldId="361"/>
        </pc:sldMkLst>
        <pc:spChg chg="mod">
          <ac:chgData name="Nuber, Nathalie" userId="64826a5e-75fc-44e6-a073-417b106d7220" providerId="ADAL" clId="{2D240D19-45E2-4320-A1B7-FEF1D055401D}" dt="2026-09-22T07:35:52.678" v="4314" actId="26606"/>
          <ac:spMkLst>
            <pc:docMk/>
            <pc:sldMk cId="0" sldId="361"/>
            <ac:spMk id="4" creationId="{00000000-0000-0000-0000-000000000000}"/>
          </ac:spMkLst>
        </pc:spChg>
        <pc:spChg chg="add">
          <ac:chgData name="Nuber, Nathalie" userId="64826a5e-75fc-44e6-a073-417b106d7220" providerId="ADAL" clId="{2D240D19-45E2-4320-A1B7-FEF1D055401D}" dt="2026-09-21T08:01:21.332" v="632" actId="22"/>
          <ac:spMkLst>
            <pc:docMk/>
            <pc:sldMk cId="0" sldId="361"/>
            <ac:spMk id="7" creationId="{52E32009-E20A-0F78-B634-D371F23CE061}"/>
          </ac:spMkLst>
        </pc:spChg>
        <pc:spChg chg="del">
          <ac:chgData name="Nuber, Nathalie" userId="64826a5e-75fc-44e6-a073-417b106d7220" providerId="ADAL" clId="{2D240D19-45E2-4320-A1B7-FEF1D055401D}" dt="2026-09-21T08:01:20.276" v="631" actId="478"/>
          <ac:spMkLst>
            <pc:docMk/>
            <pc:sldMk cId="0" sldId="361"/>
            <ac:spMk id="8" creationId="{00000000-0000-0000-0000-000000000000}"/>
          </ac:spMkLst>
        </pc:spChg>
        <pc:spChg chg="add">
          <ac:chgData name="Nuber, Nathalie" userId="64826a5e-75fc-44e6-a073-417b106d7220" providerId="ADAL" clId="{2D240D19-45E2-4320-A1B7-FEF1D055401D}" dt="2026-09-21T12:06:54.743" v="1899" actId="22"/>
          <ac:spMkLst>
            <pc:docMk/>
            <pc:sldMk cId="0" sldId="361"/>
            <ac:spMk id="8" creationId="{57B3068A-7569-E671-1D64-4B6603B4EFAF}"/>
          </ac:spMkLst>
        </pc:spChg>
        <pc:spChg chg="add mod">
          <ac:chgData name="Nuber, Nathalie" userId="64826a5e-75fc-44e6-a073-417b106d7220" providerId="ADAL" clId="{2D240D19-45E2-4320-A1B7-FEF1D055401D}" dt="2026-09-21T08:03:17.265" v="667"/>
          <ac:spMkLst>
            <pc:docMk/>
            <pc:sldMk cId="0" sldId="361"/>
            <ac:spMk id="9" creationId="{FAE4CEE4-96A8-0D2E-748D-AD49445EDB2F}"/>
          </ac:spMkLst>
        </pc:spChg>
        <pc:spChg chg="del mod">
          <ac:chgData name="Nuber, Nathalie" userId="64826a5e-75fc-44e6-a073-417b106d7220" providerId="ADAL" clId="{2D240D19-45E2-4320-A1B7-FEF1D055401D}" dt="2026-09-21T12:06:53.586" v="1898" actId="478"/>
          <ac:spMkLst>
            <pc:docMk/>
            <pc:sldMk cId="0" sldId="361"/>
            <ac:spMk id="200" creationId="{00000000-0000-0000-0000-000000000000}"/>
          </ac:spMkLst>
        </pc:spChg>
        <pc:spChg chg="mod">
          <ac:chgData name="Nuber, Nathalie" userId="64826a5e-75fc-44e6-a073-417b106d7220" providerId="ADAL" clId="{2D240D19-45E2-4320-A1B7-FEF1D055401D}" dt="2026-09-21T11:33:14.605" v="1846" actId="1076"/>
          <ac:spMkLst>
            <pc:docMk/>
            <pc:sldMk cId="0" sldId="361"/>
            <ac:spMk id="215" creationId="{00000000-0000-0000-0000-000000000000}"/>
          </ac:spMkLst>
        </pc:spChg>
        <pc:spChg chg="del">
          <ac:chgData name="Nuber, Nathalie" userId="64826a5e-75fc-44e6-a073-417b106d7220" providerId="ADAL" clId="{2D240D19-45E2-4320-A1B7-FEF1D055401D}" dt="2026-09-21T12:06:52.727" v="1896" actId="478"/>
          <ac:spMkLst>
            <pc:docMk/>
            <pc:sldMk cId="0" sldId="361"/>
            <ac:spMk id="218"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40" creationId="{00000000-0000-0000-0000-000000000000}"/>
          </ac:spMkLst>
        </pc:spChg>
        <pc:spChg chg="mod">
          <ac:chgData name="Nuber, Nathalie" userId="64826a5e-75fc-44e6-a073-417b106d7220" providerId="ADAL" clId="{2D240D19-45E2-4320-A1B7-FEF1D055401D}" dt="2026-09-21T11:50:37.524" v="1855" actId="27107"/>
          <ac:spMkLst>
            <pc:docMk/>
            <pc:sldMk cId="0" sldId="361"/>
            <ac:spMk id="241"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42"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44"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45"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60"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261" creationId="{00000000-0000-0000-0000-000000000000}"/>
          </ac:spMkLst>
        </pc:spChg>
        <pc:spChg chg="mod">
          <ac:chgData name="Nuber, Nathalie" userId="64826a5e-75fc-44e6-a073-417b106d7220" providerId="ADAL" clId="{2D240D19-45E2-4320-A1B7-FEF1D055401D}" dt="2026-09-22T07:36:03.473" v="4315" actId="14100"/>
          <ac:spMkLst>
            <pc:docMk/>
            <pc:sldMk cId="0" sldId="361"/>
            <ac:spMk id="300"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301" creationId="{00000000-0000-0000-0000-000000000000}"/>
          </ac:spMkLst>
        </pc:spChg>
        <pc:spChg chg="mod">
          <ac:chgData name="Nuber, Nathalie" userId="64826a5e-75fc-44e6-a073-417b106d7220" providerId="ADAL" clId="{2D240D19-45E2-4320-A1B7-FEF1D055401D}" dt="2026-09-22T07:35:52.678" v="4314" actId="26606"/>
          <ac:spMkLst>
            <pc:docMk/>
            <pc:sldMk cId="0" sldId="361"/>
            <ac:spMk id="312" creationId="{00000000-0000-0000-0000-000000000000}"/>
          </ac:spMkLst>
        </pc:spChg>
        <pc:spChg chg="del">
          <ac:chgData name="Nuber, Nathalie" userId="64826a5e-75fc-44e6-a073-417b106d7220" providerId="ADAL" clId="{2D240D19-45E2-4320-A1B7-FEF1D055401D}" dt="2026-09-21T11:32:45.794" v="1840" actId="478"/>
          <ac:spMkLst>
            <pc:docMk/>
            <pc:sldMk cId="0" sldId="361"/>
            <ac:spMk id="400" creationId="{00000000-0000-0000-0000-000000000000}"/>
          </ac:spMkLst>
        </pc:spChg>
        <pc:spChg chg="del">
          <ac:chgData name="Nuber, Nathalie" userId="64826a5e-75fc-44e6-a073-417b106d7220" providerId="ADAL" clId="{2D240D19-45E2-4320-A1B7-FEF1D055401D}" dt="2026-09-21T11:32:44.185" v="1839" actId="478"/>
          <ac:spMkLst>
            <pc:docMk/>
            <pc:sldMk cId="0" sldId="361"/>
            <ac:spMk id="401" creationId="{00000000-0000-0000-0000-000000000000}"/>
          </ac:spMkLst>
        </pc:spChg>
        <pc:spChg chg="del">
          <ac:chgData name="Nuber, Nathalie" userId="64826a5e-75fc-44e6-a073-417b106d7220" providerId="ADAL" clId="{2D240D19-45E2-4320-A1B7-FEF1D055401D}" dt="2026-09-21T11:32:41.855" v="1838" actId="478"/>
          <ac:spMkLst>
            <pc:docMk/>
            <pc:sldMk cId="0" sldId="361"/>
            <ac:spMk id="402" creationId="{00000000-0000-0000-0000-000000000000}"/>
          </ac:spMkLst>
        </pc:spChg>
        <pc:spChg chg="del">
          <ac:chgData name="Nuber, Nathalie" userId="64826a5e-75fc-44e6-a073-417b106d7220" providerId="ADAL" clId="{2D240D19-45E2-4320-A1B7-FEF1D055401D}" dt="2026-09-21T11:32:55.494" v="1842" actId="478"/>
          <ac:spMkLst>
            <pc:docMk/>
            <pc:sldMk cId="0" sldId="361"/>
            <ac:spMk id="403" creationId="{00000000-0000-0000-0000-000000000000}"/>
          </ac:spMkLst>
        </pc:spChg>
        <pc:spChg chg="del">
          <ac:chgData name="Nuber, Nathalie" userId="64826a5e-75fc-44e6-a073-417b106d7220" providerId="ADAL" clId="{2D240D19-45E2-4320-A1B7-FEF1D055401D}" dt="2026-09-21T11:32:57.552" v="1843" actId="478"/>
          <ac:spMkLst>
            <pc:docMk/>
            <pc:sldMk cId="0" sldId="361"/>
            <ac:spMk id="404" creationId="{00000000-0000-0000-0000-000000000000}"/>
          </ac:spMkLst>
        </pc:spChg>
        <pc:spChg chg="del">
          <ac:chgData name="Nuber, Nathalie" userId="64826a5e-75fc-44e6-a073-417b106d7220" providerId="ADAL" clId="{2D240D19-45E2-4320-A1B7-FEF1D055401D}" dt="2026-09-21T11:32:47.590" v="1841" actId="478"/>
          <ac:spMkLst>
            <pc:docMk/>
            <pc:sldMk cId="0" sldId="361"/>
            <ac:spMk id="405" creationId="{00000000-0000-0000-0000-000000000000}"/>
          </ac:spMkLst>
        </pc:spChg>
        <pc:spChg chg="del">
          <ac:chgData name="Nuber, Nathalie" userId="64826a5e-75fc-44e6-a073-417b106d7220" providerId="ADAL" clId="{2D240D19-45E2-4320-A1B7-FEF1D055401D}" dt="2026-09-21T08:03:16.434" v="666" actId="478"/>
          <ac:spMkLst>
            <pc:docMk/>
            <pc:sldMk cId="0" sldId="361"/>
            <ac:spMk id="1010" creationId="{00000000-0000-0000-0000-000000000000}"/>
          </ac:spMkLst>
        </pc:spChg>
        <pc:spChg chg="mod">
          <ac:chgData name="Nuber, Nathalie" userId="64826a5e-75fc-44e6-a073-417b106d7220" providerId="ADAL" clId="{2D240D19-45E2-4320-A1B7-FEF1D055401D}" dt="2026-09-21T11:32:34.032" v="1837" actId="20577"/>
          <ac:spMkLst>
            <pc:docMk/>
            <pc:sldMk cId="0" sldId="361"/>
            <ac:spMk id="1099" creationId="{00000000-0000-0000-0000-000000000000}"/>
          </ac:spMkLst>
        </pc:spChg>
      </pc:sldChg>
      <pc:sldChg chg="addSp delSp modSp add del mod delAnim modNotes modNotesTx">
        <pc:chgData name="Nuber, Nathalie" userId="64826a5e-75fc-44e6-a073-417b106d7220" providerId="ADAL" clId="{2D240D19-45E2-4320-A1B7-FEF1D055401D}" dt="2026-09-22T08:14:04.008" v="4487" actId="20577"/>
        <pc:sldMkLst>
          <pc:docMk/>
          <pc:sldMk cId="0" sldId="362"/>
        </pc:sldMkLst>
        <pc:spChg chg="add">
          <ac:chgData name="Nuber, Nathalie" userId="64826a5e-75fc-44e6-a073-417b106d7220" providerId="ADAL" clId="{2D240D19-45E2-4320-A1B7-FEF1D055401D}" dt="2026-09-21T08:01:29.070" v="634" actId="22"/>
          <ac:spMkLst>
            <pc:docMk/>
            <pc:sldMk cId="0" sldId="362"/>
            <ac:spMk id="3" creationId="{22E7952B-EC72-1199-654A-94C1A32FF656}"/>
          </ac:spMkLst>
        </pc:spChg>
        <pc:spChg chg="add mod">
          <ac:chgData name="Nuber, Nathalie" userId="64826a5e-75fc-44e6-a073-417b106d7220" providerId="ADAL" clId="{2D240D19-45E2-4320-A1B7-FEF1D055401D}" dt="2026-09-21T08:03:22.487" v="669"/>
          <ac:spMkLst>
            <pc:docMk/>
            <pc:sldMk cId="0" sldId="362"/>
            <ac:spMk id="4" creationId="{D92B83D6-A068-A52D-8265-A156D76178CF}"/>
          </ac:spMkLst>
        </pc:spChg>
        <pc:spChg chg="add">
          <ac:chgData name="Nuber, Nathalie" userId="64826a5e-75fc-44e6-a073-417b106d7220" providerId="ADAL" clId="{2D240D19-45E2-4320-A1B7-FEF1D055401D}" dt="2026-09-21T12:06:46.351" v="1895" actId="22"/>
          <ac:spMkLst>
            <pc:docMk/>
            <pc:sldMk cId="0" sldId="362"/>
            <ac:spMk id="5" creationId="{5B7FD141-98A8-2655-31AF-160782820D1E}"/>
          </ac:spMkLst>
        </pc:spChg>
        <pc:spChg chg="del">
          <ac:chgData name="Nuber, Nathalie" userId="64826a5e-75fc-44e6-a073-417b106d7220" providerId="ADAL" clId="{2D240D19-45E2-4320-A1B7-FEF1D055401D}" dt="2026-09-21T08:01:28.066" v="633" actId="478"/>
          <ac:spMkLst>
            <pc:docMk/>
            <pc:sldMk cId="0" sldId="362"/>
            <ac:spMk id="8" creationId="{00000000-0000-0000-0000-000000000000}"/>
          </ac:spMkLst>
        </pc:spChg>
        <pc:spChg chg="del">
          <ac:chgData name="Nuber, Nathalie" userId="64826a5e-75fc-44e6-a073-417b106d7220" providerId="ADAL" clId="{2D240D19-45E2-4320-A1B7-FEF1D055401D}" dt="2026-09-21T12:06:45.459" v="1894" actId="478"/>
          <ac:spMkLst>
            <pc:docMk/>
            <pc:sldMk cId="0" sldId="362"/>
            <ac:spMk id="200" creationId="{00000000-0000-0000-0000-000000000000}"/>
          </ac:spMkLst>
        </pc:spChg>
        <pc:spChg chg="del">
          <ac:chgData name="Nuber, Nathalie" userId="64826a5e-75fc-44e6-a073-417b106d7220" providerId="ADAL" clId="{2D240D19-45E2-4320-A1B7-FEF1D055401D}" dt="2026-09-21T12:06:44.696" v="1893" actId="478"/>
          <ac:spMkLst>
            <pc:docMk/>
            <pc:sldMk cId="0" sldId="362"/>
            <ac:spMk id="218"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0"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1"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2"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3"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4"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5"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6"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7" creationId="{00000000-0000-0000-0000-000000000000}"/>
          </ac:spMkLst>
        </pc:spChg>
        <pc:spChg chg="mod">
          <ac:chgData name="Nuber, Nathalie" userId="64826a5e-75fc-44e6-a073-417b106d7220" providerId="ADAL" clId="{2D240D19-45E2-4320-A1B7-FEF1D055401D}" dt="2026-09-22T07:30:20.211" v="4309" actId="26606"/>
          <ac:spMkLst>
            <pc:docMk/>
            <pc:sldMk cId="0" sldId="362"/>
            <ac:spMk id="538" creationId="{00000000-0000-0000-0000-000000000000}"/>
          </ac:spMkLst>
        </pc:spChg>
        <pc:spChg chg="mod">
          <ac:chgData name="Nuber, Nathalie" userId="64826a5e-75fc-44e6-a073-417b106d7220" providerId="ADAL" clId="{2D240D19-45E2-4320-A1B7-FEF1D055401D}" dt="2026-09-22T07:30:31.228" v="4310" actId="255"/>
          <ac:spMkLst>
            <pc:docMk/>
            <pc:sldMk cId="0" sldId="362"/>
            <ac:spMk id="570" creationId="{00000000-0000-0000-0000-000000000000}"/>
          </ac:spMkLst>
        </pc:spChg>
        <pc:spChg chg="mod">
          <ac:chgData name="Nuber, Nathalie" userId="64826a5e-75fc-44e6-a073-417b106d7220" providerId="ADAL" clId="{2D240D19-45E2-4320-A1B7-FEF1D055401D}" dt="2026-09-22T07:30:38.980" v="4311" actId="255"/>
          <ac:spMkLst>
            <pc:docMk/>
            <pc:sldMk cId="0" sldId="362"/>
            <ac:spMk id="571" creationId="{00000000-0000-0000-0000-000000000000}"/>
          </ac:spMkLst>
        </pc:spChg>
        <pc:spChg chg="mod">
          <ac:chgData name="Nuber, Nathalie" userId="64826a5e-75fc-44e6-a073-417b106d7220" providerId="ADAL" clId="{2D240D19-45E2-4320-A1B7-FEF1D055401D}" dt="2026-09-22T07:30:44.308" v="4312" actId="255"/>
          <ac:spMkLst>
            <pc:docMk/>
            <pc:sldMk cId="0" sldId="362"/>
            <ac:spMk id="572" creationId="{00000000-0000-0000-0000-000000000000}"/>
          </ac:spMkLst>
        </pc:spChg>
        <pc:spChg chg="del">
          <ac:chgData name="Nuber, Nathalie" userId="64826a5e-75fc-44e6-a073-417b106d7220" providerId="ADAL" clId="{2D240D19-45E2-4320-A1B7-FEF1D055401D}" dt="2026-09-21T08:07:39.203" v="692" actId="478"/>
          <ac:spMkLst>
            <pc:docMk/>
            <pc:sldMk cId="0" sldId="362"/>
            <ac:spMk id="580" creationId="{00000000-0000-0000-0000-000000000000}"/>
          </ac:spMkLst>
        </pc:spChg>
        <pc:spChg chg="del mod">
          <ac:chgData name="Nuber, Nathalie" userId="64826a5e-75fc-44e6-a073-417b106d7220" providerId="ADAL" clId="{2D240D19-45E2-4320-A1B7-FEF1D055401D}" dt="2026-09-21T08:07:37.188" v="691" actId="478"/>
          <ac:spMkLst>
            <pc:docMk/>
            <pc:sldMk cId="0" sldId="362"/>
            <ac:spMk id="581" creationId="{00000000-0000-0000-0000-000000000000}"/>
          </ac:spMkLst>
        </pc:spChg>
        <pc:spChg chg="del">
          <ac:chgData name="Nuber, Nathalie" userId="64826a5e-75fc-44e6-a073-417b106d7220" providerId="ADAL" clId="{2D240D19-45E2-4320-A1B7-FEF1D055401D}" dt="2026-09-21T08:03:21.685" v="668" actId="478"/>
          <ac:spMkLst>
            <pc:docMk/>
            <pc:sldMk cId="0" sldId="362"/>
            <ac:spMk id="1010" creationId="{00000000-0000-0000-0000-000000000000}"/>
          </ac:spMkLst>
        </pc:spChg>
        <pc:spChg chg="mod">
          <ac:chgData name="Nuber, Nathalie" userId="64826a5e-75fc-44e6-a073-417b106d7220" providerId="ADAL" clId="{2D240D19-45E2-4320-A1B7-FEF1D055401D}" dt="2026-09-21T09:23:38.771" v="1466" actId="1076"/>
          <ac:spMkLst>
            <pc:docMk/>
            <pc:sldMk cId="0" sldId="362"/>
            <ac:spMk id="1099" creationId="{00000000-0000-0000-0000-000000000000}"/>
          </ac:spMkLst>
        </pc:spChg>
      </pc:sldChg>
      <pc:sldChg chg="addSp delSp modSp add del mod modNotes modNotesTx">
        <pc:chgData name="Nuber, Nathalie" userId="64826a5e-75fc-44e6-a073-417b106d7220" providerId="ADAL" clId="{2D240D19-45E2-4320-A1B7-FEF1D055401D}" dt="2026-09-22T07:35:52.678" v="4314" actId="26606"/>
        <pc:sldMkLst>
          <pc:docMk/>
          <pc:sldMk cId="0" sldId="363"/>
        </pc:sldMkLst>
        <pc:spChg chg="add">
          <ac:chgData name="Nuber, Nathalie" userId="64826a5e-75fc-44e6-a073-417b106d7220" providerId="ADAL" clId="{2D240D19-45E2-4320-A1B7-FEF1D055401D}" dt="2026-09-21T08:01:51.921" v="642" actId="22"/>
          <ac:spMkLst>
            <pc:docMk/>
            <pc:sldMk cId="0" sldId="363"/>
            <ac:spMk id="3" creationId="{45972F79-C523-EB23-70EC-83B98B7BBDCA}"/>
          </ac:spMkLst>
        </pc:spChg>
        <pc:spChg chg="add mod">
          <ac:chgData name="Nuber, Nathalie" userId="64826a5e-75fc-44e6-a073-417b106d7220" providerId="ADAL" clId="{2D240D19-45E2-4320-A1B7-FEF1D055401D}" dt="2026-09-21T08:03:43.975" v="677"/>
          <ac:spMkLst>
            <pc:docMk/>
            <pc:sldMk cId="0" sldId="363"/>
            <ac:spMk id="4" creationId="{FC184FAE-879A-4A94-F6D8-0B079FF5A091}"/>
          </ac:spMkLst>
        </pc:spChg>
        <pc:spChg chg="add">
          <ac:chgData name="Nuber, Nathalie" userId="64826a5e-75fc-44e6-a073-417b106d7220" providerId="ADAL" clId="{2D240D19-45E2-4320-A1B7-FEF1D055401D}" dt="2026-09-21T12:06:08.034" v="1883" actId="22"/>
          <ac:spMkLst>
            <pc:docMk/>
            <pc:sldMk cId="0" sldId="363"/>
            <ac:spMk id="5" creationId="{CB245C7D-A2EC-E53C-175D-BF496344F8CA}"/>
          </ac:spMkLst>
        </pc:spChg>
        <pc:spChg chg="del">
          <ac:chgData name="Nuber, Nathalie" userId="64826a5e-75fc-44e6-a073-417b106d7220" providerId="ADAL" clId="{2D240D19-45E2-4320-A1B7-FEF1D055401D}" dt="2026-09-21T08:01:50.864" v="641" actId="478"/>
          <ac:spMkLst>
            <pc:docMk/>
            <pc:sldMk cId="0" sldId="363"/>
            <ac:spMk id="8" creationId="{00000000-0000-0000-0000-000000000000}"/>
          </ac:spMkLst>
        </pc:spChg>
        <pc:spChg chg="del">
          <ac:chgData name="Nuber, Nathalie" userId="64826a5e-75fc-44e6-a073-417b106d7220" providerId="ADAL" clId="{2D240D19-45E2-4320-A1B7-FEF1D055401D}" dt="2026-09-21T12:06:07.126" v="1882" actId="478"/>
          <ac:spMkLst>
            <pc:docMk/>
            <pc:sldMk cId="0" sldId="363"/>
            <ac:spMk id="200" creationId="{00000000-0000-0000-0000-000000000000}"/>
          </ac:spMkLst>
        </pc:spChg>
        <pc:spChg chg="del">
          <ac:chgData name="Nuber, Nathalie" userId="64826a5e-75fc-44e6-a073-417b106d7220" providerId="ADAL" clId="{2D240D19-45E2-4320-A1B7-FEF1D055401D}" dt="2026-09-21T12:06:05.698" v="1881" actId="478"/>
          <ac:spMkLst>
            <pc:docMk/>
            <pc:sldMk cId="0" sldId="363"/>
            <ac:spMk id="215"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01"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03"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04"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05"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06"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20"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23"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25"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26" creationId="{00000000-0000-0000-0000-000000000000}"/>
          </ac:spMkLst>
        </pc:spChg>
        <pc:spChg chg="mod">
          <ac:chgData name="Nuber, Nathalie" userId="64826a5e-75fc-44e6-a073-417b106d7220" providerId="ADAL" clId="{2D240D19-45E2-4320-A1B7-FEF1D055401D}" dt="2026-09-22T07:32:32.725" v="4313" actId="26606"/>
          <ac:spMkLst>
            <pc:docMk/>
            <pc:sldMk cId="0" sldId="363"/>
            <ac:spMk id="627" creationId="{00000000-0000-0000-0000-000000000000}"/>
          </ac:spMkLst>
        </pc:spChg>
        <pc:spChg chg="del">
          <ac:chgData name="Nuber, Nathalie" userId="64826a5e-75fc-44e6-a073-417b106d7220" providerId="ADAL" clId="{2D240D19-45E2-4320-A1B7-FEF1D055401D}" dt="2026-09-21T09:07:02.919" v="1448" actId="478"/>
          <ac:spMkLst>
            <pc:docMk/>
            <pc:sldMk cId="0" sldId="363"/>
            <ac:spMk id="700" creationId="{00000000-0000-0000-0000-000000000000}"/>
          </ac:spMkLst>
        </pc:spChg>
        <pc:spChg chg="del">
          <ac:chgData name="Nuber, Nathalie" userId="64826a5e-75fc-44e6-a073-417b106d7220" providerId="ADAL" clId="{2D240D19-45E2-4320-A1B7-FEF1D055401D}" dt="2026-09-21T08:03:43.046" v="676" actId="478"/>
          <ac:spMkLst>
            <pc:docMk/>
            <pc:sldMk cId="0" sldId="363"/>
            <ac:spMk id="1010" creationId="{00000000-0000-0000-0000-000000000000}"/>
          </ac:spMkLst>
        </pc:spChg>
      </pc:sldChg>
      <pc:sldChg chg="addSp delSp modSp add mod modNotesTx">
        <pc:chgData name="Nuber, Nathalie" userId="64826a5e-75fc-44e6-a073-417b106d7220" providerId="ADAL" clId="{2D240D19-45E2-4320-A1B7-FEF1D055401D}" dt="2026-09-22T08:16:23.840" v="4489" actId="20577"/>
        <pc:sldMkLst>
          <pc:docMk/>
          <pc:sldMk cId="0" sldId="364"/>
        </pc:sldMkLst>
        <pc:spChg chg="add">
          <ac:chgData name="Nuber, Nathalie" userId="64826a5e-75fc-44e6-a073-417b106d7220" providerId="ADAL" clId="{2D240D19-45E2-4320-A1B7-FEF1D055401D}" dt="2026-09-21T08:01:39.349" v="638" actId="22"/>
          <ac:spMkLst>
            <pc:docMk/>
            <pc:sldMk cId="0" sldId="364"/>
            <ac:spMk id="7" creationId="{26587FF9-A03B-DA94-1D30-802B27BCA7A6}"/>
          </ac:spMkLst>
        </pc:spChg>
        <pc:spChg chg="del">
          <ac:chgData name="Nuber, Nathalie" userId="64826a5e-75fc-44e6-a073-417b106d7220" providerId="ADAL" clId="{2D240D19-45E2-4320-A1B7-FEF1D055401D}" dt="2026-09-21T08:01:38.336" v="637" actId="478"/>
          <ac:spMkLst>
            <pc:docMk/>
            <pc:sldMk cId="0" sldId="364"/>
            <ac:spMk id="8" creationId="{00000000-0000-0000-0000-000000000000}"/>
          </ac:spMkLst>
        </pc:spChg>
        <pc:spChg chg="add">
          <ac:chgData name="Nuber, Nathalie" userId="64826a5e-75fc-44e6-a073-417b106d7220" providerId="ADAL" clId="{2D240D19-45E2-4320-A1B7-FEF1D055401D}" dt="2026-09-21T12:05:51.733" v="1876" actId="22"/>
          <ac:spMkLst>
            <pc:docMk/>
            <pc:sldMk cId="0" sldId="364"/>
            <ac:spMk id="8" creationId="{22C32482-A63A-E7C3-3F64-C67B0DF161E3}"/>
          </ac:spMkLst>
        </pc:spChg>
        <pc:spChg chg="add mod">
          <ac:chgData name="Nuber, Nathalie" userId="64826a5e-75fc-44e6-a073-417b106d7220" providerId="ADAL" clId="{2D240D19-45E2-4320-A1B7-FEF1D055401D}" dt="2026-09-21T08:03:33.585" v="673"/>
          <ac:spMkLst>
            <pc:docMk/>
            <pc:sldMk cId="0" sldId="364"/>
            <ac:spMk id="9" creationId="{8E79C579-8F54-26FF-61EE-95391BD4D7B4}"/>
          </ac:spMkLst>
        </pc:spChg>
        <pc:spChg chg="del">
          <ac:chgData name="Nuber, Nathalie" userId="64826a5e-75fc-44e6-a073-417b106d7220" providerId="ADAL" clId="{2D240D19-45E2-4320-A1B7-FEF1D055401D}" dt="2026-09-21T12:05:50.835" v="1875" actId="478"/>
          <ac:spMkLst>
            <pc:docMk/>
            <pc:sldMk cId="0" sldId="364"/>
            <ac:spMk id="200" creationId="{00000000-0000-0000-0000-000000000000}"/>
          </ac:spMkLst>
        </pc:spChg>
        <pc:spChg chg="del">
          <ac:chgData name="Nuber, Nathalie" userId="64826a5e-75fc-44e6-a073-417b106d7220" providerId="ADAL" clId="{2D240D19-45E2-4320-A1B7-FEF1D055401D}" dt="2026-09-21T12:05:48.850" v="1874" actId="478"/>
          <ac:spMkLst>
            <pc:docMk/>
            <pc:sldMk cId="0" sldId="364"/>
            <ac:spMk id="215" creationId="{00000000-0000-0000-0000-000000000000}"/>
          </ac:spMkLst>
        </pc:spChg>
        <pc:spChg chg="del">
          <ac:chgData name="Nuber, Nathalie" userId="64826a5e-75fc-44e6-a073-417b106d7220" providerId="ADAL" clId="{2D240D19-45E2-4320-A1B7-FEF1D055401D}" dt="2026-09-21T08:03:32.582" v="672" actId="478"/>
          <ac:spMkLst>
            <pc:docMk/>
            <pc:sldMk cId="0" sldId="364"/>
            <ac:spMk id="1010" creationId="{00000000-0000-0000-0000-000000000000}"/>
          </ac:spMkLst>
        </pc:spChg>
        <pc:spChg chg="del">
          <ac:chgData name="Nuber, Nathalie" userId="64826a5e-75fc-44e6-a073-417b106d7220" providerId="ADAL" clId="{2D240D19-45E2-4320-A1B7-FEF1D055401D}" dt="2026-09-21T08:09:51.156" v="793" actId="478"/>
          <ac:spMkLst>
            <pc:docMk/>
            <pc:sldMk cId="0" sldId="364"/>
            <ac:spMk id="3060" creationId="{00000000-0000-0000-0000-000000000000}"/>
          </ac:spMkLst>
        </pc:spChg>
        <pc:spChg chg="del">
          <ac:chgData name="Nuber, Nathalie" userId="64826a5e-75fc-44e6-a073-417b106d7220" providerId="ADAL" clId="{2D240D19-45E2-4320-A1B7-FEF1D055401D}" dt="2026-09-21T08:09:53.268" v="794" actId="478"/>
          <ac:spMkLst>
            <pc:docMk/>
            <pc:sldMk cId="0" sldId="364"/>
            <ac:spMk id="3061" creationId="{00000000-0000-0000-0000-000000000000}"/>
          </ac:spMkLst>
        </pc:spChg>
        <pc:spChg chg="del">
          <ac:chgData name="Nuber, Nathalie" userId="64826a5e-75fc-44e6-a073-417b106d7220" providerId="ADAL" clId="{2D240D19-45E2-4320-A1B7-FEF1D055401D}" dt="2026-09-21T08:09:55.570" v="795" actId="478"/>
          <ac:spMkLst>
            <pc:docMk/>
            <pc:sldMk cId="0" sldId="364"/>
            <ac:spMk id="3062" creationId="{00000000-0000-0000-0000-000000000000}"/>
          </ac:spMkLst>
        </pc:spChg>
        <pc:spChg chg="del">
          <ac:chgData name="Nuber, Nathalie" userId="64826a5e-75fc-44e6-a073-417b106d7220" providerId="ADAL" clId="{2D240D19-45E2-4320-A1B7-FEF1D055401D}" dt="2026-09-21T08:10:03.410" v="796" actId="478"/>
          <ac:spMkLst>
            <pc:docMk/>
            <pc:sldMk cId="0" sldId="364"/>
            <ac:spMk id="3070" creationId="{00000000-0000-0000-0000-000000000000}"/>
          </ac:spMkLst>
        </pc:spChg>
      </pc:sldChg>
      <pc:sldChg chg="new del">
        <pc:chgData name="Nuber, Nathalie" userId="64826a5e-75fc-44e6-a073-417b106d7220" providerId="ADAL" clId="{2D240D19-45E2-4320-A1B7-FEF1D055401D}" dt="2026-09-21T10:41:24.113" v="1747" actId="680"/>
        <pc:sldMkLst>
          <pc:docMk/>
          <pc:sldMk cId="2443236175" sldId="365"/>
        </pc:sldMkLst>
      </pc:sldChg>
      <pc:sldMasterChg chg="addSp modSp mod addSldLayout delSldLayout modSldLayout">
        <pc:chgData name="Nuber, Nathalie" userId="64826a5e-75fc-44e6-a073-417b106d7220" providerId="ADAL" clId="{2D240D19-45E2-4320-A1B7-FEF1D055401D}" dt="2026-09-21T09:06:09.037" v="1446"/>
        <pc:sldMasterMkLst>
          <pc:docMk/>
          <pc:sldMasterMk cId="1299563448" sldId="2147483648"/>
        </pc:sldMasterMkLst>
        <pc:picChg chg="add mod">
          <ac:chgData name="Nuber, Nathalie" userId="64826a5e-75fc-44e6-a073-417b106d7220" providerId="ADAL" clId="{2D240D19-45E2-4320-A1B7-FEF1D055401D}" dt="2026-09-21T07:58:46.779" v="609" actId="1076"/>
          <ac:picMkLst>
            <pc:docMk/>
            <pc:sldMasterMk cId="1299563448" sldId="2147483648"/>
            <ac:picMk id="10" creationId="{727B1DEA-EB29-6A94-4985-61118C0049BA}"/>
          </ac:picMkLst>
        </pc:picChg>
        <pc:sldLayoutChg chg="addSp delSp modSp mod">
          <pc:chgData name="Nuber, Nathalie" userId="64826a5e-75fc-44e6-a073-417b106d7220" providerId="ADAL" clId="{2D240D19-45E2-4320-A1B7-FEF1D055401D}" dt="2026-09-21T07:59:57.828" v="614" actId="478"/>
          <pc:sldLayoutMkLst>
            <pc:docMk/>
            <pc:sldMasterMk cId="1299563448" sldId="2147483648"/>
            <pc:sldLayoutMk cId="1425547629" sldId="2147483649"/>
          </pc:sldLayoutMkLst>
          <pc:picChg chg="add del mod">
            <ac:chgData name="Nuber, Nathalie" userId="64826a5e-75fc-44e6-a073-417b106d7220" providerId="ADAL" clId="{2D240D19-45E2-4320-A1B7-FEF1D055401D}" dt="2026-09-21T07:59:57.828" v="614" actId="478"/>
            <ac:picMkLst>
              <pc:docMk/>
              <pc:sldMasterMk cId="1299563448" sldId="2147483648"/>
              <pc:sldLayoutMk cId="1425547629" sldId="2147483649"/>
              <ac:picMk id="7" creationId="{17877D08-2A30-992A-29E8-C05C8E4BB715}"/>
            </ac:picMkLst>
          </pc:picChg>
        </pc:sldLayoutChg>
        <pc:sldLayoutChg chg="addSp delSp modSp add mod">
          <pc:chgData name="Nuber, Nathalie" userId="64826a5e-75fc-44e6-a073-417b106d7220" providerId="ADAL" clId="{2D240D19-45E2-4320-A1B7-FEF1D055401D}" dt="2026-09-21T09:06:09.037" v="1446"/>
          <pc:sldLayoutMkLst>
            <pc:docMk/>
            <pc:sldMasterMk cId="1299563448" sldId="2147483648"/>
            <pc:sldLayoutMk cId="2462642456" sldId="2147483686"/>
          </pc:sldLayoutMkLst>
          <pc:spChg chg="del">
            <ac:chgData name="Nuber, Nathalie" userId="64826a5e-75fc-44e6-a073-417b106d7220" providerId="ADAL" clId="{2D240D19-45E2-4320-A1B7-FEF1D055401D}" dt="2026-09-21T09:06:09.037" v="1446"/>
            <ac:spMkLst>
              <pc:docMk/>
              <pc:sldMasterMk cId="1299563448" sldId="2147483648"/>
              <pc:sldLayoutMk cId="2462642456" sldId="2147483686"/>
              <ac:spMk id="2" creationId="{44C6CFA7-8CBB-49CA-3693-3AA4EC1DA53C}"/>
            </ac:spMkLst>
          </pc:spChg>
          <pc:spChg chg="mod">
            <ac:chgData name="Nuber, Nathalie" userId="64826a5e-75fc-44e6-a073-417b106d7220" providerId="ADAL" clId="{2D240D19-45E2-4320-A1B7-FEF1D055401D}" dt="2026-09-21T07:57:52.898" v="606" actId="20577"/>
            <ac:spMkLst>
              <pc:docMk/>
              <pc:sldMasterMk cId="1299563448" sldId="2147483648"/>
              <pc:sldLayoutMk cId="2462642456" sldId="2147483686"/>
              <ac:spMk id="10" creationId="{01423213-8DF4-F212-5025-D9DC72CABFE1}"/>
            </ac:spMkLst>
          </pc:spChg>
          <pc:spChg chg="add del mod">
            <ac:chgData name="Nuber, Nathalie" userId="64826a5e-75fc-44e6-a073-417b106d7220" providerId="ADAL" clId="{2D240D19-45E2-4320-A1B7-FEF1D055401D}" dt="2026-09-21T07:57:47.006" v="592" actId="20577"/>
            <ac:spMkLst>
              <pc:docMk/>
              <pc:sldMasterMk cId="1299563448" sldId="2147483648"/>
              <pc:sldLayoutMk cId="2462642456" sldId="2147483686"/>
              <ac:spMk id="13" creationId="{B81D2CB1-81F9-B961-6A00-7EEA8BBCA8BB}"/>
            </ac:spMkLst>
          </pc:spChg>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7"/>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8"/>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9"/>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0"/>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1"/>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2"/>
          </pc:sldLayoutMkLst>
        </pc:sldLayoutChg>
        <pc:sldLayoutChg chg="del replId">
          <pc:chgData name="Nuber, Nathalie" userId="64826a5e-75fc-44e6-a073-417b106d7220" providerId="ADAL" clId="{2D240D19-45E2-4320-A1B7-FEF1D055401D}" dt="2026-09-21T06:49:56.860" v="411" actId="26606"/>
          <pc:sldLayoutMkLst>
            <pc:docMk/>
            <pc:sldMasterMk cId="1299563448" sldId="2147483648"/>
            <pc:sldLayoutMk cId="2462642456" sldId="2147483693"/>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8BEB59-B03F-1516-D49A-9B01C9EBDB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03E739C-43EC-06F0-78BD-C84C799ED07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289CB0D-740C-494B-9BDA-DCE1ACE6143C}" type="datetimeFigureOut">
              <a:rPr lang="en-US" smtClean="0"/>
              <a:t>9/22/2026</a:t>
            </a:fld>
            <a:endParaRPr lang="en-US"/>
          </a:p>
        </p:txBody>
      </p:sp>
      <p:sp>
        <p:nvSpPr>
          <p:cNvPr id="4" name="Footer Placeholder 3">
            <a:extLst>
              <a:ext uri="{FF2B5EF4-FFF2-40B4-BE49-F238E27FC236}">
                <a16:creationId xmlns:a16="http://schemas.microsoft.com/office/drawing/2014/main" id="{56EB51A1-BCC8-3F2F-A236-B281F68E211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FBE4778-705C-CBF1-D316-F090A61B91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19DDCA-229A-46B2-BF95-595DCDF55B52}" type="slidenum">
              <a:rPr lang="en-US" smtClean="0"/>
              <a:t>‹Nr.›</a:t>
            </a:fld>
            <a:endParaRPr lang="en-US"/>
          </a:p>
        </p:txBody>
      </p:sp>
    </p:spTree>
    <p:extLst>
      <p:ext uri="{BB962C8B-B14F-4D97-AF65-F5344CB8AC3E}">
        <p14:creationId xmlns:p14="http://schemas.microsoft.com/office/powerpoint/2010/main" val="3383321032"/>
      </p:ext>
    </p:extLst>
  </p:cSld>
  <p:clrMap bg1="dk1" tx1="lt1" bg2="dk2" tx2="lt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4FF18E-6B4D-4FA3-9B28-AA54BB56B2C3}" type="datetimeFigureOut">
              <a:rPr lang="en-US" smtClean="0"/>
              <a:t>9/22/2026</a:t>
            </a:fld>
            <a:endParaRPr lang="en-US"/>
          </a:p>
        </p:txBody>
      </p:sp>
      <p:sp>
        <p:nvSpPr>
          <p:cNvPr id="4" name="Slide Image Placeholder 3"/>
          <p:cNvSpPr>
            <a:spLocks noGrp="1" noRot="1" noChangeAspect="1"/>
          </p:cNvSpPr>
          <p:nvPr>
            <p:ph type="sldImg" idx="2"/>
          </p:nvPr>
        </p:nvSpPr>
        <p:spPr>
          <a:xfrm>
            <a:off x="1729047" y="840364"/>
            <a:ext cx="3399906" cy="191244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134388"/>
            <a:ext cx="5486400" cy="4866612"/>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CB6471-ACEC-47CF-B768-419C0458B309}" type="slidenum">
              <a:rPr lang="en-US" smtClean="0"/>
              <a:t>‹Nr.›</a:t>
            </a:fld>
            <a:endParaRPr lang="en-US"/>
          </a:p>
        </p:txBody>
      </p:sp>
    </p:spTree>
    <p:extLst>
      <p:ext uri="{BB962C8B-B14F-4D97-AF65-F5344CB8AC3E}">
        <p14:creationId xmlns:p14="http://schemas.microsoft.com/office/powerpoint/2010/main" val="3247464755"/>
      </p:ext>
    </p:extLst>
  </p:cSld>
  <p:clrMap bg1="dk1" tx1="lt1" bg2="dk2" tx2="lt2" accent1="accent1" accent2="accent2" accent3="accent3" accent4="accent4" accent5="accent5" accent6="accent6" hlink="hlink" folHlink="folHlink"/>
  <p:notesStyle>
    <a:lvl1pPr marL="1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1pPr>
    <a:lvl2pPr marL="3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2pPr>
    <a:lvl3pPr marL="5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3pPr>
    <a:lvl4pPr marL="7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4pPr>
    <a:lvl5pPr marL="90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5pPr>
    <a:lvl6pPr marL="10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6pPr>
    <a:lvl7pPr marL="12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7pPr>
    <a:lvl8pPr marL="14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8pPr>
    <a:lvl9pPr marL="16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5F012-9F36-FC5D-1969-6D9081250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4B-8344-1959-175D-225CB99E4BA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BA249452-3C53-EB78-BE2B-6C1D6C749E77}"/>
              </a:ext>
            </a:extLst>
          </p:cNvPr>
          <p:cNvSpPr>
            <a:spLocks noGrp="1"/>
          </p:cNvSpPr>
          <p:nvPr>
            <p:ph type="body" idx="1"/>
          </p:nvPr>
        </p:nvSpPr>
        <p:spPr/>
        <p:txBody>
          <a:bodyPr/>
          <a:lstStyle/>
          <a:p>
            <a:r>
              <a:rPr lang="de-DE" dirty="0"/>
              <a:t>Ich stelle Ihnen heute die Ergebnisse meiner Bachelorarbeit vor. </a:t>
            </a:r>
          </a:p>
          <a:p>
            <a:r>
              <a:rPr lang="de-DE" dirty="0"/>
              <a:t>Das Thema ist das funktionale Testen von Security-Eigenschaften bei industriellen Gateways unter der neuen EU-Maschinenverordnung. </a:t>
            </a:r>
          </a:p>
        </p:txBody>
      </p:sp>
      <p:sp>
        <p:nvSpPr>
          <p:cNvPr id="4" name="Slide Number Placeholder 3">
            <a:extLst>
              <a:ext uri="{FF2B5EF4-FFF2-40B4-BE49-F238E27FC236}">
                <a16:creationId xmlns:a16="http://schemas.microsoft.com/office/drawing/2014/main" id="{6C7A697C-5DDD-9DFD-3735-725F03BD2093}"/>
              </a:ext>
            </a:extLst>
          </p:cNvPr>
          <p:cNvSpPr>
            <a:spLocks noGrp="1"/>
          </p:cNvSpPr>
          <p:nvPr>
            <p:ph type="sldNum" sz="quarter" idx="5"/>
          </p:nvPr>
        </p:nvSpPr>
        <p:spPr/>
        <p:txBody>
          <a:bodyPr/>
          <a:lstStyle/>
          <a:p>
            <a:fld id="{C4CB6471-ACEC-47CF-B768-419C0458B309}" type="slidenum">
              <a:rPr lang="en-US" smtClean="0"/>
              <a:t>1</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5F012-9F36-FC5D-1969-6D9081250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4B-8344-1959-175D-225CB99E4BA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BA249452-3C53-EB78-BE2B-6C1D6C749E77}"/>
              </a:ext>
            </a:extLst>
          </p:cNvPr>
          <p:cNvSpPr>
            <a:spLocks noGrp="1"/>
          </p:cNvSpPr>
          <p:nvPr>
            <p:ph type="body" idx="1"/>
          </p:nvPr>
        </p:nvSpPr>
        <p:spPr/>
        <p:txBody>
          <a:bodyPr/>
          <a:lstStyle/>
          <a:p>
            <a:r>
              <a:rPr lang="en-US" sz="2000" b="0" i="0" kern="1200" dirty="0">
                <a:solidFill>
                  <a:schemeClr val="tx1"/>
                </a:solidFill>
                <a:effectLst/>
                <a:latin typeface="+mn-lt"/>
                <a:ea typeface="+mn-ea"/>
                <a:cs typeface="+mn-cs"/>
              </a:rPr>
              <a:t>Ich </a:t>
            </a:r>
            <a:r>
              <a:rPr lang="en-US" sz="2000" b="0" i="0" kern="1200" dirty="0" err="1">
                <a:solidFill>
                  <a:schemeClr val="tx1"/>
                </a:solidFill>
                <a:effectLst/>
                <a:latin typeface="+mn-lt"/>
                <a:ea typeface="+mn-ea"/>
                <a:cs typeface="+mn-cs"/>
              </a:rPr>
              <a:t>gehe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fünf</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Schritten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p>
          <a:p>
            <a:r>
              <a:rPr lang="en-US" sz="2000" b="0" i="0" kern="1200" dirty="0" err="1">
                <a:solidFill>
                  <a:schemeClr val="tx1"/>
                </a:solidFill>
                <a:effectLst/>
                <a:latin typeface="+mn-lt"/>
                <a:ea typeface="+mn-ea"/>
                <a:cs typeface="+mn-cs"/>
              </a:rPr>
              <a:t>Zuerst</a:t>
            </a:r>
            <a:r>
              <a:rPr lang="en-US" sz="2000" b="0" i="0" kern="1200" dirty="0">
                <a:solidFill>
                  <a:schemeClr val="tx1"/>
                </a:solidFill>
                <a:effectLst/>
                <a:latin typeface="+mn-lt"/>
                <a:ea typeface="+mn-ea"/>
                <a:cs typeface="+mn-cs"/>
              </a:rPr>
              <a:t> die Motivation und die </a:t>
            </a:r>
            <a:r>
              <a:rPr lang="en-US" sz="2000" b="0" i="0" kern="1200" dirty="0" err="1">
                <a:solidFill>
                  <a:schemeClr val="tx1"/>
                </a:solidFill>
                <a:effectLst/>
                <a:latin typeface="+mn-lt"/>
                <a:ea typeface="+mn-ea"/>
                <a:cs typeface="+mn-cs"/>
              </a:rPr>
              <a:t>Grundlagen</a:t>
            </a:r>
            <a:r>
              <a:rPr lang="en-US" sz="2000" b="0" i="0" kern="1200" dirty="0">
                <a:solidFill>
                  <a:schemeClr val="tx1"/>
                </a:solidFill>
                <a:effectLst/>
                <a:latin typeface="+mn-lt"/>
                <a:ea typeface="+mn-ea"/>
                <a:cs typeface="+mn-cs"/>
              </a:rPr>
              <a:t>, also </a:t>
            </a:r>
            <a:r>
              <a:rPr lang="en-US" sz="2000" b="0" i="0" kern="1200" dirty="0" err="1">
                <a:solidFill>
                  <a:schemeClr val="tx1"/>
                </a:solidFill>
                <a:effectLst/>
                <a:latin typeface="+mn-lt"/>
                <a:ea typeface="+mn-ea"/>
                <a:cs typeface="+mn-cs"/>
              </a:rPr>
              <a:t>warum</a:t>
            </a:r>
            <a:r>
              <a:rPr lang="en-US" sz="2000" b="0" i="0" kern="1200" dirty="0">
                <a:solidFill>
                  <a:schemeClr val="tx1"/>
                </a:solidFill>
                <a:effectLst/>
                <a:latin typeface="+mn-lt"/>
                <a:ea typeface="+mn-ea"/>
                <a:cs typeface="+mn-cs"/>
              </a:rPr>
              <a:t> dieses Thema </a:t>
            </a:r>
            <a:r>
              <a:rPr lang="en-US" sz="2000" b="0" i="0" kern="1200" dirty="0" err="1">
                <a:solidFill>
                  <a:schemeClr val="tx1"/>
                </a:solidFill>
                <a:effectLst/>
                <a:latin typeface="+mn-lt"/>
                <a:ea typeface="+mn-ea"/>
                <a:cs typeface="+mn-cs"/>
              </a:rPr>
              <a:t>jetzt</a:t>
            </a:r>
            <a:r>
              <a:rPr lang="en-US" sz="2000" b="0" i="0" kern="1200" dirty="0">
                <a:solidFill>
                  <a:schemeClr val="tx1"/>
                </a:solidFill>
                <a:effectLst/>
                <a:latin typeface="+mn-lt"/>
                <a:ea typeface="+mn-ea"/>
                <a:cs typeface="+mn-cs"/>
              </a:rPr>
              <a:t> relevant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p>
          <a:p>
            <a:r>
              <a:rPr lang="en-US" sz="2000" b="0" i="0" kern="1200" dirty="0">
                <a:solidFill>
                  <a:schemeClr val="tx1"/>
                </a:solidFill>
                <a:effectLst/>
                <a:latin typeface="+mn-lt"/>
                <a:ea typeface="+mn-ea"/>
                <a:cs typeface="+mn-cs"/>
              </a:rPr>
              <a:t>Dann die </a:t>
            </a:r>
            <a:r>
              <a:rPr lang="en-US" sz="2000" b="0" i="0" kern="1200" dirty="0" err="1">
                <a:solidFill>
                  <a:schemeClr val="tx1"/>
                </a:solidFill>
                <a:effectLst/>
                <a:latin typeface="+mn-lt"/>
                <a:ea typeface="+mn-ea"/>
                <a:cs typeface="+mn-cs"/>
              </a:rPr>
              <a:t>Methodik</a:t>
            </a:r>
            <a:r>
              <a:rPr lang="en-US" sz="2000" b="0" i="0" kern="1200" dirty="0">
                <a:solidFill>
                  <a:schemeClr val="tx1"/>
                </a:solidFill>
                <a:effectLst/>
                <a:latin typeface="+mn-lt"/>
                <a:ea typeface="+mn-ea"/>
                <a:cs typeface="+mn-cs"/>
              </a:rPr>
              <a:t>,</a:t>
            </a:r>
          </a:p>
          <a:p>
            <a:r>
              <a:rPr lang="en-US" sz="2000" b="0" i="0" kern="1200" dirty="0" err="1">
                <a:solidFill>
                  <a:schemeClr val="tx1"/>
                </a:solidFill>
                <a:effectLst/>
                <a:latin typeface="+mn-lt"/>
                <a:ea typeface="+mn-ea"/>
                <a:cs typeface="+mn-cs"/>
              </a:rPr>
              <a:t>Anschließend</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Ergebnisse</a:t>
            </a:r>
            <a:r>
              <a:rPr lang="en-US" sz="2000" b="0" i="0" kern="1200" dirty="0">
                <a:solidFill>
                  <a:schemeClr val="tx1"/>
                </a:solidFill>
                <a:effectLst/>
                <a:latin typeface="+mn-lt"/>
                <a:ea typeface="+mn-ea"/>
                <a:cs typeface="+mn-cs"/>
              </a:rPr>
              <a:t> der Tests am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p>
          <a:p>
            <a:r>
              <a:rPr lang="en-US" sz="2000" b="0" i="0" kern="1200" dirty="0">
                <a:solidFill>
                  <a:schemeClr val="tx1"/>
                </a:solidFill>
                <a:effectLst/>
                <a:latin typeface="+mn-lt"/>
                <a:ea typeface="+mn-ea"/>
                <a:cs typeface="+mn-cs"/>
              </a:rPr>
              <a:t>Das </a:t>
            </a:r>
            <a:r>
              <a:rPr lang="en-US" sz="2000" b="0" i="0" kern="1200" dirty="0" err="1">
                <a:solidFill>
                  <a:schemeClr val="tx1"/>
                </a:solidFill>
                <a:effectLst/>
                <a:latin typeface="+mn-lt"/>
                <a:ea typeface="+mn-ea"/>
                <a:cs typeface="+mn-cs"/>
              </a:rPr>
              <a:t>Fazit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entlang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meiner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Forschungsfragen</a:t>
            </a:r>
            <a:r>
              <a:rPr lang="en-US" sz="2000" b="0" i="0" kern="1200" dirty="0">
                <a:solidFill>
                  <a:schemeClr val="tx1"/>
                </a:solidFill>
                <a:effectLst/>
                <a:latin typeface="+mn-lt"/>
                <a:ea typeface="+mn-ea"/>
                <a:cs typeface="+mn-cs"/>
              </a:rPr>
              <a:t> und </a:t>
            </a:r>
          </a:p>
          <a:p>
            <a:r>
              <a:rPr lang="en-US" sz="2000" b="0" i="0" kern="1200" dirty="0">
                <a:solidFill>
                  <a:schemeClr val="tx1"/>
                </a:solidFill>
                <a:effectLst/>
                <a:latin typeface="+mn-lt"/>
                <a:ea typeface="+mn-ea"/>
                <a:cs typeface="+mn-cs"/>
              </a:rPr>
              <a:t>Zum </a:t>
            </a:r>
            <a:r>
              <a:rPr lang="en-US" sz="2000" b="0" i="0" kern="1200" dirty="0" err="1">
                <a:solidFill>
                  <a:schemeClr val="tx1"/>
                </a:solidFill>
                <a:effectLst/>
                <a:latin typeface="+mn-lt"/>
                <a:ea typeface="+mn-ea"/>
                <a:cs typeface="+mn-cs"/>
              </a:rPr>
              <a:t>Schluss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kurzer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Ausblick</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endParaRPr lang="de-DE" dirty="0"/>
          </a:p>
        </p:txBody>
      </p:sp>
      <p:sp>
        <p:nvSpPr>
          <p:cNvPr id="4" name="Slide Number Placeholder 3">
            <a:extLst>
              <a:ext uri="{FF2B5EF4-FFF2-40B4-BE49-F238E27FC236}">
                <a16:creationId xmlns:a16="http://schemas.microsoft.com/office/drawing/2014/main" id="{6C7A697C-5DDD-9DFD-3735-725F03BD2093}"/>
              </a:ext>
            </a:extLst>
          </p:cNvPr>
          <p:cNvSpPr>
            <a:spLocks noGrp="1"/>
          </p:cNvSpPr>
          <p:nvPr>
            <p:ph type="sldNum" sz="quarter" idx="5"/>
          </p:nvPr>
        </p:nvSpPr>
        <p:spPr/>
        <p:txBody>
          <a:bodyPr/>
          <a:lstStyle/>
          <a:p>
            <a:fld id="{C4CB6471-ACEC-47CF-B768-419C0458B309}" type="slidenum">
              <a:rPr lang="en-US" smtClean="0"/>
              <a:t>2</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E74AD-1664-4AD2-A45F-526384440F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8D4A31-E237-4B46-A9FC-A9D9C5E58C70}"/>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CC0667CA-AA97-42F5-B9E3-09F10C64698A}"/>
              </a:ext>
            </a:extLst>
          </p:cNvPr>
          <p:cNvSpPr>
            <a:spLocks noGrp="1"/>
          </p:cNvSpPr>
          <p:nvPr>
            <p:ph type="body" idx="1"/>
          </p:nvPr>
        </p:nvSpPr>
        <p:spPr/>
        <p:txBody>
          <a:bodyPr/>
          <a:lstStyle/>
          <a:p>
            <a:pPr rtl="0" fontAlgn="base"/>
            <a:r>
              <a:rPr lang="en-US" sz="2000" b="0" i="0" kern="1200" dirty="0">
                <a:solidFill>
                  <a:schemeClr val="tx1"/>
                </a:solidFill>
                <a:effectLst/>
                <a:latin typeface="+mn-lt"/>
                <a:ea typeface="+mn-ea"/>
                <a:cs typeface="+mn-cs"/>
              </a:rPr>
              <a:t>Das Gateway </a:t>
            </a:r>
            <a:r>
              <a:rPr lang="en-US" sz="2000" b="0" i="0" kern="1200" dirty="0" err="1">
                <a:solidFill>
                  <a:schemeClr val="tx1"/>
                </a:solidFill>
                <a:effectLst/>
                <a:latin typeface="+mn-lt"/>
                <a:ea typeface="+mn-ea"/>
                <a:cs typeface="+mn-cs"/>
              </a:rPr>
              <a:t>sitzt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genau</a:t>
            </a:r>
            <a:r>
              <a:rPr lang="en-US" sz="2000" b="0" i="0" kern="1200" dirty="0">
                <a:solidFill>
                  <a:schemeClr val="tx1"/>
                </a:solidFill>
                <a:effectLst/>
                <a:latin typeface="+mn-lt"/>
                <a:ea typeface="+mn-ea"/>
                <a:cs typeface="+mn-cs"/>
              </a:rPr>
              <a:t> an der </a:t>
            </a:r>
            <a:r>
              <a:rPr lang="en-US" sz="2000" b="0" i="0" kern="1200" dirty="0" err="1">
                <a:solidFill>
                  <a:schemeClr val="tx1"/>
                </a:solidFill>
                <a:effectLst/>
                <a:latin typeface="+mn-lt"/>
                <a:ea typeface="+mn-ea"/>
                <a:cs typeface="+mn-cs"/>
              </a:rPr>
              <a:t>Grenze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zwischen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Welten</a:t>
            </a:r>
            <a:r>
              <a:rPr lang="en-US"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Auf der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gilt die </a:t>
            </a:r>
            <a:r>
              <a:rPr lang="en-US" sz="2000" b="0" i="0" kern="1200" dirty="0" err="1">
                <a:solidFill>
                  <a:schemeClr val="tx1"/>
                </a:solidFill>
                <a:effectLst/>
                <a:latin typeface="+mn-lt"/>
                <a:ea typeface="+mn-ea"/>
                <a:cs typeface="+mn-cs"/>
              </a:rPr>
              <a:t>klassische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Priorisierung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Vertraulichkeit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Integrität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Verfügbarkeit</a:t>
            </a:r>
            <a:r>
              <a:rPr lang="en-US"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Auf der OT-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diese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Reihenfolge</a:t>
            </a:r>
            <a:r>
              <a:rPr lang="en-US" sz="2000" b="0" i="0" kern="1200" dirty="0">
                <a:solidFill>
                  <a:schemeClr val="tx1"/>
                </a:solidFill>
                <a:effectLst/>
                <a:latin typeface="+mn-lt"/>
                <a:ea typeface="+mn-ea"/>
                <a:cs typeface="+mn-cs"/>
              </a:rPr>
              <a:t> um: </a:t>
            </a:r>
            <a:r>
              <a:rPr lang="en-US" sz="2000" b="0" i="0" kern="1200" dirty="0" err="1">
                <a:solidFill>
                  <a:schemeClr val="tx1"/>
                </a:solidFill>
                <a:effectLst/>
                <a:latin typeface="+mn-lt"/>
                <a:ea typeface="+mn-ea"/>
                <a:cs typeface="+mn-cs"/>
              </a:rPr>
              <a:t>Verfügbarkeit</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deterministische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Ausführung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stehen</a:t>
            </a:r>
            <a:r>
              <a:rPr lang="en-US" sz="2000" b="0" i="0" kern="1200" dirty="0">
                <a:solidFill>
                  <a:schemeClr val="tx1"/>
                </a:solidFill>
                <a:effectLst/>
                <a:latin typeface="+mn-lt"/>
                <a:ea typeface="+mn-ea"/>
                <a:cs typeface="+mn-cs"/>
              </a:rPr>
              <a:t> an </a:t>
            </a:r>
            <a:r>
              <a:rPr lang="en-US" sz="2000" b="0" i="0" kern="1200" dirty="0" err="1">
                <a:solidFill>
                  <a:schemeClr val="tx1"/>
                </a:solidFill>
                <a:effectLst/>
                <a:latin typeface="+mn-lt"/>
                <a:ea typeface="+mn-ea"/>
                <a:cs typeface="+mn-cs"/>
              </a:rPr>
              <a:t>erster</a:t>
            </a:r>
            <a:r>
              <a:rPr lang="en-US" sz="2000" b="0" i="0" kern="1200" dirty="0">
                <a:solidFill>
                  <a:schemeClr val="tx1"/>
                </a:solidFill>
                <a:effectLst/>
                <a:latin typeface="+mn-lt"/>
                <a:ea typeface="+mn-ea"/>
                <a:cs typeface="+mn-cs"/>
              </a:rPr>
              <a:t> Stelle </a:t>
            </a:r>
            <a:r>
              <a:rPr lang="en-US" sz="2000" b="0" i="0" kern="1200" dirty="0">
                <a:solidFill>
                  <a:schemeClr val="tx1"/>
                </a:solidFill>
                <a:effectLst/>
                <a:highlight>
                  <a:srgbClr val="FFFF00"/>
                </a:highlight>
                <a:latin typeface="+mn-lt"/>
                <a:ea typeface="+mn-ea"/>
                <a:cs typeface="+mn-cs"/>
              </a:rPr>
              <a:t>(</a:t>
            </a:r>
            <a:r>
              <a:rPr lang="en-US" sz="2000" b="0" i="0" kern="1200" dirty="0">
                <a:solidFill>
                  <a:schemeClr val="tx1"/>
                </a:solidFill>
                <a:effectLst/>
                <a:latin typeface="+mn-lt"/>
                <a:ea typeface="+mn-ea"/>
                <a:cs typeface="+mn-cs"/>
              </a:rPr>
              <a:t>klick</a:t>
            </a:r>
            <a:r>
              <a:rPr lang="en-US" sz="2000" b="0" i="0" kern="1200" dirty="0">
                <a:solidFill>
                  <a:schemeClr val="tx1"/>
                </a:solidFill>
                <a:effectLst/>
                <a:highlight>
                  <a:srgbClr val="FFFF00"/>
                </a:highlight>
                <a:latin typeface="+mn-lt"/>
                <a:ea typeface="+mn-ea"/>
                <a:cs typeface="+mn-cs"/>
              </a:rPr>
              <a:t>), </a:t>
            </a:r>
            <a:r>
              <a:rPr lang="en-US" sz="2000" b="0" i="0" kern="1200" dirty="0" err="1">
                <a:solidFill>
                  <a:schemeClr val="tx1"/>
                </a:solidFill>
                <a:effectLst/>
                <a:latin typeface="+mn-lt"/>
                <a:ea typeface="+mn-ea"/>
                <a:cs typeface="+mn-cs"/>
              </a:rPr>
              <a:t>denn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jede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Verzögerung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Unterbrechung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physischen</a:t>
            </a:r>
            <a:r>
              <a:rPr lang="en-US" sz="2000" b="0" i="0" kern="1200" dirty="0">
                <a:solidFill>
                  <a:schemeClr val="tx1"/>
                </a:solidFill>
                <a:effectLst/>
                <a:latin typeface="+mn-lt"/>
                <a:ea typeface="+mn-ea"/>
                <a:cs typeface="+mn-cs"/>
              </a:rPr>
              <a:t> Schaden, </a:t>
            </a:r>
            <a:r>
              <a:rPr lang="en-US" sz="2000" b="0" i="0" kern="1200" dirty="0" err="1">
                <a:solidFill>
                  <a:schemeClr val="tx1"/>
                </a:solidFill>
                <a:effectLst/>
                <a:latin typeface="+mn-lt"/>
                <a:ea typeface="+mn-ea"/>
                <a:cs typeface="+mn-cs"/>
              </a:rPr>
              <a:t>Gefährdungen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Produktionsausfall</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bedeuten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(klick) Das Gateway </a:t>
            </a:r>
            <a:r>
              <a:rPr lang="en-US" sz="2000" b="0" i="0" kern="1200" dirty="0" err="1">
                <a:solidFill>
                  <a:schemeClr val="tx1"/>
                </a:solidFill>
                <a:effectLst/>
                <a:latin typeface="+mn-lt"/>
                <a:ea typeface="+mn-ea"/>
                <a:cs typeface="+mn-cs"/>
              </a:rPr>
              <a:t>vereint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beide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Pfade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einem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einen</a:t>
            </a:r>
            <a:r>
              <a:rPr lang="en-US" sz="2000" b="0" i="0" kern="1200" dirty="0">
                <a:solidFill>
                  <a:schemeClr val="tx1"/>
                </a:solidFill>
                <a:effectLst/>
                <a:latin typeface="+mn-lt"/>
                <a:ea typeface="+mn-ea"/>
                <a:cs typeface="+mn-cs"/>
              </a:rPr>
              <a:t> HTTP-</a:t>
            </a:r>
            <a:r>
              <a:rPr lang="en-US" sz="2000" b="0" i="0" kern="1200" dirty="0" err="1">
                <a:solidFill>
                  <a:schemeClr val="tx1"/>
                </a:solidFill>
                <a:effectLst/>
                <a:latin typeface="+mn-lt"/>
                <a:ea typeface="+mn-ea"/>
                <a:cs typeface="+mn-cs"/>
              </a:rPr>
              <a:t>Diagnosepfad</a:t>
            </a:r>
            <a:r>
              <a:rPr lang="en-US" sz="2000" b="0" i="0" kern="1200" dirty="0">
                <a:solidFill>
                  <a:schemeClr val="tx1"/>
                </a:solidFill>
                <a:effectLst/>
                <a:latin typeface="+mn-lt"/>
                <a:ea typeface="+mn-ea"/>
                <a:cs typeface="+mn-cs"/>
              </a:rPr>
              <a:t> auf der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und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einen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zyklischen</a:t>
            </a:r>
            <a:r>
              <a:rPr lang="en-US" sz="2000" b="0" i="0" kern="1200" dirty="0">
                <a:solidFill>
                  <a:schemeClr val="tx1"/>
                </a:solidFill>
                <a:effectLst/>
                <a:latin typeface="+mn-lt"/>
                <a:ea typeface="+mn-ea"/>
                <a:cs typeface="+mn-cs"/>
              </a:rPr>
              <a:t> PROFINET- </a:t>
            </a:r>
            <a:r>
              <a:rPr lang="en-US" sz="2000" b="0" i="0" kern="1200" dirty="0" err="1">
                <a:solidFill>
                  <a:schemeClr val="tx1"/>
                </a:solidFill>
                <a:effectLst/>
                <a:latin typeface="+mn-lt"/>
                <a:ea typeface="+mn-ea"/>
                <a:cs typeface="+mn-cs"/>
              </a:rPr>
              <a:t>beziehungsweise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PROFIsafe-Pfad</a:t>
            </a:r>
            <a:r>
              <a:rPr lang="en-US" sz="2000" b="0" i="0" kern="1200" dirty="0">
                <a:solidFill>
                  <a:schemeClr val="tx1"/>
                </a:solidFill>
                <a:effectLst/>
                <a:latin typeface="+mn-lt"/>
                <a:ea typeface="+mn-ea"/>
                <a:cs typeface="+mn-cs"/>
              </a:rPr>
              <a:t> auf der OT-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PROFIsafe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folgt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dabei</a:t>
            </a:r>
            <a:r>
              <a:rPr lang="en-US" sz="2000" b="0" i="0" kern="1200" dirty="0">
                <a:solidFill>
                  <a:schemeClr val="tx1"/>
                </a:solidFill>
                <a:effectLst/>
                <a:latin typeface="+mn-lt"/>
                <a:ea typeface="+mn-ea"/>
                <a:cs typeface="+mn-cs"/>
              </a:rPr>
              <a:t> dem Black-Channel-</a:t>
            </a:r>
            <a:r>
              <a:rPr lang="en-US" sz="2000" b="0" i="0" kern="1200" dirty="0" err="1">
                <a:solidFill>
                  <a:schemeClr val="tx1"/>
                </a:solidFill>
                <a:effectLst/>
                <a:latin typeface="+mn-lt"/>
                <a:ea typeface="+mn-ea"/>
                <a:cs typeface="+mn-cs"/>
              </a:rPr>
              <a:t>Prinzip</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heißt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Sicherheitsschicht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traut</a:t>
            </a:r>
            <a:r>
              <a:rPr lang="en-US" sz="2000" b="0" i="0" kern="1200" dirty="0">
                <a:solidFill>
                  <a:schemeClr val="tx1"/>
                </a:solidFill>
                <a:effectLst/>
                <a:latin typeface="+mn-lt"/>
                <a:ea typeface="+mn-ea"/>
                <a:cs typeface="+mn-cs"/>
              </a:rPr>
              <a:t> dem Übertragungskanal (PROFINET) </a:t>
            </a:r>
            <a:r>
              <a:rPr lang="en-US" sz="2000" b="0" i="0" kern="1200" dirty="0" err="1">
                <a:solidFill>
                  <a:schemeClr val="tx1"/>
                </a:solidFill>
                <a:effectLst/>
                <a:latin typeface="+mn-lt"/>
                <a:ea typeface="+mn-ea"/>
                <a:cs typeface="+mn-cs"/>
              </a:rPr>
              <a:t>grundsätzlich</a:t>
            </a:r>
            <a:r>
              <a:rPr lang="en-US" sz="2000" b="0" i="0" kern="1200" dirty="0">
                <a:solidFill>
                  <a:schemeClr val="tx1"/>
                </a:solidFill>
                <a:effectLst/>
                <a:latin typeface="+mn-lt"/>
                <a:ea typeface="+mn-ea"/>
                <a:cs typeface="+mn-cs"/>
              </a:rPr>
              <a:t> nicht.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Genau</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diese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Doppelrolle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macht</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kritischen</a:t>
            </a:r>
            <a:r>
              <a:rPr lang="en-US" sz="2000" b="0" i="0" kern="1200" dirty="0">
                <a:solidFill>
                  <a:schemeClr val="tx1"/>
                </a:solidFill>
                <a:effectLst/>
                <a:latin typeface="+mn-lt"/>
                <a:ea typeface="+mn-ea"/>
                <a:cs typeface="+mn-cs"/>
              </a:rPr>
              <a:t> Asset: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Bedrohungen</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früher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geschlossene</a:t>
            </a:r>
            <a:r>
              <a:rPr lang="en-US" sz="2000" b="0" i="0" kern="1200" dirty="0">
                <a:solidFill>
                  <a:schemeClr val="tx1"/>
                </a:solidFill>
                <a:effectLst/>
                <a:latin typeface="+mn-lt"/>
                <a:ea typeface="+mn-ea"/>
                <a:cs typeface="+mn-cs"/>
              </a:rPr>
              <a:t> OT-</a:t>
            </a:r>
            <a:r>
              <a:rPr lang="en-US" sz="2000" b="0" i="0" kern="1200" dirty="0" err="1">
                <a:solidFill>
                  <a:schemeClr val="tx1"/>
                </a:solidFill>
                <a:effectLst/>
                <a:latin typeface="+mn-lt"/>
                <a:ea typeface="+mn-ea"/>
                <a:cs typeface="+mn-cs"/>
              </a:rPr>
              <a:t>Umgebung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hineingetragen</a:t>
            </a:r>
            <a:r>
              <a:rPr lang="en-US" sz="2000" b="0" i="0" kern="1200" dirty="0">
                <a:solidFill>
                  <a:schemeClr val="tx1"/>
                </a:solidFill>
                <a:effectLst/>
                <a:latin typeface="+mn-lt"/>
                <a:ea typeface="+mn-ea"/>
                <a:cs typeface="+mn-cs"/>
              </a:rPr>
              <a:t>.</a:t>
            </a:r>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F3F10FDD-7772-444D-926A-8E7CD3649F5E}"/>
              </a:ext>
            </a:extLst>
          </p:cNvPr>
          <p:cNvSpPr>
            <a:spLocks noGrp="1"/>
          </p:cNvSpPr>
          <p:nvPr>
            <p:ph type="sldNum" sz="quarter" idx="5"/>
          </p:nvPr>
        </p:nvSpPr>
        <p:spPr/>
        <p:txBody>
          <a:bodyPr/>
          <a:lstStyle/>
          <a:p>
            <a:fld id="{A357CE30-D6A2-4344-AAC6-024B029B7B76}" type="slidenum">
              <a:rPr lang="en-US" smtClean="0"/>
              <a:t>3</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7C772-9ADA-4246-A4A2-2F5FDCC7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BA25D-DC57-416E-B3B1-4B12A8307DB2}"/>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4E693574-B2DD-4163-9AB3-5BB5D1E0B30C}"/>
              </a:ext>
            </a:extLst>
          </p:cNvPr>
          <p:cNvSpPr>
            <a:spLocks noGrp="1"/>
          </p:cNvSpPr>
          <p:nvPr>
            <p:ph type="body" idx="1"/>
          </p:nvPr>
        </p:nvSpPr>
        <p:spPr/>
        <p:txBody>
          <a:bodyPr/>
          <a:lstStyle/>
          <a:p>
            <a:pPr rtl="0" fontAlgn="base"/>
            <a:r>
              <a:rPr lang="en-US" sz="2000" b="0" i="0" kern="1200" dirty="0">
                <a:solidFill>
                  <a:schemeClr val="tx1"/>
                </a:solidFill>
                <a:effectLst/>
                <a:latin typeface="+mn-lt"/>
                <a:ea typeface="+mn-ea"/>
                <a:cs typeface="+mn-cs"/>
              </a:rPr>
              <a:t>Die </a:t>
            </a:r>
            <a:r>
              <a:rPr lang="en-US" sz="2000" b="0" i="0" kern="1200" dirty="0" err="1">
                <a:solidFill>
                  <a:schemeClr val="tx1"/>
                </a:solidFill>
                <a:effectLst/>
                <a:latin typeface="+mn-lt"/>
                <a:ea typeface="+mn-ea"/>
                <a:cs typeface="+mn-cs"/>
              </a:rPr>
              <a:t>Verordnung</a:t>
            </a:r>
            <a:r>
              <a:rPr lang="en-US" sz="2000" b="0" i="0" kern="1200" dirty="0">
                <a:solidFill>
                  <a:schemeClr val="tx1"/>
                </a:solidFill>
                <a:effectLst/>
                <a:latin typeface="+mn-lt"/>
                <a:ea typeface="+mn-ea"/>
                <a:cs typeface="+mn-cs"/>
              </a:rPr>
              <a:t> (EU) </a:t>
            </a:r>
            <a:r>
              <a:rPr lang="en-US" sz="2000" b="0" i="0" kern="1200" dirty="0" err="1">
                <a:solidFill>
                  <a:schemeClr val="tx1"/>
                </a:solidFill>
                <a:effectLst/>
                <a:latin typeface="+mn-lt"/>
                <a:ea typeface="+mn-ea"/>
                <a:cs typeface="+mn-cs"/>
              </a:rPr>
              <a:t>wurde</a:t>
            </a:r>
            <a:r>
              <a:rPr lang="en-US" sz="2000" b="0" i="0" kern="1200" dirty="0">
                <a:solidFill>
                  <a:schemeClr val="tx1"/>
                </a:solidFill>
                <a:effectLst/>
                <a:latin typeface="+mn-lt"/>
                <a:ea typeface="+mn-ea"/>
                <a:cs typeface="+mn-cs"/>
              </a:rPr>
              <a:t> am 29. Juni 2023 </a:t>
            </a:r>
            <a:r>
              <a:rPr lang="en-US" sz="2000" b="0" i="0" kern="1200" dirty="0" err="1">
                <a:solidFill>
                  <a:schemeClr val="tx1"/>
                </a:solidFill>
                <a:effectLst/>
                <a:latin typeface="+mn-lt"/>
                <a:ea typeface="+mn-ea"/>
                <a:cs typeface="+mn-cs"/>
              </a:rPr>
              <a:t>im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Amtsblatt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veröffentlicht</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ab dem 20. </a:t>
            </a:r>
            <a:r>
              <a:rPr lang="en-US" sz="2000" b="0" i="0" kern="1200" dirty="0" err="1">
                <a:solidFill>
                  <a:schemeClr val="tx1"/>
                </a:solidFill>
                <a:effectLst/>
                <a:latin typeface="+mn-lt"/>
                <a:ea typeface="+mn-ea"/>
                <a:cs typeface="+mn-cs"/>
              </a:rPr>
              <a:t>Januar</a:t>
            </a:r>
            <a:r>
              <a:rPr lang="en-US" sz="2000" b="0" i="0" kern="1200" dirty="0">
                <a:solidFill>
                  <a:schemeClr val="tx1"/>
                </a:solidFill>
                <a:effectLst/>
                <a:latin typeface="+mn-lt"/>
                <a:ea typeface="+mn-ea"/>
                <a:cs typeface="+mn-cs"/>
              </a:rPr>
              <a:t> 2027 </a:t>
            </a:r>
            <a:r>
              <a:rPr lang="en-US" sz="2000" b="0" i="0" kern="1200" dirty="0" err="1">
                <a:solidFill>
                  <a:schemeClr val="tx1"/>
                </a:solidFill>
                <a:effectLst/>
                <a:latin typeface="+mn-lt"/>
                <a:ea typeface="+mn-ea"/>
                <a:cs typeface="+mn-cs"/>
              </a:rPr>
              <a:t>verbindlich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anzuwenden</a:t>
            </a:r>
            <a:r>
              <a:rPr lang="en-US" sz="2000" b="0" i="0" kern="1200" dirty="0">
                <a:solidFill>
                  <a:schemeClr val="tx1"/>
                </a:solidFill>
                <a:effectLst/>
                <a:latin typeface="+mn-lt"/>
                <a:ea typeface="+mn-ea"/>
                <a:cs typeface="+mn-cs"/>
              </a:rPr>
              <a:t>. Sie </a:t>
            </a:r>
            <a:r>
              <a:rPr lang="en-US" sz="2000" b="0" i="0" kern="1200" dirty="0" err="1">
                <a:solidFill>
                  <a:schemeClr val="tx1"/>
                </a:solidFill>
                <a:effectLst/>
                <a:latin typeface="+mn-lt"/>
                <a:ea typeface="+mn-ea"/>
                <a:cs typeface="+mn-cs"/>
              </a:rPr>
              <a:t>löst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Maschinenrichtlinie</a:t>
            </a:r>
            <a:r>
              <a:rPr lang="en-US" sz="2000" b="0" i="0" kern="1200" dirty="0">
                <a:solidFill>
                  <a:schemeClr val="tx1"/>
                </a:solidFill>
                <a:effectLst/>
                <a:latin typeface="+mn-lt"/>
                <a:ea typeface="+mn-ea"/>
                <a:cs typeface="+mn-cs"/>
              </a:rPr>
              <a:t> ab.</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Der </a:t>
            </a:r>
            <a:r>
              <a:rPr lang="en-US" sz="2000" b="0" i="0" kern="1200" dirty="0" err="1">
                <a:solidFill>
                  <a:schemeClr val="tx1"/>
                </a:solidFill>
                <a:effectLst/>
                <a:latin typeface="+mn-lt"/>
                <a:ea typeface="+mn-ea"/>
                <a:cs typeface="+mn-cs"/>
              </a:rPr>
              <a:t>entscheidende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Unterschied</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Eine </a:t>
            </a:r>
            <a:r>
              <a:rPr lang="en-US" sz="2000" b="0" i="0" kern="1200" dirty="0" err="1">
                <a:solidFill>
                  <a:schemeClr val="tx1"/>
                </a:solidFill>
                <a:effectLst/>
                <a:latin typeface="+mn-lt"/>
                <a:ea typeface="+mn-ea"/>
                <a:cs typeface="+mn-cs"/>
              </a:rPr>
              <a:t>Verordnung</a:t>
            </a:r>
            <a:r>
              <a:rPr lang="en-US" sz="2000" b="0" i="0" kern="1200" dirty="0">
                <a:solidFill>
                  <a:schemeClr val="tx1"/>
                </a:solidFill>
                <a:effectLst/>
                <a:latin typeface="+mn-lt"/>
                <a:ea typeface="+mn-ea"/>
                <a:cs typeface="+mn-cs"/>
              </a:rPr>
              <a:t> gilt </a:t>
            </a:r>
            <a:r>
              <a:rPr lang="en-US" sz="2000" b="0" i="0" kern="1200" dirty="0" err="1">
                <a:solidFill>
                  <a:schemeClr val="tx1"/>
                </a:solidFill>
                <a:effectLst/>
                <a:latin typeface="+mn-lt"/>
                <a:ea typeface="+mn-ea"/>
                <a:cs typeface="+mn-cs"/>
              </a:rPr>
              <a:t>unmittelbar</a:t>
            </a:r>
            <a:r>
              <a:rPr lang="en-US" sz="2000" b="0" i="0" kern="1200" dirty="0">
                <a:solidFill>
                  <a:schemeClr val="tx1"/>
                </a:solidFill>
                <a:effectLst/>
                <a:latin typeface="+mn-lt"/>
                <a:ea typeface="+mn-ea"/>
                <a:cs typeface="+mn-cs"/>
              </a:rPr>
              <a:t> für alle </a:t>
            </a:r>
            <a:r>
              <a:rPr lang="en-US" sz="2000" b="0" i="0" kern="1200" dirty="0" err="1">
                <a:solidFill>
                  <a:schemeClr val="tx1"/>
                </a:solidFill>
                <a:effectLst/>
                <a:latin typeface="+mn-lt"/>
                <a:ea typeface="+mn-ea"/>
                <a:cs typeface="+mn-cs"/>
              </a:rPr>
              <a:t>Wirtschaftsakteure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sie</a:t>
            </a:r>
            <a:r>
              <a:rPr lang="en-US" sz="2000" b="0" i="0" kern="1200" dirty="0">
                <a:solidFill>
                  <a:schemeClr val="tx1"/>
                </a:solidFill>
                <a:effectLst/>
                <a:latin typeface="+mn-lt"/>
                <a:ea typeface="+mn-ea"/>
                <a:cs typeface="+mn-cs"/>
              </a:rPr>
              <a:t> muss nicht erst in </a:t>
            </a:r>
            <a:r>
              <a:rPr lang="en-US" sz="2000" b="0" i="0" kern="1200" dirty="0" err="1">
                <a:solidFill>
                  <a:schemeClr val="tx1"/>
                </a:solidFill>
                <a:effectLst/>
                <a:latin typeface="+mn-lt"/>
                <a:ea typeface="+mn-ea"/>
                <a:cs typeface="+mn-cs"/>
              </a:rPr>
              <a:t>nationales</a:t>
            </a:r>
            <a:r>
              <a:rPr lang="en-US" sz="2000" b="0" i="0" kern="1200" dirty="0">
                <a:solidFill>
                  <a:schemeClr val="tx1"/>
                </a:solidFill>
                <a:effectLst/>
                <a:latin typeface="+mn-lt"/>
                <a:ea typeface="+mn-ea"/>
                <a:cs typeface="+mn-cs"/>
              </a:rPr>
              <a:t> Recht </a:t>
            </a:r>
            <a:r>
              <a:rPr lang="en-US" sz="2000" b="0" i="0" kern="1200" dirty="0" err="1">
                <a:solidFill>
                  <a:schemeClr val="tx1"/>
                </a:solidFill>
                <a:effectLst/>
                <a:latin typeface="+mn-lt"/>
                <a:ea typeface="+mn-ea"/>
                <a:cs typeface="+mn-cs"/>
              </a:rPr>
              <a:t>überführt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Und </a:t>
            </a:r>
            <a:r>
              <a:rPr lang="en-US" sz="2000" b="0" i="0" kern="1200" dirty="0" err="1">
                <a:solidFill>
                  <a:schemeClr val="tx1"/>
                </a:solidFill>
                <a:effectLst/>
                <a:latin typeface="+mn-lt"/>
                <a:ea typeface="+mn-ea"/>
                <a:cs typeface="+mn-cs"/>
              </a:rPr>
              <a:t>inhaltlich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wird</a:t>
            </a:r>
            <a:r>
              <a:rPr lang="en-US" sz="2000" b="0" i="0" kern="1200" dirty="0">
                <a:solidFill>
                  <a:schemeClr val="tx1"/>
                </a:solidFill>
                <a:effectLst/>
                <a:latin typeface="+mn-lt"/>
                <a:ea typeface="+mn-ea"/>
                <a:cs typeface="+mn-cs"/>
              </a:rPr>
              <a:t> Cybersecurity </a:t>
            </a:r>
            <a:r>
              <a:rPr lang="en-US" sz="2000" b="0" i="0" kern="1200" dirty="0" err="1">
                <a:solidFill>
                  <a:schemeClr val="tx1"/>
                </a:solidFill>
                <a:effectLst/>
                <a:latin typeface="+mn-lt"/>
                <a:ea typeface="+mn-ea"/>
                <a:cs typeface="+mn-cs"/>
              </a:rPr>
              <a:t>erstmals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verpflichtender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Bestandteil</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Produktsicherheit</a:t>
            </a:r>
            <a:r>
              <a:rPr lang="en-US"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Damit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funktionale</a:t>
            </a:r>
            <a:r>
              <a:rPr lang="en-US" sz="2000" b="0" i="0" kern="1200" dirty="0">
                <a:solidFill>
                  <a:schemeClr val="tx1"/>
                </a:solidFill>
                <a:effectLst/>
                <a:latin typeface="+mn-lt"/>
                <a:ea typeface="+mn-ea"/>
                <a:cs typeface="+mn-cs"/>
              </a:rPr>
              <a:t> Sicherheit nicht </a:t>
            </a:r>
            <a:r>
              <a:rPr lang="en-US" sz="2000" b="0" i="0" kern="1200" dirty="0" err="1">
                <a:solidFill>
                  <a:schemeClr val="tx1"/>
                </a:solidFill>
                <a:effectLst/>
                <a:latin typeface="+mn-lt"/>
                <a:ea typeface="+mn-ea"/>
                <a:cs typeface="+mn-cs"/>
              </a:rPr>
              <a:t>mehr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unabhängig</a:t>
            </a:r>
            <a:r>
              <a:rPr lang="en-US" sz="2000" b="0" i="0" kern="1200" dirty="0">
                <a:solidFill>
                  <a:schemeClr val="tx1"/>
                </a:solidFill>
                <a:effectLst/>
                <a:latin typeface="+mn-lt"/>
                <a:ea typeface="+mn-ea"/>
                <a:cs typeface="+mn-cs"/>
              </a:rPr>
              <a:t> von Cybersecurity </a:t>
            </a:r>
            <a:r>
              <a:rPr lang="en-US" sz="2000" b="0" i="0" kern="1200" dirty="0" err="1">
                <a:solidFill>
                  <a:schemeClr val="tx1"/>
                </a:solidFill>
                <a:effectLst/>
                <a:latin typeface="+mn-lt"/>
                <a:ea typeface="+mn-ea"/>
                <a:cs typeface="+mn-cs"/>
              </a:rPr>
              <a:t>bewertbar</a:t>
            </a:r>
            <a:endParaRPr lang="en-US" sz="2000" b="0" i="0" kern="1200" dirty="0">
              <a:solidFill>
                <a:schemeClr val="tx1"/>
              </a:solidFill>
              <a:effectLst/>
              <a:latin typeface="+mn-lt"/>
              <a:ea typeface="+mn-ea"/>
              <a:cs typeface="+mn-cs"/>
            </a:endParaRPr>
          </a:p>
          <a:p>
            <a:pPr rtl="0" fontAlgn="base"/>
            <a:endParaRPr lang="en-US" sz="2000" b="0" i="0" kern="1200" dirty="0">
              <a:solidFill>
                <a:schemeClr val="tx1"/>
              </a:solidFill>
              <a:effectLst/>
              <a:latin typeface="+mn-lt"/>
              <a:ea typeface="+mn-ea"/>
              <a:cs typeface="+mn-cs"/>
            </a:endParaRPr>
          </a:p>
          <a:p>
            <a:pPr rtl="0" fontAlgn="base"/>
            <a:endParaRPr lang="en-US" sz="2000" b="0" i="0" kern="1200" dirty="0">
              <a:solidFill>
                <a:schemeClr val="tx1"/>
              </a:solidFill>
              <a:effectLst/>
              <a:latin typeface="+mn-lt"/>
              <a:ea typeface="+mn-ea"/>
              <a:cs typeface="+mn-cs"/>
            </a:endParaRPr>
          </a:p>
          <a:p>
            <a:pPr marL="180000" marR="0" lvl="0" indent="-180000" algn="l" defTabSz="914400" rtl="0" eaLnBrk="1" fontAlgn="base" latinLnBrk="0" hangingPunct="1">
              <a:lnSpc>
                <a:spcPct val="100000"/>
              </a:lnSpc>
              <a:spcBef>
                <a:spcPts val="0"/>
              </a:spcBef>
              <a:spcAft>
                <a:spcPts val="300"/>
              </a:spcAft>
              <a:buClr>
                <a:schemeClr val="tx2"/>
              </a:buClr>
              <a:buSzTx/>
              <a:buFont typeface="Arial" panose="020B0604020202020204" pitchFamily="34" charset="0"/>
              <a:buChar char="•"/>
              <a:tabLst/>
              <a:defRPr/>
            </a:pPr>
            <a:r>
              <a:rPr lang="en-US" sz="2000" b="0" i="0" kern="1200" dirty="0">
                <a:solidFill>
                  <a:schemeClr val="tx1"/>
                </a:solidFill>
                <a:effectLst/>
                <a:latin typeface="+mn-lt"/>
                <a:ea typeface="+mn-ea"/>
                <a:cs typeface="+mn-cs"/>
              </a:rPr>
              <a:t>(</a:t>
            </a:r>
            <a:r>
              <a:rPr lang="en-US" sz="2000" b="0" i="0" kern="1200" dirty="0" err="1">
                <a:solidFill>
                  <a:schemeClr val="tx1"/>
                </a:solidFill>
                <a:effectLst/>
                <a:latin typeface="+mn-lt"/>
                <a:ea typeface="+mn-ea"/>
                <a:cs typeface="+mn-cs"/>
              </a:rPr>
              <a:t>konkret</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Anhang</a:t>
            </a:r>
            <a:r>
              <a:rPr lang="en-US" sz="2000" b="0" i="0" kern="1200" dirty="0">
                <a:solidFill>
                  <a:schemeClr val="tx1"/>
                </a:solidFill>
                <a:effectLst/>
                <a:latin typeface="+mn-lt"/>
                <a:ea typeface="+mn-ea"/>
                <a:cs typeface="+mn-cs"/>
              </a:rPr>
              <a:t> III, </a:t>
            </a:r>
            <a:r>
              <a:rPr lang="en-US" sz="2000" b="0" i="0" kern="1200" dirty="0" err="1">
                <a:solidFill>
                  <a:schemeClr val="tx1"/>
                </a:solidFill>
                <a:effectLst/>
                <a:latin typeface="+mn-lt"/>
                <a:ea typeface="+mn-ea"/>
                <a:cs typeface="+mn-cs"/>
              </a:rPr>
              <a:t>Abschnitte</a:t>
            </a:r>
            <a:r>
              <a:rPr lang="en-US" sz="2000" b="0" i="0" kern="1200" dirty="0">
                <a:solidFill>
                  <a:schemeClr val="tx1"/>
                </a:solidFill>
                <a:effectLst/>
                <a:latin typeface="+mn-lt"/>
                <a:ea typeface="+mn-ea"/>
                <a:cs typeface="+mn-cs"/>
              </a:rPr>
              <a:t> 1.1.9 Schutz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Korruption</a:t>
            </a:r>
            <a:r>
              <a:rPr lang="en-US" sz="2000" b="0" i="0" kern="1200" dirty="0">
                <a:solidFill>
                  <a:schemeClr val="tx1"/>
                </a:solidFill>
                <a:effectLst/>
                <a:latin typeface="+mn-lt"/>
                <a:ea typeface="+mn-ea"/>
                <a:cs typeface="+mn-cs"/>
              </a:rPr>
              <a:t>  und 1.2.1 und Sicherheit von </a:t>
            </a:r>
            <a:r>
              <a:rPr lang="en-US" sz="2000" b="0" i="0" kern="1200" dirty="0" err="1">
                <a:solidFill>
                  <a:schemeClr val="tx1"/>
                </a:solidFill>
                <a:effectLst/>
                <a:latin typeface="+mn-lt"/>
                <a:ea typeface="+mn-ea"/>
                <a:cs typeface="+mn-cs"/>
              </a:rPr>
              <a:t>Steuerungssystemen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Anhang</a:t>
            </a:r>
            <a:r>
              <a:rPr lang="en-US" sz="2000" b="0" i="0" kern="1200" dirty="0">
                <a:solidFill>
                  <a:schemeClr val="tx1"/>
                </a:solidFill>
                <a:effectLst/>
                <a:latin typeface="+mn-lt"/>
                <a:ea typeface="+mn-ea"/>
                <a:cs typeface="+mn-cs"/>
              </a:rPr>
              <a:t> IV </a:t>
            </a:r>
            <a:r>
              <a:rPr lang="en-US" sz="2000" b="0" i="0" kern="1200" dirty="0" err="1">
                <a:solidFill>
                  <a:schemeClr val="tx1"/>
                </a:solidFill>
                <a:effectLst/>
                <a:latin typeface="+mn-lt"/>
                <a:ea typeface="+mn-ea"/>
                <a:cs typeface="+mn-cs"/>
              </a:rPr>
              <a:t>verlangt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zusätzlich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technische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Dokumentation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inklusive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Prüfberichten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BE5C03A9-F61C-4238-A8FA-183E1DB16404}"/>
              </a:ext>
            </a:extLst>
          </p:cNvPr>
          <p:cNvSpPr>
            <a:spLocks noGrp="1"/>
          </p:cNvSpPr>
          <p:nvPr>
            <p:ph type="sldNum" sz="quarter" idx="5"/>
          </p:nvPr>
        </p:nvSpPr>
        <p:spPr/>
        <p:txBody>
          <a:bodyPr/>
          <a:lstStyle/>
          <a:p>
            <a:fld id="{3C04535B-F888-4A29-87B1-D713AD7E4DD2}" type="slidenum">
              <a:rPr lang="en-US" smtClean="0"/>
              <a:t>4</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4773-58C3-438A-8F57-ADB76BEB2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6EEDA2-19D7-4828-A435-8753A95637D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3A4F22B8-1B7E-4856-9A15-8FCDA4DE3D92}"/>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Damit bleibt eine Lücke. </a:t>
            </a:r>
          </a:p>
          <a:p>
            <a:pPr fontAlgn="t"/>
            <a:r>
              <a:rPr lang="de-DE" sz="2000" b="0" i="0" kern="1200" dirty="0">
                <a:solidFill>
                  <a:schemeClr val="tx1"/>
                </a:solidFill>
                <a:effectLst/>
                <a:latin typeface="+mn-lt"/>
                <a:ea typeface="+mn-ea"/>
                <a:cs typeface="+mn-cs"/>
              </a:rPr>
              <a:t>Auf der einen Seite steht seit der neuen Maschinenverordnung eine verbindliche Pflicht auf Maschinenebene, für die Nachweise in der technischen Dokumentation zu erbringen sind. </a:t>
            </a:r>
          </a:p>
          <a:p>
            <a:pPr fontAlgn="t"/>
            <a:r>
              <a:rPr lang="de-DE" sz="2000" b="0" i="0" kern="1200" dirty="0">
                <a:solidFill>
                  <a:schemeClr val="tx1"/>
                </a:solidFill>
                <a:effectLst/>
                <a:latin typeface="+mn-lt"/>
                <a:ea typeface="+mn-ea"/>
                <a:cs typeface="+mn-cs"/>
              </a:rPr>
              <a:t>Auf der anderen Seite steht ein Testergebnis am Gerät, das diese Nachweise tragen müsste.</a:t>
            </a:r>
          </a:p>
          <a:p>
            <a:pPr fontAlgn="t"/>
            <a:r>
              <a:rPr lang="de-DE" sz="2000" b="0" i="0" kern="1200" dirty="0">
                <a:solidFill>
                  <a:schemeClr val="tx1"/>
                </a:solidFill>
                <a:effectLst/>
                <a:latin typeface="+mn-lt"/>
                <a:ea typeface="+mn-ea"/>
                <a:cs typeface="+mn-cs"/>
              </a:rPr>
              <a:t>Dazwischen existiert bislang kein definiertes Verfahren.</a:t>
            </a:r>
          </a:p>
          <a:p>
            <a:pPr fontAlgn="t"/>
            <a:r>
              <a:rPr lang="de-DE" sz="2000" b="0" i="0" kern="1200" dirty="0">
                <a:solidFill>
                  <a:schemeClr val="tx1"/>
                </a:solidFill>
                <a:effectLst/>
                <a:latin typeface="+mn-lt"/>
                <a:ea typeface="+mn-ea"/>
                <a:cs typeface="+mn-cs"/>
              </a:rPr>
              <a:t>Das Fehlen eines systematischen Ansatzes für das funktionale Testen von Security ist das zentrale Problem, das meine Arbeit betrachtet.</a:t>
            </a:r>
          </a:p>
          <a:p>
            <a:endParaRPr lang="de-DE" dirty="0"/>
          </a:p>
        </p:txBody>
      </p:sp>
      <p:sp>
        <p:nvSpPr>
          <p:cNvPr id="4" name="Slide Number Placeholder 3">
            <a:extLst>
              <a:ext uri="{FF2B5EF4-FFF2-40B4-BE49-F238E27FC236}">
                <a16:creationId xmlns:a16="http://schemas.microsoft.com/office/drawing/2014/main" id="{10E871DC-03F7-4F32-B9CF-2BF0943F824E}"/>
              </a:ext>
            </a:extLst>
          </p:cNvPr>
          <p:cNvSpPr>
            <a:spLocks noGrp="1"/>
          </p:cNvSpPr>
          <p:nvPr>
            <p:ph type="sldNum" sz="quarter" idx="5"/>
          </p:nvPr>
        </p:nvSpPr>
        <p:spPr/>
        <p:txBody>
          <a:bodyPr/>
          <a:lstStyle/>
          <a:p>
            <a:fld id="{06D31BCA-A73C-4475-A537-7EF7AAB9ACF3}" type="slidenum">
              <a:rPr lang="en-US" smtClean="0"/>
              <a:t>5</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A0C0-DD6D-493C-9517-0C6C7342B3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26BFF0-20CF-4492-92D3-C0AAB33A217B}"/>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5202755E-EE47-4EC5-80CB-F7356EBF2F85}"/>
              </a:ext>
            </a:extLst>
          </p:cNvPr>
          <p:cNvSpPr>
            <a:spLocks noGrp="1"/>
          </p:cNvSpPr>
          <p:nvPr>
            <p:ph type="body" idx="1"/>
          </p:nvPr>
        </p:nvSpPr>
        <p:spPr/>
        <p:txBody>
          <a:bodyPr/>
          <a:lstStyle/>
          <a:p>
            <a:pPr rtl="0" fontAlgn="base"/>
            <a:r>
              <a:rPr lang="en-US" sz="2000" b="0" i="0" kern="1200" dirty="0" err="1">
                <a:solidFill>
                  <a:schemeClr val="tx1"/>
                </a:solidFill>
                <a:effectLst/>
                <a:latin typeface="+mn-lt"/>
                <a:ea typeface="+mn-ea"/>
                <a:cs typeface="+mn-cs"/>
              </a:rPr>
              <a:t>Daraus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leiten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Forschungsfragen</a:t>
            </a:r>
            <a:r>
              <a:rPr lang="en-US" sz="2000" b="0" i="0" kern="1200" dirty="0">
                <a:solidFill>
                  <a:schemeClr val="tx1"/>
                </a:solidFill>
                <a:effectLst/>
                <a:latin typeface="+mn-lt"/>
                <a:ea typeface="+mn-ea"/>
                <a:cs typeface="+mn-cs"/>
              </a:rPr>
              <a:t>, die ich in </a:t>
            </a:r>
            <a:r>
              <a:rPr lang="en-US" sz="2000" b="0" i="0" kern="1200" dirty="0" err="1">
                <a:solidFill>
                  <a:schemeClr val="tx1"/>
                </a:solidFill>
                <a:effectLst/>
                <a:latin typeface="+mn-lt"/>
                <a:ea typeface="+mn-ea"/>
                <a:cs typeface="+mn-cs"/>
              </a:rPr>
              <a:t>meiner</a:t>
            </a:r>
            <a:r>
              <a:rPr lang="en-US" sz="2000" b="0" i="0" kern="1200" dirty="0">
                <a:solidFill>
                  <a:schemeClr val="tx1"/>
                </a:solidFill>
                <a:effectLst/>
                <a:latin typeface="+mn-lt"/>
                <a:ea typeface="+mn-ea"/>
                <a:cs typeface="+mn-cs"/>
              </a:rPr>
              <a:t> Arbeit </a:t>
            </a:r>
            <a:r>
              <a:rPr lang="en-US" sz="2000" b="0" i="0" kern="1200" dirty="0" err="1">
                <a:solidFill>
                  <a:schemeClr val="tx1"/>
                </a:solidFill>
                <a:effectLst/>
                <a:latin typeface="+mn-lt"/>
                <a:ea typeface="+mn-ea"/>
                <a:cs typeface="+mn-cs"/>
              </a:rPr>
              <a:t>beantworten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möchte</a:t>
            </a:r>
            <a:r>
              <a:rPr lang="en-US" sz="2000" b="0" i="0" kern="1200" dirty="0">
                <a:solidFill>
                  <a:schemeClr val="tx1"/>
                </a:solidFill>
                <a:effectLst/>
                <a:latin typeface="+mn-lt"/>
                <a:ea typeface="+mn-ea"/>
                <a:cs typeface="+mn-cs"/>
              </a:rPr>
              <a:t>, ab.</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Erstens</a:t>
            </a:r>
            <a:r>
              <a:rPr lang="en-US" sz="2000" b="0" i="0" kern="1200" dirty="0">
                <a:solidFill>
                  <a:schemeClr val="tx1"/>
                </a:solidFill>
                <a:effectLst/>
                <a:latin typeface="+mn-lt"/>
                <a:ea typeface="+mn-ea"/>
                <a:cs typeface="+mn-cs"/>
              </a:rPr>
              <a:t>: Wie </a:t>
            </a:r>
            <a:r>
              <a:rPr lang="en-US" sz="2000" b="0" i="0" kern="1200" dirty="0" err="1">
                <a:solidFill>
                  <a:schemeClr val="tx1"/>
                </a:solidFill>
                <a:effectLst/>
                <a:latin typeface="+mn-lt"/>
                <a:ea typeface="+mn-ea"/>
                <a:cs typeface="+mn-cs"/>
              </a:rPr>
              <a:t>lassen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die Cybersecurity-</a:t>
            </a:r>
            <a:r>
              <a:rPr lang="en-US" sz="2000" b="0" i="0" kern="1200" dirty="0" err="1">
                <a:solidFill>
                  <a:schemeClr val="tx1"/>
                </a:solidFill>
                <a:effectLst/>
                <a:latin typeface="+mn-lt"/>
                <a:ea typeface="+mn-ea"/>
                <a:cs typeface="+mn-cs"/>
              </a:rPr>
              <a:t>Pflichten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Maschinenebene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prüfbare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abgeleitete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Komponentenebene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übersetzen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Zweitens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Welche</a:t>
            </a:r>
            <a:r>
              <a:rPr lang="en-US" sz="2000" b="0" i="0" kern="1200" dirty="0">
                <a:solidFill>
                  <a:schemeClr val="tx1"/>
                </a:solidFill>
                <a:effectLst/>
                <a:latin typeface="+mn-lt"/>
                <a:ea typeface="+mn-ea"/>
                <a:cs typeface="+mn-cs"/>
              </a:rPr>
              <a:t> Tests des </a:t>
            </a:r>
            <a:r>
              <a:rPr lang="en-US" sz="2000" b="0" i="0" kern="1200" dirty="0" err="1">
                <a:solidFill>
                  <a:schemeClr val="tx1"/>
                </a:solidFill>
                <a:effectLst/>
                <a:latin typeface="+mn-lt"/>
                <a:ea typeface="+mn-ea"/>
                <a:cs typeface="+mn-cs"/>
              </a:rPr>
              <a:t>bestehenden</a:t>
            </a:r>
            <a:r>
              <a:rPr lang="en-US" sz="2000" b="0" i="0" kern="1200" dirty="0">
                <a:solidFill>
                  <a:schemeClr val="tx1"/>
                </a:solidFill>
                <a:effectLst/>
                <a:latin typeface="+mn-lt"/>
                <a:ea typeface="+mn-ea"/>
                <a:cs typeface="+mn-cs"/>
              </a:rPr>
              <a:t> Firmen-Frameworks </a:t>
            </a:r>
            <a:r>
              <a:rPr lang="en-US" sz="2000" b="0" i="0" kern="1200" dirty="0" err="1">
                <a:solidFill>
                  <a:schemeClr val="tx1"/>
                </a:solidFill>
                <a:effectLst/>
                <a:latin typeface="+mn-lt"/>
                <a:ea typeface="+mn-ea"/>
                <a:cs typeface="+mn-cs"/>
              </a:rPr>
              <a:t>sind</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ein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industrielles</a:t>
            </a:r>
            <a:r>
              <a:rPr lang="en-US" sz="2000" b="0" i="0" kern="1200" dirty="0">
                <a:solidFill>
                  <a:schemeClr val="tx1"/>
                </a:solidFill>
                <a:effectLst/>
                <a:latin typeface="+mn-lt"/>
                <a:ea typeface="+mn-ea"/>
                <a:cs typeface="+mn-cs"/>
              </a:rPr>
              <a:t> Gateway </a:t>
            </a:r>
            <a:r>
              <a:rPr lang="en-US" sz="2000" b="0" i="0" kern="1200" dirty="0" err="1">
                <a:solidFill>
                  <a:schemeClr val="tx1"/>
                </a:solidFill>
                <a:effectLst/>
                <a:latin typeface="+mn-lt"/>
                <a:ea typeface="+mn-ea"/>
                <a:cs typeface="+mn-cs"/>
              </a:rPr>
              <a:t>überhaupt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anwendbar</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Drittens</a:t>
            </a:r>
            <a:r>
              <a:rPr lang="en-US" sz="2000" b="0" i="0" kern="1200" dirty="0">
                <a:solidFill>
                  <a:schemeClr val="tx1"/>
                </a:solidFill>
                <a:effectLst/>
                <a:latin typeface="+mn-lt"/>
                <a:ea typeface="+mn-ea"/>
                <a:cs typeface="+mn-cs"/>
              </a:rPr>
              <a:t>: Was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Testen </a:t>
            </a:r>
            <a:r>
              <a:rPr lang="en-US" sz="2000" b="0" i="0" kern="1200" dirty="0" err="1">
                <a:solidFill>
                  <a:schemeClr val="tx1"/>
                </a:solidFill>
                <a:effectLst/>
                <a:latin typeface="+mn-lt"/>
                <a:ea typeface="+mn-ea"/>
                <a:cs typeface="+mn-cs"/>
              </a:rPr>
              <a:t>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Direktzugriff</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verifizieren</a:t>
            </a:r>
            <a:r>
              <a:rPr lang="en-US" sz="2000" b="0" i="0" kern="1200" dirty="0">
                <a:solidFill>
                  <a:schemeClr val="tx1"/>
                </a:solidFill>
                <a:effectLst/>
                <a:latin typeface="+mn-lt"/>
                <a:ea typeface="+mn-ea"/>
                <a:cs typeface="+mn-cs"/>
              </a:rPr>
              <a:t>, und wo </a:t>
            </a:r>
            <a:r>
              <a:rPr lang="en-US" sz="2000" b="0" i="0" kern="1200" dirty="0" err="1">
                <a:solidFill>
                  <a:schemeClr val="tx1"/>
                </a:solidFill>
                <a:effectLst/>
                <a:latin typeface="+mn-lt"/>
                <a:ea typeface="+mn-ea"/>
                <a:cs typeface="+mn-cs"/>
              </a:rPr>
              <a:t>liegen</a:t>
            </a:r>
            <a:r>
              <a:rPr lang="en-US" sz="2000" b="0" i="0" kern="1200" dirty="0">
                <a:solidFill>
                  <a:schemeClr val="tx1"/>
                </a:solidFill>
                <a:effectLst/>
                <a:latin typeface="+mn-lt"/>
                <a:ea typeface="+mn-ea"/>
                <a:cs typeface="+mn-cs"/>
              </a:rPr>
              <a:t> seine </a:t>
            </a:r>
            <a:r>
              <a:rPr lang="en-US" sz="2000" b="0" i="0" kern="1200" dirty="0" err="1">
                <a:solidFill>
                  <a:schemeClr val="tx1"/>
                </a:solidFill>
                <a:effectLst/>
                <a:latin typeface="+mn-lt"/>
                <a:ea typeface="+mn-ea"/>
                <a:cs typeface="+mn-cs"/>
              </a:rPr>
              <a:t>Grenzen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Das Ziel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systematische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rückverfolgbare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Testmethodik</a:t>
            </a:r>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AAD32AAD-F599-4FC2-AF0A-8D4601C24045}"/>
              </a:ext>
            </a:extLst>
          </p:cNvPr>
          <p:cNvSpPr>
            <a:spLocks noGrp="1"/>
          </p:cNvSpPr>
          <p:nvPr>
            <p:ph type="sldNum" sz="quarter" idx="5"/>
          </p:nvPr>
        </p:nvSpPr>
        <p:spPr/>
        <p:txBody>
          <a:bodyPr/>
          <a:lstStyle/>
          <a:p>
            <a:fld id="{FA7DB512-1290-4591-BED7-986F26630011}" type="slidenum">
              <a:rPr lang="en-US" smtClean="0"/>
              <a:t>6</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50430-82F7-44A2-A82D-E3B642880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2F58C-D2F2-4032-A38E-933FEE1F0CF0}"/>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AAE7FD5D-3FE1-470C-B391-A9A98481341F}"/>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Die Übersetzung läuft über drei Ebenen. Ganz oben die Verordnung: Sie formuliert die Pflicht, aber auf Maschinenebene. </a:t>
            </a:r>
          </a:p>
          <a:p>
            <a:pPr fontAlgn="t"/>
            <a:r>
              <a:rPr lang="de-DE" sz="2000" b="0" i="0" kern="1200" dirty="0">
                <a:solidFill>
                  <a:schemeClr val="tx1"/>
                </a:solidFill>
                <a:effectLst/>
                <a:latin typeface="+mn-lt"/>
                <a:ea typeface="+mn-ea"/>
                <a:cs typeface="+mn-cs"/>
              </a:rPr>
              <a:t>Die mittlere Ebene übersetzt diese Pflicht in technische Auslegung für den Maschinenbau. </a:t>
            </a:r>
          </a:p>
          <a:p>
            <a:pPr marL="180000" indent="-180000" fontAlgn="t">
              <a:buFontTx/>
              <a:buChar char="-"/>
            </a:pPr>
            <a:r>
              <a:rPr lang="de-DE" sz="2000" b="0" i="0" kern="1200" dirty="0">
                <a:solidFill>
                  <a:schemeClr val="tx1"/>
                </a:solidFill>
                <a:effectLst/>
                <a:latin typeface="+mn-lt"/>
                <a:ea typeface="+mn-ea"/>
                <a:cs typeface="+mn-cs"/>
              </a:rPr>
              <a:t>Dort gibt es zwei mögliche Wege; ich habe den gewählt, der für Komponenten in einem größeren industriellen Kommunikationsnetz vorgesehen ist – und der verweist auf die etablierten Security-Standards der Automatisierungstechnik, eben die nächste Ebene</a:t>
            </a:r>
          </a:p>
          <a:p>
            <a:pPr marL="180000" indent="-180000" fontAlgn="t"/>
            <a:r>
              <a:rPr lang="de-DE" sz="2000" b="0" i="0" kern="1200" dirty="0">
                <a:solidFill>
                  <a:schemeClr val="tx1"/>
                </a:solidFill>
                <a:effectLst/>
                <a:latin typeface="+mn-lt"/>
                <a:ea typeface="+mn-ea"/>
                <a:cs typeface="+mn-cs"/>
              </a:rPr>
              <a:t>Deren Anforderungen an einzelne Komponenten bilden die unterste Ebene und sind die Grundlage für meine Tests.</a:t>
            </a:r>
          </a:p>
          <a:p>
            <a:pPr fontAlgn="t"/>
            <a:r>
              <a:rPr lang="de-DE" sz="2000" b="1" i="0" kern="1200" dirty="0">
                <a:solidFill>
                  <a:schemeClr val="tx1"/>
                </a:solidFill>
                <a:effectLst/>
                <a:latin typeface="+mn-lt"/>
                <a:ea typeface="+mn-ea"/>
                <a:cs typeface="+mn-cs"/>
              </a:rPr>
              <a:t>Ein Punkt muss man beachten</a:t>
            </a:r>
            <a:r>
              <a:rPr lang="de-DE" sz="2000" b="0" i="0" kern="1200" dirty="0">
                <a:solidFill>
                  <a:schemeClr val="tx1"/>
                </a:solidFill>
                <a:effectLst/>
                <a:latin typeface="+mn-lt"/>
                <a:ea typeface="+mn-ea"/>
                <a:cs typeface="+mn-cs"/>
              </a:rPr>
              <a:t>: Die Verordnung adressiert die Maschine, nicht die Komponente. Was am Gerät geprüft wird, sind daher abgeleitete Anforderungen</a:t>
            </a: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r>
              <a:rPr lang="de-DE" sz="2000" b="0" i="0" kern="1200" dirty="0">
                <a:solidFill>
                  <a:schemeClr val="tx1"/>
                </a:solidFill>
                <a:effectLst/>
                <a:latin typeface="+mn-lt"/>
                <a:ea typeface="+mn-ea"/>
                <a:cs typeface="+mn-cs"/>
              </a:rPr>
              <a:t>Approach A und Approach B unterschied: </a:t>
            </a:r>
          </a:p>
          <a:p>
            <a:pPr fontAlgn="t"/>
            <a:r>
              <a:rPr lang="de-DE" sz="2000" b="0" i="0" kern="1200" dirty="0">
                <a:solidFill>
                  <a:schemeClr val="tx1"/>
                </a:solidFill>
                <a:effectLst/>
                <a:latin typeface="+mn-lt"/>
                <a:ea typeface="+mn-ea"/>
                <a:cs typeface="+mn-cs"/>
              </a:rPr>
              <a:t>Approach A ist ein pragmatischer, auf den klassischen Maschinenbau zugeschnittener Weg zur Risikominderung, während Approach B vollständig auf der umfassenderen IT-Security-Normenreihe IEC 62443 basiert. Man wählt Approach A, wenn man als KMU oder Neueinsteiger einen direkten, ressourcenschonenden Pfad zur EU-Konformität sucht, ohne tiefgreifendes Cybersicherheits-Vorwissen zu benötigen. Approach B empfiehlt sich hingegen für Organisationen, die bereits über etablierte Security-Prozesse (wie "Secure Development Lifecycles") verfügen und diese nahtlos nutzen möchten, um bei der Zertifizierung Doppelarbeit zu vermeiden.</a:t>
            </a:r>
          </a:p>
          <a:p>
            <a:pPr fontAlgn="t"/>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1D51901D-4DCC-484B-8733-E3B0767A36B6}"/>
              </a:ext>
            </a:extLst>
          </p:cNvPr>
          <p:cNvSpPr>
            <a:spLocks noGrp="1"/>
          </p:cNvSpPr>
          <p:nvPr>
            <p:ph type="sldNum" sz="quarter" idx="5"/>
          </p:nvPr>
        </p:nvSpPr>
        <p:spPr/>
        <p:txBody>
          <a:bodyPr/>
          <a:lstStyle/>
          <a:p>
            <a:fld id="{0680E2FC-6728-4282-86ED-A0943B683EC9}" type="slidenum">
              <a:rPr lang="en-US" smtClean="0"/>
              <a:t>7</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670605F2-62EC-4F77-8390-7214AD3921AC}">
              <a16:creationId xmlns="" xmlns:a16="http://schemas.microsoft.com/office/drawing/2014/main" id="{0ED33DE9-3BDA-417C-8D49-16237D930B48}"/>
            </a:ext>
          </a:extLst>
        </p:cNvPr>
        <p:cNvGrpSpPr/>
        <p:nvPr/>
      </p:nvGrpSpPr>
      <p:grpSpPr>
        <a:xfrm>
          <a:off x="0" y="0"/>
          <a:ext cx="0" cy="0"/>
          <a:chOff x="0" y="0"/>
          <a:chExt cx="0" cy="0"/>
        </a:xfrm>
      </p:grpSpPr>
      <p:sp>
        <p:nvSpPr>
          <p:cNvPr id="2" name="Slide Image Placeholder 1">
            <a:extLst>
              <a:ext uri="{5BC0F1D7-8EF5-4BD8-99A2-081ED607C384}">
                <a16:creationId xmlns="" xmlns:a16="http://schemas.microsoft.com/office/drawing/2014/main" id="{2017B959-02B3-4AC3-B6F0-A99D66FBB146}"/>
              </a:ext>
            </a:extLst>
          </p:cNvPr>
          <p:cNvSpPr>
            <a:spLocks noGrp="1" noRot="1" noChangeAspect="1"/>
          </p:cNvSpPr>
          <p:nvPr>
            <p:ph type="sldImg"/>
          </p:nvPr>
        </p:nvSpPr>
        <p:spPr>
          <a:xfrm>
            <a:off x="1728788" y="839788"/>
            <a:ext cx="3400425" cy="1912937"/>
          </a:xfrm>
        </p:spPr>
      </p:sp>
      <p:sp>
        <p:nvSpPr>
          <p:cNvPr id="3" name="Notes Placeholder 2">
            <a:extLst>
              <a:ext uri="{68E4DCE8-FB15-47A9-A58E-33CA11FDBD4B}">
                <a16:creationId xmlns="" xmlns:a16="http://schemas.microsoft.com/office/drawing/2014/main" id="{6B72ED69-0A9F-402B-91B9-792D234B9F3C}"/>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Der Gesetzestext ist nicht testbar. Deshalb zerlege ich den Rechtstext in einzelne abgegrenzte Anforderungen. </a:t>
            </a:r>
          </a:p>
          <a:p>
            <a:pPr fontAlgn="t"/>
            <a:r>
              <a:rPr lang="de-DE" sz="2000" b="0" i="0" kern="1200" dirty="0">
                <a:solidFill>
                  <a:schemeClr val="tx1"/>
                </a:solidFill>
                <a:effectLst/>
                <a:latin typeface="+mn-lt"/>
                <a:ea typeface="+mn-ea"/>
                <a:cs typeface="+mn-cs"/>
              </a:rPr>
              <a:t>Das Ergebnis dieser ersten Ableitungsstufe sind vierzehn Stück. </a:t>
            </a:r>
          </a:p>
          <a:p>
            <a:pPr marL="0" indent="0" fontAlgn="t">
              <a:buNone/>
            </a:pPr>
            <a:r>
              <a:rPr lang="de-DE" sz="2000" b="0" i="0" kern="1200" dirty="0">
                <a:solidFill>
                  <a:schemeClr val="tx1"/>
                </a:solidFill>
                <a:effectLst/>
                <a:latin typeface="+mn-lt"/>
                <a:ea typeface="+mn-ea"/>
                <a:cs typeface="+mn-cs"/>
              </a:rPr>
              <a:t>     - Jede formuliert eine Pflicht, jede hat ein Schutzziel</a:t>
            </a:r>
          </a:p>
          <a:p>
            <a:pPr marL="0" indent="0" fontAlgn="t">
              <a:buNone/>
            </a:pPr>
            <a:r>
              <a:rPr lang="de-DE" sz="2000" b="0" i="0" kern="1200" dirty="0">
                <a:solidFill>
                  <a:schemeClr val="tx1"/>
                </a:solidFill>
                <a:effectLst/>
                <a:latin typeface="+mn-lt"/>
                <a:ea typeface="+mn-ea"/>
                <a:cs typeface="+mn-cs"/>
              </a:rPr>
              <a:t>    - Neun stammen aus dem Abschnitt zum Schutz gegen Korrumpierung, fünf aus dem Abschnitt zur Sicherheit und Zuverlässigkeit von Steuerungen.</a:t>
            </a:r>
          </a:p>
          <a:p>
            <a:pPr fontAlgn="t"/>
            <a:r>
              <a:rPr lang="de-DE" sz="2000" b="0" i="0" kern="1200" dirty="0">
                <a:solidFill>
                  <a:schemeClr val="tx1"/>
                </a:solidFill>
                <a:effectLst/>
                <a:latin typeface="+mn-lt"/>
                <a:ea typeface="+mn-ea"/>
                <a:cs typeface="+mn-cs"/>
              </a:rPr>
              <a:t>Ein Vorteil ist die Nachvollziehbarkeit. Weil jede Anforderung eine eigene Kennung trägt, kann ich später zu jedem Testergebnis zurückverfolgen, aus welcher Stelle der Verordnung es stammt – und umgekehrt zu jeder Pflicht zeigen, ob sie abgedeckt ist oder nicht.</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dirty="0">
                <a:solidFill>
                  <a:schemeClr val="tx1"/>
                </a:solidFill>
                <a:effectLst/>
                <a:latin typeface="+mn-lt"/>
                <a:ea typeface="+mn-ea"/>
                <a:cs typeface="+mn-cs"/>
              </a:rPr>
              <a:t>Diese vierzehn Anforderungen werden anschließend über die mittlere Normebene auf die Anforderungen an einzelne Komponenten gemappt. </a:t>
            </a:r>
          </a:p>
        </p:txBody>
      </p:sp>
      <p:sp>
        <p:nvSpPr>
          <p:cNvPr id="4" name="Slide Number Placeholder 3">
            <a:extLst>
              <a:ext uri="{6DE6CD88-DC7C-40CB-AE4A-D17698ECA11C}">
                <a16:creationId xmlns="" xmlns:a16="http://schemas.microsoft.com/office/drawing/2014/main" id="{37C88F43-DB99-4747-8D31-1BE664D19B80}"/>
              </a:ext>
            </a:extLst>
          </p:cNvPr>
          <p:cNvSpPr>
            <a:spLocks noGrp="1"/>
          </p:cNvSpPr>
          <p:nvPr>
            <p:ph type="sldNum" sz="quarter" idx="5"/>
          </p:nvPr>
        </p:nvSpPr>
        <p:spPr/>
        <p:txBody>
          <a:bodyPr/>
          <a:lstStyle/>
          <a:p>
            <a:fld id="{020B1800-7FF7-4EA6-8DA1-B8823CC12EF7}" type="slidenum">
              <a:rPr lang="en-US" smtClean="0"/>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 xmlns:a16="http://schemas.microsoft.com/office/drawing/2014/main"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 xmlns:a16="http://schemas.microsoft.com/office/drawing/2014/main"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 xmlns:a16="http://schemas.microsoft.com/office/drawing/2014/main"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Wie das konkret aussieht, zeige ich an einer der vierzehn Anforderungen – RQ-003.</a:t>
            </a:r>
          </a:p>
          <a:p>
            <a:pPr fontAlgn="t"/>
            <a:r>
              <a:rPr lang="de-DE" sz="2000" b="0" i="0" kern="1200" dirty="0">
                <a:solidFill>
                  <a:schemeClr val="tx1"/>
                </a:solidFill>
                <a:effectLst/>
                <a:latin typeface="+mn-lt"/>
                <a:ea typeface="+mn-ea"/>
                <a:cs typeface="+mn-cs"/>
              </a:rPr>
              <a:t>Der Ausgangspunkt ist eine Formulierung aus der Verordnung:</a:t>
            </a:r>
          </a:p>
          <a:p>
            <a:pPr fontAlgn="t"/>
            <a:r>
              <a:rPr lang="de-DE" sz="2000" b="0" i="0" kern="1200" dirty="0">
                <a:solidFill>
                  <a:schemeClr val="tx1"/>
                </a:solidFill>
                <a:effectLst/>
                <a:latin typeface="+mn-lt"/>
                <a:ea typeface="+mn-ea"/>
                <a:cs typeface="+mn-cs"/>
              </a:rPr>
              <a:t>Daraus habe ich als Anforderung: Das System soll Nachweise über jeden Eingriff sammeln, also die Zurechenbarkeit von Eingriffen abgeleitet.</a:t>
            </a:r>
          </a:p>
          <a:p>
            <a:pPr fontAlgn="t"/>
            <a:r>
              <a:rPr lang="de-DE" sz="2000" b="0" i="0" kern="1200" dirty="0">
                <a:solidFill>
                  <a:schemeClr val="tx1"/>
                </a:solidFill>
                <a:effectLst/>
                <a:latin typeface="+mn-lt"/>
                <a:ea typeface="+mn-ea"/>
                <a:cs typeface="+mn-cs"/>
              </a:rPr>
              <a:t>Die mittlere Ebene konkretisiert das auf drei Arten: Sie definiert, </a:t>
            </a:r>
          </a:p>
          <a:p>
            <a:pPr marL="0" indent="0" fontAlgn="t">
              <a:buNone/>
            </a:pPr>
            <a:r>
              <a:rPr lang="de-DE" sz="2000" b="0" i="0" kern="1200" dirty="0">
                <a:solidFill>
                  <a:schemeClr val="tx1"/>
                </a:solidFill>
                <a:effectLst/>
                <a:latin typeface="+mn-lt"/>
                <a:ea typeface="+mn-ea"/>
                <a:cs typeface="+mn-cs"/>
              </a:rPr>
              <a:t>     - was überhaupt als Nachweis zählt, </a:t>
            </a:r>
          </a:p>
          <a:p>
            <a:pPr marL="0" indent="0" fontAlgn="t">
              <a:buNone/>
            </a:pPr>
            <a:r>
              <a:rPr lang="de-DE" sz="2000" b="0" i="0" kern="1200" dirty="0">
                <a:solidFill>
                  <a:schemeClr val="tx1"/>
                </a:solidFill>
                <a:effectLst/>
                <a:latin typeface="+mn-lt"/>
                <a:ea typeface="+mn-ea"/>
                <a:cs typeface="+mn-cs"/>
              </a:rPr>
              <a:t>     - sie formuliert Protokollierungspflichten, und </a:t>
            </a:r>
          </a:p>
          <a:p>
            <a:pPr marL="0" indent="0" fontAlgn="t">
              <a:buNone/>
            </a:pPr>
            <a:r>
              <a:rPr lang="de-DE" sz="2000" b="0" i="0" kern="1200" dirty="0">
                <a:solidFill>
                  <a:schemeClr val="tx1"/>
                </a:solidFill>
                <a:effectLst/>
                <a:latin typeface="+mn-lt"/>
                <a:ea typeface="+mn-ea"/>
                <a:cs typeface="+mn-cs"/>
              </a:rPr>
              <a:t>     - Beschreibt die Ebene für den Nachweis physischer Manipulation zu</a:t>
            </a:r>
          </a:p>
          <a:p>
            <a:pPr marL="0" indent="0" fontAlgn="t">
              <a:buNone/>
            </a:pPr>
            <a:r>
              <a:rPr lang="de-DE" sz="2000" b="0" i="0" kern="1200" dirty="0">
                <a:solidFill>
                  <a:schemeClr val="tx1"/>
                </a:solidFill>
                <a:effectLst/>
                <a:latin typeface="+mn-lt"/>
                <a:ea typeface="+mn-ea"/>
                <a:cs typeface="+mn-cs"/>
              </a:rPr>
              <a:t>–z.B., wenn eine digitale Protokollierung nicht anwendbar ist </a:t>
            </a:r>
            <a:r>
              <a:rPr lang="de-DE" sz="2000" b="0" i="0" kern="1200" dirty="0">
                <a:solidFill>
                  <a:schemeClr val="tx1"/>
                </a:solidFill>
                <a:effectLst/>
                <a:latin typeface="+mn-lt"/>
                <a:ea typeface="+mn-ea"/>
                <a:cs typeface="+mn-cs"/>
                <a:sym typeface="Wingdings" panose="05000000000000000000" pitchFamily="2" charset="2"/>
              </a:rPr>
              <a:t> ein</a:t>
            </a:r>
            <a:r>
              <a:rPr lang="de-DE" sz="2000" b="0" i="0" kern="1200" dirty="0">
                <a:solidFill>
                  <a:schemeClr val="tx1"/>
                </a:solidFill>
                <a:effectLst/>
                <a:latin typeface="+mn-lt"/>
                <a:ea typeface="+mn-ea"/>
                <a:cs typeface="+mn-cs"/>
              </a:rPr>
              <a:t> aufgebrochenes Siegel </a:t>
            </a:r>
          </a:p>
          <a:p>
            <a:pPr fontAlgn="t"/>
            <a:r>
              <a:rPr lang="de-DE" sz="2000" b="0" i="0" kern="1200" dirty="0">
                <a:solidFill>
                  <a:schemeClr val="tx1"/>
                </a:solidFill>
                <a:effectLst/>
                <a:latin typeface="+mn-lt"/>
                <a:ea typeface="+mn-ea"/>
                <a:cs typeface="+mn-cs"/>
              </a:rPr>
              <a:t>Auf Komponentenebene habe ich dann drei Anforderungen. </a:t>
            </a:r>
          </a:p>
          <a:p>
            <a:pPr marL="0" indent="0" fontAlgn="t">
              <a:buNone/>
            </a:pPr>
            <a:r>
              <a:rPr lang="de-DE" sz="2000" b="0" i="0" kern="1200" dirty="0">
                <a:solidFill>
                  <a:schemeClr val="tx1"/>
                </a:solidFill>
                <a:effectLst/>
                <a:latin typeface="+mn-lt"/>
                <a:ea typeface="+mn-ea"/>
                <a:cs typeface="+mn-cs"/>
              </a:rPr>
              <a:t>     - Die erste verlangt </a:t>
            </a:r>
            <a:r>
              <a:rPr lang="de-DE" sz="2000" b="0" i="0" kern="1200" dirty="0" err="1">
                <a:solidFill>
                  <a:schemeClr val="tx1"/>
                </a:solidFill>
                <a:effectLst/>
                <a:latin typeface="+mn-lt"/>
                <a:ea typeface="+mn-ea"/>
                <a:cs typeface="+mn-cs"/>
              </a:rPr>
              <a:t>auditierbare</a:t>
            </a:r>
            <a:r>
              <a:rPr lang="de-DE" sz="2000" b="0" i="0" kern="1200" dirty="0">
                <a:solidFill>
                  <a:schemeClr val="tx1"/>
                </a:solidFill>
                <a:effectLst/>
                <a:latin typeface="+mn-lt"/>
                <a:ea typeface="+mn-ea"/>
                <a:cs typeface="+mn-cs"/>
              </a:rPr>
              <a:t> Ereignisse – das ist der primäre Mechanismus, um digitale Nachweise überhaupt zu erzeugen. </a:t>
            </a:r>
          </a:p>
          <a:p>
            <a:pPr marL="0" indent="0" fontAlgn="t">
              <a:buNone/>
            </a:pPr>
            <a:r>
              <a:rPr lang="de-DE" sz="2000" b="0" i="0" kern="1200" dirty="0">
                <a:solidFill>
                  <a:schemeClr val="tx1"/>
                </a:solidFill>
                <a:effectLst/>
                <a:latin typeface="+mn-lt"/>
                <a:ea typeface="+mn-ea"/>
                <a:cs typeface="+mn-cs"/>
              </a:rPr>
              <a:t>      - Die zweite verlangt </a:t>
            </a:r>
            <a:r>
              <a:rPr lang="de-DE" sz="2000" b="0" i="0" kern="1200" dirty="0" err="1">
                <a:solidFill>
                  <a:schemeClr val="tx1"/>
                </a:solidFill>
                <a:effectLst/>
                <a:latin typeface="+mn-lt"/>
                <a:ea typeface="+mn-ea"/>
                <a:cs typeface="+mn-cs"/>
              </a:rPr>
              <a:t>Nichtabstreitbarkeit</a:t>
            </a:r>
            <a:r>
              <a:rPr lang="de-DE" sz="2000" b="0" i="0" kern="1200" dirty="0">
                <a:solidFill>
                  <a:schemeClr val="tx1"/>
                </a:solidFill>
                <a:effectLst/>
                <a:latin typeface="+mn-lt"/>
                <a:ea typeface="+mn-ea"/>
                <a:cs typeface="+mn-cs"/>
              </a:rPr>
              <a:t>: Wegen Zusatz ‚legitim oder illegitim Eingriffen‘  in der Anforderung </a:t>
            </a:r>
          </a:p>
          <a:p>
            <a:pPr marL="0" indent="0" fontAlgn="t">
              <a:buNone/>
            </a:pPr>
            <a:r>
              <a:rPr lang="de-DE" sz="2000" b="0" i="0" kern="1200" dirty="0">
                <a:solidFill>
                  <a:schemeClr val="tx1"/>
                </a:solidFill>
                <a:effectLst/>
                <a:latin typeface="+mn-lt"/>
                <a:ea typeface="+mn-ea"/>
                <a:cs typeface="+mn-cs"/>
              </a:rPr>
              <a:t>      - Die dritte Anforderung ist ebenfalls die physische Manipulationssicherheit </a:t>
            </a:r>
          </a:p>
          <a:p>
            <a:pPr marL="180000" indent="-180000" fontAlgn="t"/>
            <a:r>
              <a:rPr lang="de-DE" sz="2000" b="0" i="0" kern="1200" dirty="0">
                <a:solidFill>
                  <a:schemeClr val="tx1"/>
                </a:solidFill>
                <a:effectLst/>
                <a:latin typeface="+mn-lt"/>
                <a:ea typeface="+mn-ea"/>
                <a:cs typeface="+mn-cs"/>
              </a:rPr>
              <a:t>Diese drei Schritte laufen für alle vierzehn Anforderungen analog. </a:t>
            </a:r>
          </a:p>
          <a:p>
            <a:pPr marL="180000" indent="-180000" fontAlgn="t"/>
            <a:r>
              <a:rPr lang="de-DE" sz="2000" b="0" i="0" kern="1200" dirty="0">
                <a:solidFill>
                  <a:schemeClr val="tx1"/>
                </a:solidFill>
                <a:effectLst/>
                <a:latin typeface="+mn-lt"/>
                <a:ea typeface="+mn-ea"/>
                <a:cs typeface="+mn-cs"/>
              </a:rPr>
              <a:t>Zusätzlich wird jede Anforderung mit den betroffenen Assets und einer Bedrohung verknüpft </a:t>
            </a:r>
          </a:p>
          <a:p>
            <a:pPr marL="0" indent="0" fontAlgn="t">
              <a:buNone/>
            </a:pPr>
            <a:r>
              <a:rPr lang="de-DE" sz="2000" b="0" i="0" kern="1200" dirty="0">
                <a:solidFill>
                  <a:schemeClr val="tx1"/>
                </a:solidFill>
                <a:effectLst/>
                <a:latin typeface="+mn-lt"/>
                <a:ea typeface="+mn-ea"/>
                <a:cs typeface="+mn-cs"/>
                <a:sym typeface="Wingdings" panose="05000000000000000000" pitchFamily="2" charset="2"/>
              </a:rPr>
              <a:t></a:t>
            </a:r>
            <a:r>
              <a:rPr lang="de-DE" sz="2000" b="0" i="0" kern="1200" dirty="0">
                <a:solidFill>
                  <a:schemeClr val="tx1"/>
                </a:solidFill>
                <a:effectLst/>
                <a:latin typeface="+mn-lt"/>
                <a:ea typeface="+mn-ea"/>
                <a:cs typeface="+mn-cs"/>
              </a:rPr>
              <a:t> erst dadurch kann aus einer Normklausel ein konkretes Testobjekt. Genau diese Anforderung greife ich später bei den Ergebnissen wieder auf.</a:t>
            </a:r>
          </a:p>
        </p:txBody>
      </p:sp>
      <p:sp>
        <p:nvSpPr>
          <p:cNvPr id="4" name="Slide Number Placeholder 3">
            <a:extLst>
              <a:ext uri="{99CD95D3-99B2-48EE-B13E-F2C7D636A662}">
                <a16:creationId xmlns="" xmlns:a16="http://schemas.microsoft.com/office/drawing/2014/main" id="{B23B15F1-0234-49B3-9480-CF2C75C6BE3C}"/>
              </a:ext>
            </a:extLst>
          </p:cNvPr>
          <p:cNvSpPr>
            <a:spLocks noGrp="1"/>
          </p:cNvSpPr>
          <p:nvPr>
            <p:ph type="sldNum" sz="quarter" idx="5"/>
          </p:nvPr>
        </p:nvSpPr>
        <p:spPr/>
        <p:txBody>
          <a:bodyPr/>
          <a:lstStyle/>
          <a:p>
            <a:fld id="{2B135729-8080-4A1B-8FBF-CABB93AEBA24}"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 xmlns:a16="http://schemas.microsoft.com/office/drawing/2014/main"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 xmlns:a16="http://schemas.microsoft.com/office/drawing/2014/main"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 xmlns:a16="http://schemas.microsoft.com/office/drawing/2014/main"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Die nächste Frage ist, </a:t>
            </a:r>
            <a:r>
              <a:rPr lang="de-DE" sz="2000" b="0" i="1" kern="1200" dirty="0">
                <a:solidFill>
                  <a:schemeClr val="tx1"/>
                </a:solidFill>
                <a:effectLst/>
                <a:latin typeface="+mn-lt"/>
                <a:ea typeface="+mn-ea"/>
                <a:cs typeface="+mn-cs"/>
              </a:rPr>
              <a:t>wie</a:t>
            </a:r>
            <a:r>
              <a:rPr lang="de-DE" sz="2000" b="0" i="0" kern="1200" dirty="0">
                <a:solidFill>
                  <a:schemeClr val="tx1"/>
                </a:solidFill>
                <a:effectLst/>
                <a:latin typeface="+mn-lt"/>
                <a:ea typeface="+mn-ea"/>
                <a:cs typeface="+mn-cs"/>
              </a:rPr>
              <a:t>. </a:t>
            </a:r>
          </a:p>
          <a:p>
            <a:pPr fontAlgn="t"/>
            <a:r>
              <a:rPr lang="de-DE" sz="2000" b="0" i="0" kern="1200" dirty="0">
                <a:solidFill>
                  <a:schemeClr val="tx1"/>
                </a:solidFill>
                <a:effectLst/>
                <a:latin typeface="+mn-lt"/>
                <a:ea typeface="+mn-ea"/>
                <a:cs typeface="+mn-cs"/>
              </a:rPr>
              <a:t>Dafür habe ich sechs Ansätze gegeneinander bewertet, unter anderem danach, ob sie sich auf eine Anforderung zurückführen lassen, ob sie konkrete Testfälle liefern, ob sie reproduzierbar sind und ob sie zu einem </a:t>
            </a:r>
            <a:r>
              <a:rPr lang="de-DE" sz="2000" b="0" i="0" kern="1200" dirty="0" err="1">
                <a:solidFill>
                  <a:schemeClr val="tx1"/>
                </a:solidFill>
                <a:effectLst/>
                <a:latin typeface="+mn-lt"/>
                <a:ea typeface="+mn-ea"/>
                <a:cs typeface="+mn-cs"/>
              </a:rPr>
              <a:t>gateway</a:t>
            </a:r>
            <a:r>
              <a:rPr lang="de-DE" sz="2000" b="0" i="0" kern="1200" dirty="0">
                <a:solidFill>
                  <a:schemeClr val="tx1"/>
                </a:solidFill>
                <a:effectLst/>
                <a:latin typeface="+mn-lt"/>
                <a:ea typeface="+mn-ea"/>
                <a:cs typeface="+mn-cs"/>
              </a:rPr>
              <a:t> in der Automatisierungstechnik passen.</a:t>
            </a:r>
          </a:p>
          <a:p>
            <a:pPr fontAlgn="t"/>
            <a:r>
              <a:rPr lang="de-DE" sz="2000" b="0" i="0" kern="1200" dirty="0">
                <a:solidFill>
                  <a:schemeClr val="tx1"/>
                </a:solidFill>
                <a:effectLst/>
                <a:latin typeface="+mn-lt"/>
                <a:ea typeface="+mn-ea"/>
                <a:cs typeface="+mn-cs"/>
              </a:rPr>
              <a:t>Das Ergebnis lässt sich in zwei Gruppen zusammenfassen. </a:t>
            </a:r>
          </a:p>
          <a:p>
            <a:pPr fontAlgn="t"/>
            <a:r>
              <a:rPr lang="de-DE" sz="2000" b="0" i="0" kern="1200" dirty="0">
                <a:solidFill>
                  <a:schemeClr val="tx1"/>
                </a:solidFill>
                <a:effectLst/>
                <a:latin typeface="+mn-lt"/>
                <a:ea typeface="+mn-ea"/>
                <a:cs typeface="+mn-cs"/>
              </a:rPr>
              <a:t>Die eine Gruppe:</a:t>
            </a:r>
          </a:p>
          <a:p>
            <a:pPr fontAlgn="t"/>
            <a:r>
              <a:rPr lang="de-DE" sz="2000" b="0" i="0" kern="1200" dirty="0">
                <a:solidFill>
                  <a:schemeClr val="tx1"/>
                </a:solidFill>
                <a:effectLst/>
                <a:latin typeface="+mn-lt"/>
                <a:ea typeface="+mn-ea"/>
                <a:cs typeface="+mn-cs"/>
              </a:rPr>
              <a:t>funktionales Black-Box-</a:t>
            </a:r>
            <a:r>
              <a:rPr lang="de-DE" sz="2000" b="0" i="0" kern="1200" dirty="0" err="1">
                <a:solidFill>
                  <a:schemeClr val="tx1"/>
                </a:solidFill>
                <a:effectLst/>
                <a:latin typeface="+mn-lt"/>
                <a:ea typeface="+mn-ea"/>
                <a:cs typeface="+mn-cs"/>
              </a:rPr>
              <a:t>Testing</a:t>
            </a:r>
            <a:r>
              <a:rPr lang="de-DE" sz="2000" b="0" i="0" kern="1200" dirty="0">
                <a:solidFill>
                  <a:schemeClr val="tx1"/>
                </a:solidFill>
                <a:effectLst/>
                <a:latin typeface="+mn-lt"/>
                <a:ea typeface="+mn-ea"/>
                <a:cs typeface="+mn-cs"/>
              </a:rPr>
              <a:t> und die Normanforderungen</a:t>
            </a:r>
          </a:p>
          <a:p>
            <a:pPr marL="0" indent="0" fontAlgn="t">
              <a:buNone/>
            </a:pPr>
            <a:r>
              <a:rPr lang="de-DE" sz="2000" b="0" i="0" kern="1200" dirty="0">
                <a:solidFill>
                  <a:schemeClr val="tx1"/>
                </a:solidFill>
                <a:effectLst/>
                <a:latin typeface="+mn-lt"/>
                <a:ea typeface="+mn-ea"/>
                <a:cs typeface="+mn-cs"/>
              </a:rPr>
              <a:t>     - ist sauber rückverfolgbar. Sie sagt mir, welche Eigenschaft gelten muss, aber sie liefert keinen Angreiferblick und keine ausführbaren Testfälle. </a:t>
            </a:r>
          </a:p>
          <a:p>
            <a:pPr marL="180000" indent="-180000" fontAlgn="t"/>
            <a:r>
              <a:rPr lang="de-DE" sz="2000" b="0" i="0" kern="1200" dirty="0">
                <a:solidFill>
                  <a:schemeClr val="tx1"/>
                </a:solidFill>
                <a:effectLst/>
                <a:latin typeface="+mn-lt"/>
                <a:ea typeface="+mn-ea"/>
                <a:cs typeface="+mn-cs"/>
              </a:rPr>
              <a:t>Die andere Gruppe </a:t>
            </a:r>
          </a:p>
          <a:p>
            <a:pPr marL="180000" indent="-180000" fontAlgn="t"/>
            <a:r>
              <a:rPr lang="de-DE" sz="2000" b="0" i="0" kern="1200" dirty="0">
                <a:solidFill>
                  <a:schemeClr val="tx1"/>
                </a:solidFill>
                <a:effectLst/>
                <a:latin typeface="+mn-lt"/>
                <a:ea typeface="+mn-ea"/>
                <a:cs typeface="+mn-cs"/>
              </a:rPr>
              <a:t>die Prüfleitfäden und Angreifer-Kataloge aus der IT-Security</a:t>
            </a:r>
          </a:p>
          <a:p>
            <a:pPr marL="0" indent="0" fontAlgn="t">
              <a:buNone/>
            </a:pPr>
            <a:r>
              <a:rPr lang="de-DE" sz="2000" b="0" i="0" kern="1200" dirty="0">
                <a:solidFill>
                  <a:schemeClr val="tx1"/>
                </a:solidFill>
                <a:effectLst/>
                <a:latin typeface="+mn-lt"/>
                <a:ea typeface="+mn-ea"/>
                <a:cs typeface="+mn-cs"/>
              </a:rPr>
              <a:t>     - liefert genau diesen Angreiferblick und konkrete Prozeduren, ist dafür aber schlechter reproduzierbar, nicht an die Verordnung gebunden und deckt den OT-Feldbus nicht ab.</a:t>
            </a:r>
          </a:p>
          <a:p>
            <a:pPr fontAlgn="t"/>
            <a:r>
              <a:rPr lang="de-DE" sz="2000" b="0" i="0" kern="1200" dirty="0">
                <a:solidFill>
                  <a:schemeClr val="tx1"/>
                </a:solidFill>
                <a:effectLst/>
                <a:latin typeface="+mn-lt"/>
                <a:ea typeface="+mn-ea"/>
                <a:cs typeface="+mn-cs"/>
              </a:rPr>
              <a:t>(klick) Kein einzelner Ansatz erfüllt also alle Kriterien. </a:t>
            </a:r>
          </a:p>
          <a:p>
            <a:pPr fontAlgn="t"/>
            <a:r>
              <a:rPr lang="de-DE" sz="2000" b="0" i="0" kern="1200" dirty="0">
                <a:solidFill>
                  <a:schemeClr val="tx1"/>
                </a:solidFill>
                <a:effectLst/>
                <a:latin typeface="+mn-lt"/>
                <a:ea typeface="+mn-ea"/>
                <a:cs typeface="+mn-cs"/>
              </a:rPr>
              <a:t>Deshalb kombiniere ich drei Elemente. </a:t>
            </a:r>
          </a:p>
          <a:p>
            <a:pPr fontAlgn="t"/>
            <a:r>
              <a:rPr lang="de-DE" sz="2000" b="0" i="0" kern="1200" dirty="0">
                <a:solidFill>
                  <a:schemeClr val="tx1"/>
                </a:solidFill>
                <a:effectLst/>
                <a:latin typeface="+mn-lt"/>
                <a:ea typeface="+mn-ea"/>
                <a:cs typeface="+mn-cs"/>
              </a:rPr>
              <a:t>Erstens eine Verifikationstaxonomie aus der Normenreihe: Sie verankert jeden Test an einem definierten Prüfzweck, sodass nie unklar ist, wozu ein Test dient. </a:t>
            </a:r>
          </a:p>
          <a:p>
            <a:pPr fontAlgn="t"/>
            <a:r>
              <a:rPr lang="de-DE" sz="2000" b="0" i="0" kern="1200" dirty="0">
                <a:solidFill>
                  <a:schemeClr val="tx1"/>
                </a:solidFill>
                <a:effectLst/>
                <a:latin typeface="+mn-lt"/>
                <a:ea typeface="+mn-ea"/>
                <a:cs typeface="+mn-cs"/>
              </a:rPr>
              <a:t>Zweitens die Testfälle selbst – anforderungsgetrieben, also abgeleitet aus meinen vierzehn Anforderungen, mit Prozeduren aus den IT-Security-Leitfäden. </a:t>
            </a:r>
          </a:p>
          <a:p>
            <a:pPr fontAlgn="t"/>
            <a:r>
              <a:rPr lang="de-DE" sz="2000" b="0" i="0" kern="1200" dirty="0">
                <a:solidFill>
                  <a:schemeClr val="tx1"/>
                </a:solidFill>
                <a:effectLst/>
                <a:latin typeface="+mn-lt"/>
                <a:ea typeface="+mn-ea"/>
                <a:cs typeface="+mn-cs"/>
              </a:rPr>
              <a:t>Drittens das bestehende Firmen-Framework, das ich wiederverwende, aber erst nach einer Anwendbarkeitsprüfung.</a:t>
            </a:r>
          </a:p>
          <a:p>
            <a:pPr marL="0" indent="0" rtl="0" fontAlgn="base">
              <a:buNone/>
            </a:pPr>
            <a:endParaRPr lang="en-US" sz="2000" b="0" i="0" kern="1200" dirty="0">
              <a:solidFill>
                <a:schemeClr val="tx1"/>
              </a:solidFill>
              <a:effectLst/>
              <a:latin typeface="+mn-lt"/>
              <a:ea typeface="+mn-ea"/>
              <a:cs typeface="+mn-cs"/>
            </a:endParaRPr>
          </a:p>
        </p:txBody>
      </p:sp>
      <p:sp>
        <p:nvSpPr>
          <p:cNvPr id="4" name="Slide Number Placeholder 3">
            <a:extLst>
              <a:ext uri="{99CD95D3-99B2-48EE-B13E-F2C7D636A662}">
                <a16:creationId xmlns="" xmlns:a16="http://schemas.microsoft.com/office/drawing/2014/main" id="{B23B15F1-0234-49B3-9480-CF2C75C6BE3C}"/>
              </a:ext>
            </a:extLst>
          </p:cNvPr>
          <p:cNvSpPr>
            <a:spLocks noGrp="1"/>
          </p:cNvSpPr>
          <p:nvPr>
            <p:ph type="sldNum" sz="quarter" idx="5"/>
          </p:nvPr>
        </p:nvSpPr>
        <p:spPr/>
        <p:txBody>
          <a:bodyPr/>
          <a:lstStyle/>
          <a:p>
            <a:fld id="{2B135729-8080-4A1B-8FBF-CABB93AEBA24}"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 xmlns:a16="http://schemas.microsoft.com/office/drawing/2014/main"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 xmlns:a16="http://schemas.microsoft.com/office/drawing/2014/main"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 xmlns:a16="http://schemas.microsoft.com/office/drawing/2014/main"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Das verbindende Element der gesamten Methodik ist diese Kette. </a:t>
            </a:r>
          </a:p>
          <a:p>
            <a:pPr fontAlgn="t"/>
            <a:r>
              <a:rPr lang="de-DE" sz="2000" b="0" i="0" kern="1200" dirty="0">
                <a:solidFill>
                  <a:schemeClr val="tx1"/>
                </a:solidFill>
                <a:effectLst/>
                <a:latin typeface="+mn-lt"/>
                <a:ea typeface="+mn-ea"/>
                <a:cs typeface="+mn-cs"/>
              </a:rPr>
              <a:t>Sie beginnt bei der Anforderung und fragt sich dann Schritt für Schritt weiter: </a:t>
            </a:r>
          </a:p>
          <a:p>
            <a:pPr fontAlgn="t"/>
            <a:r>
              <a:rPr lang="de-DE" sz="2000" b="0" i="0" kern="1200" dirty="0">
                <a:solidFill>
                  <a:schemeClr val="tx1"/>
                </a:solidFill>
                <a:effectLst/>
                <a:latin typeface="+mn-lt"/>
                <a:ea typeface="+mn-ea"/>
                <a:cs typeface="+mn-cs"/>
              </a:rPr>
              <a:t>Welches Asset ist betroffen? </a:t>
            </a:r>
          </a:p>
          <a:p>
            <a:pPr fontAlgn="t"/>
            <a:r>
              <a:rPr lang="de-DE" sz="2000" b="0" i="0" kern="1200" dirty="0">
                <a:solidFill>
                  <a:schemeClr val="tx1"/>
                </a:solidFill>
                <a:effectLst/>
                <a:latin typeface="+mn-lt"/>
                <a:ea typeface="+mn-ea"/>
                <a:cs typeface="+mn-cs"/>
              </a:rPr>
              <a:t>Welche Bedrohung zielt darauf, mithilfe der STRIDE (klick)? </a:t>
            </a:r>
          </a:p>
          <a:p>
            <a:pPr fontAlgn="t"/>
            <a:r>
              <a:rPr lang="de-DE" sz="2000" b="0" i="0" kern="1200" dirty="0">
                <a:solidFill>
                  <a:schemeClr val="tx1"/>
                </a:solidFill>
                <a:effectLst/>
                <a:latin typeface="+mn-lt"/>
                <a:ea typeface="+mn-ea"/>
                <a:cs typeface="+mn-cs"/>
              </a:rPr>
              <a:t>Welche Security-Funktion soll sie abwehren? </a:t>
            </a:r>
          </a:p>
          <a:p>
            <a:pPr fontAlgn="t"/>
            <a:r>
              <a:rPr lang="de-DE" sz="2000" b="0" i="0" kern="1200" dirty="0">
                <a:solidFill>
                  <a:schemeClr val="tx1"/>
                </a:solidFill>
                <a:effectLst/>
                <a:latin typeface="+mn-lt"/>
                <a:ea typeface="+mn-ea"/>
                <a:cs typeface="+mn-cs"/>
              </a:rPr>
              <a:t>Was genau muss ich am Gerät zeigen, und mit welcher Technik? (klick) mithilfe von den Techniken, die ich in der vorherigen Folie erläutert habe </a:t>
            </a:r>
          </a:p>
          <a:p>
            <a:pPr fontAlgn="t"/>
            <a:r>
              <a:rPr lang="de-DE" sz="2000" b="0" i="0" kern="1200" dirty="0">
                <a:solidFill>
                  <a:schemeClr val="tx1"/>
                </a:solidFill>
                <a:effectLst/>
                <a:latin typeface="+mn-lt"/>
                <a:ea typeface="+mn-ea"/>
                <a:cs typeface="+mn-cs"/>
              </a:rPr>
              <a:t>Von welcher Position im Netz aus geht das (klick)? </a:t>
            </a:r>
          </a:p>
          <a:p>
            <a:pPr fontAlgn="t"/>
            <a:r>
              <a:rPr lang="de-DE" sz="2000" b="0" i="0" kern="1200" dirty="0">
                <a:solidFill>
                  <a:schemeClr val="tx1"/>
                </a:solidFill>
                <a:effectLst/>
                <a:latin typeface="+mn-lt"/>
                <a:ea typeface="+mn-ea"/>
                <a:cs typeface="+mn-cs"/>
              </a:rPr>
              <a:t>Welcher Beweis bleibt zurück, und wie wird es bewertet?</a:t>
            </a:r>
          </a:p>
          <a:p>
            <a:pPr fontAlgn="t"/>
            <a:r>
              <a:rPr lang="de-DE" sz="2000" b="0" i="0" kern="1200" dirty="0">
                <a:solidFill>
                  <a:schemeClr val="tx1"/>
                </a:solidFill>
                <a:effectLst/>
                <a:latin typeface="+mn-lt"/>
                <a:ea typeface="+mn-ea"/>
                <a:cs typeface="+mn-cs"/>
              </a:rPr>
              <a:t>Dabei ist wichtig. </a:t>
            </a:r>
          </a:p>
          <a:p>
            <a:pPr marL="0" indent="0" fontAlgn="t">
              <a:buNone/>
            </a:pPr>
            <a:r>
              <a:rPr lang="de-DE" sz="2000" b="0" i="0" kern="1200" dirty="0">
                <a:solidFill>
                  <a:schemeClr val="tx1"/>
                </a:solidFill>
                <a:effectLst/>
                <a:latin typeface="+mn-lt"/>
                <a:ea typeface="+mn-ea"/>
                <a:cs typeface="+mn-cs"/>
              </a:rPr>
              <a:t>    Die Zugriffsposition ist keine Eigenschaft der Anforderung, sondern der gewählten Testtechnik. </a:t>
            </a:r>
          </a:p>
          <a:p>
            <a:pPr marL="0" indent="0" fontAlgn="t">
              <a:buNone/>
            </a:pPr>
            <a:r>
              <a:rPr lang="de-DE" sz="2000" b="0" i="0" kern="1200" dirty="0">
                <a:solidFill>
                  <a:schemeClr val="tx1"/>
                </a:solidFill>
                <a:effectLst/>
                <a:latin typeface="+mn-lt"/>
                <a:ea typeface="+mn-ea"/>
                <a:cs typeface="+mn-cs"/>
              </a:rPr>
              <a:t>    Sie wird deshalb pro Test entschieden – dieselbe Anforderung kann über verschiedene Tests unterschiedliche Positionen erfordern. </a:t>
            </a:r>
          </a:p>
          <a:p>
            <a:pPr marL="0" indent="0" fontAlgn="t">
              <a:buNone/>
            </a:pPr>
            <a:r>
              <a:rPr lang="de-DE" sz="2000" b="0" i="0" kern="1200" dirty="0">
                <a:solidFill>
                  <a:schemeClr val="tx1"/>
                </a:solidFill>
                <a:effectLst/>
                <a:latin typeface="+mn-lt"/>
                <a:ea typeface="+mn-ea"/>
                <a:cs typeface="+mn-cs"/>
              </a:rPr>
              <a:t>   Das wird auf der nächsten Folie wichtig.</a:t>
            </a:r>
          </a:p>
          <a:p>
            <a:pPr marL="0" indent="0" fontAlgn="t">
              <a:buNone/>
            </a:pPr>
            <a:endParaRPr lang="de-DE" sz="2000" b="0" i="0" kern="1200" dirty="0">
              <a:solidFill>
                <a:schemeClr val="tx1"/>
              </a:solidFill>
              <a:effectLst/>
              <a:latin typeface="+mn-lt"/>
              <a:ea typeface="+mn-ea"/>
              <a:cs typeface="+mn-cs"/>
            </a:endParaRPr>
          </a:p>
          <a:p>
            <a:pPr marL="0" indent="0" fontAlgn="t">
              <a:buNone/>
            </a:pPr>
            <a:endParaRPr lang="de-DE" sz="2000" b="0" i="0" kern="1200" dirty="0">
              <a:solidFill>
                <a:schemeClr val="tx1"/>
              </a:solidFill>
              <a:effectLst/>
              <a:latin typeface="+mn-lt"/>
              <a:ea typeface="+mn-ea"/>
              <a:cs typeface="+mn-cs"/>
            </a:endParaRPr>
          </a:p>
          <a:p>
            <a:pPr marL="0" indent="0" fontAlgn="t">
              <a:buNone/>
            </a:pPr>
            <a:endParaRPr lang="de-DE" sz="2000" b="0" i="0" kern="1200" dirty="0">
              <a:solidFill>
                <a:schemeClr val="tx1"/>
              </a:solidFill>
              <a:effectLst/>
              <a:latin typeface="+mn-lt"/>
              <a:ea typeface="+mn-ea"/>
              <a:cs typeface="+mn-cs"/>
            </a:endParaRPr>
          </a:p>
          <a:p>
            <a:pPr marL="0" indent="0" fontAlgn="t">
              <a:buNone/>
            </a:pPr>
            <a:endParaRPr lang="de-DE" sz="2000" b="0" i="0" kern="1200" dirty="0">
              <a:solidFill>
                <a:schemeClr val="tx1"/>
              </a:solidFill>
              <a:effectLst/>
              <a:latin typeface="+mn-lt"/>
              <a:ea typeface="+mn-ea"/>
              <a:cs typeface="+mn-cs"/>
            </a:endParaRPr>
          </a:p>
          <a:p>
            <a:pPr marL="0" indent="0" fontAlgn="t">
              <a:buNone/>
            </a:pPr>
            <a:endParaRPr lang="de-DE" sz="2000" b="0" i="0" kern="1200" dirty="0">
              <a:solidFill>
                <a:schemeClr val="tx1"/>
              </a:solidFill>
              <a:effectLst/>
              <a:latin typeface="+mn-lt"/>
              <a:ea typeface="+mn-ea"/>
              <a:cs typeface="+mn-cs"/>
            </a:endParaRPr>
          </a:p>
          <a:p>
            <a:pPr marL="180000" indent="-180000" fontAlgn="t"/>
            <a:endParaRPr lang="de-DE" sz="2000" b="0" i="0" kern="1200" dirty="0">
              <a:solidFill>
                <a:schemeClr val="tx1"/>
              </a:solidFill>
              <a:effectLst/>
              <a:latin typeface="+mn-lt"/>
              <a:ea typeface="+mn-ea"/>
              <a:cs typeface="+mn-cs"/>
            </a:endParaRPr>
          </a:p>
          <a:p>
            <a:pPr marL="0" indent="0" rtl="0" fontAlgn="base">
              <a:buNone/>
            </a:pPr>
            <a:r>
              <a:rPr lang="de-DE" sz="2000" b="0" i="0" kern="1200" dirty="0">
                <a:solidFill>
                  <a:schemeClr val="tx1"/>
                </a:solidFill>
                <a:effectLst/>
                <a:latin typeface="+mn-lt"/>
                <a:ea typeface="+mn-ea"/>
                <a:cs typeface="+mn-cs"/>
              </a:rPr>
              <a:t>Security </a:t>
            </a:r>
            <a:r>
              <a:rPr lang="de-DE" sz="2000" b="0" i="0" kern="1200" dirty="0" err="1">
                <a:solidFill>
                  <a:schemeClr val="tx1"/>
                </a:solidFill>
                <a:effectLst/>
                <a:latin typeface="+mn-lt"/>
                <a:ea typeface="+mn-ea"/>
                <a:cs typeface="+mn-cs"/>
              </a:rPr>
              <a:t>Function</a:t>
            </a:r>
            <a:endParaRPr lang="de-DE" sz="2000" b="0" i="0" kern="1200" dirty="0">
              <a:solidFill>
                <a:schemeClr val="tx1"/>
              </a:solidFill>
              <a:effectLst/>
              <a:latin typeface="+mn-lt"/>
              <a:ea typeface="+mn-ea"/>
              <a:cs typeface="+mn-cs"/>
            </a:endParaRPr>
          </a:p>
          <a:p>
            <a:pPr marL="0" indent="0" rtl="0" fontAlgn="base">
              <a:buNone/>
            </a:pPr>
            <a:r>
              <a:rPr lang="de-DE" sz="2000" b="0" i="0" kern="1200" dirty="0">
                <a:solidFill>
                  <a:schemeClr val="tx1"/>
                </a:solidFill>
                <a:effectLst/>
                <a:latin typeface="+mn-lt"/>
                <a:ea typeface="+mn-ea"/>
                <a:cs typeface="+mn-cs"/>
              </a:rPr>
              <a:t>Eine Security </a:t>
            </a:r>
            <a:r>
              <a:rPr lang="de-DE" sz="2000" b="0" i="0" kern="1200" dirty="0" err="1">
                <a:solidFill>
                  <a:schemeClr val="tx1"/>
                </a:solidFill>
                <a:effectLst/>
                <a:latin typeface="+mn-lt"/>
                <a:ea typeface="+mn-ea"/>
                <a:cs typeface="+mn-cs"/>
              </a:rPr>
              <a:t>Function</a:t>
            </a:r>
            <a:r>
              <a:rPr lang="de-DE" sz="2000" b="0" i="0" kern="1200" dirty="0">
                <a:solidFill>
                  <a:schemeClr val="tx1"/>
                </a:solidFill>
                <a:effectLst/>
                <a:latin typeface="+mn-lt"/>
                <a:ea typeface="+mn-ea"/>
                <a:cs typeface="+mn-cs"/>
              </a:rPr>
              <a:t> (Sicherheitsfunktion) ist ein technischer oder logischer Mechanismus in einem IT-System, der speziell dafür entwickelt wurde, Schutzziele wie Vertraulichkeit, Integrität oder Verfügbarkeit durchzusetzen. Sie dient dazu, Bedrohungen abzuwehren und festgelegte Sicherheitsrichtlinien aktiv anzuwenden, um das System und dessen Daten vor unbefugtem Zugriff zu bewahren. Ein anschauliches Beispiel ist die biometrische Authentifizierung (wie Face ID) eines Smartphones, deren Sicherheitsfunktion darin besteht, das Gerät nur nach erfolgreicher Prüfung des rechtmäßigen Besitzers zu entsperren</a:t>
            </a:r>
          </a:p>
          <a:p>
            <a:pPr marL="0" indent="0" rtl="0" fontAlgn="base">
              <a:buNone/>
            </a:pPr>
            <a:r>
              <a:rPr lang="de-DE" sz="2000" b="0" i="0" kern="1200" dirty="0">
                <a:solidFill>
                  <a:schemeClr val="tx1"/>
                </a:solidFill>
                <a:effectLst/>
                <a:latin typeface="+mn-lt"/>
                <a:ea typeface="+mn-ea"/>
                <a:cs typeface="+mn-cs"/>
              </a:rPr>
              <a:t>Mitigation (Risikominderung oder Schadensbegrenzung) beschreibt den übergeordneten Prozess oder das strategische Ziel, die Wahrscheinlichkeit oder die Auswirkungen eines Risikos zu verringern. Eine Security </a:t>
            </a:r>
            <a:r>
              <a:rPr lang="de-DE" sz="2000" b="0" i="0" kern="1200" dirty="0" err="1">
                <a:solidFill>
                  <a:schemeClr val="tx1"/>
                </a:solidFill>
                <a:effectLst/>
                <a:latin typeface="+mn-lt"/>
                <a:ea typeface="+mn-ea"/>
                <a:cs typeface="+mn-cs"/>
              </a:rPr>
              <a:t>Function</a:t>
            </a:r>
            <a:r>
              <a:rPr lang="de-DE" sz="2000" b="0" i="0" kern="1200" dirty="0">
                <a:solidFill>
                  <a:schemeClr val="tx1"/>
                </a:solidFill>
                <a:effectLst/>
                <a:latin typeface="+mn-lt"/>
                <a:ea typeface="+mn-ea"/>
                <a:cs typeface="+mn-cs"/>
              </a:rPr>
              <a:t> ist hingegen das konkrete (meist technische) Werkzeug oder der Mechanismus, den man einsetzt, um diese Mitigation in der Praxis zu erreichen.</a:t>
            </a: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r>
              <a:rPr lang="de-DE" sz="2000" b="0" i="0" kern="1200" dirty="0">
                <a:solidFill>
                  <a:schemeClr val="tx1"/>
                </a:solidFill>
                <a:effectLst/>
                <a:latin typeface="+mn-lt"/>
                <a:ea typeface="+mn-ea"/>
                <a:cs typeface="+mn-cs"/>
              </a:rPr>
              <a:t>Ein kurzes Beispiel zur Unterscheidung: Wenn das Risiko der Diebstahl eines Laptops ist, ist die Mitigation (die Strategie) der Schutz der darauf gespeicherten Daten vor fremden Blicken. Die Security </a:t>
            </a:r>
            <a:r>
              <a:rPr lang="de-DE" sz="2000" b="0" i="0" kern="1200" dirty="0" err="1">
                <a:solidFill>
                  <a:schemeClr val="tx1"/>
                </a:solidFill>
                <a:effectLst/>
                <a:latin typeface="+mn-lt"/>
                <a:ea typeface="+mn-ea"/>
                <a:cs typeface="+mn-cs"/>
              </a:rPr>
              <a:t>Function</a:t>
            </a:r>
            <a:r>
              <a:rPr lang="de-DE" sz="2000" b="0" i="0" kern="1200" dirty="0">
                <a:solidFill>
                  <a:schemeClr val="tx1"/>
                </a:solidFill>
                <a:effectLst/>
                <a:latin typeface="+mn-lt"/>
                <a:ea typeface="+mn-ea"/>
                <a:cs typeface="+mn-cs"/>
              </a:rPr>
              <a:t> (das Werkzeug zur Umsetzung) ist die konkret aktivierte Festplattenverschlüsselung.</a:t>
            </a:r>
          </a:p>
          <a:p>
            <a:pPr marL="0" indent="0" rtl="0" fontAlgn="base">
              <a:buNone/>
            </a:pPr>
            <a:endParaRPr lang="en-US" sz="2000" b="0" i="0" kern="1200" dirty="0">
              <a:solidFill>
                <a:schemeClr val="tx1"/>
              </a:solidFill>
              <a:effectLst/>
              <a:latin typeface="+mn-lt"/>
              <a:ea typeface="+mn-ea"/>
              <a:cs typeface="+mn-cs"/>
            </a:endParaRPr>
          </a:p>
        </p:txBody>
      </p:sp>
      <p:sp>
        <p:nvSpPr>
          <p:cNvPr id="4" name="Slide Number Placeholder 3">
            <a:extLst>
              <a:ext uri="{99CD95D3-99B2-48EE-B13E-F2C7D636A662}">
                <a16:creationId xmlns="" xmlns:a16="http://schemas.microsoft.com/office/drawing/2014/main" id="{B23B15F1-0234-49B3-9480-CF2C75C6BE3C}"/>
              </a:ext>
            </a:extLst>
          </p:cNvPr>
          <p:cNvSpPr>
            <a:spLocks noGrp="1"/>
          </p:cNvSpPr>
          <p:nvPr>
            <p:ph type="sldNum" sz="quarter" idx="5"/>
          </p:nvPr>
        </p:nvSpPr>
        <p:spPr/>
        <p:txBody>
          <a:bodyPr/>
          <a:lstStyle/>
          <a:p>
            <a:fld id="{2B135729-8080-4A1B-8FBF-CABB93AEBA24}" type="slidenum">
              <a:rPr lang="en-US" smtClean="0"/>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8F62B288-9724-4959-90D4-587BB80E150C}">
              <a16:creationId xmlns="" xmlns:a16="http://schemas.microsoft.com/office/drawing/2014/main" id="{26398D83-54CD-4DB7-9A6D-E9DED4A5C1F5}"/>
            </a:ext>
          </a:extLst>
        </p:cNvPr>
        <p:cNvGrpSpPr/>
        <p:nvPr/>
      </p:nvGrpSpPr>
      <p:grpSpPr>
        <a:xfrm>
          <a:off x="0" y="0"/>
          <a:ext cx="0" cy="0"/>
          <a:chOff x="0" y="0"/>
          <a:chExt cx="0" cy="0"/>
        </a:xfrm>
      </p:grpSpPr>
      <p:sp>
        <p:nvSpPr>
          <p:cNvPr id="2" name="Slide Image Placeholder 1">
            <a:extLst>
              <a:ext uri="{946D8102-3B89-4323-A2EB-6ECF25F4B49F}">
                <a16:creationId xmlns="" xmlns:a16="http://schemas.microsoft.com/office/drawing/2014/main" id="{4F23711A-14BF-4C91-9F5F-D34B66F3E505}"/>
              </a:ext>
            </a:extLst>
          </p:cNvPr>
          <p:cNvSpPr>
            <a:spLocks noGrp="1" noRot="1" noChangeAspect="1"/>
          </p:cNvSpPr>
          <p:nvPr>
            <p:ph type="sldImg"/>
          </p:nvPr>
        </p:nvSpPr>
        <p:spPr>
          <a:xfrm>
            <a:off x="1728788" y="839788"/>
            <a:ext cx="3400425" cy="1912937"/>
          </a:xfrm>
        </p:spPr>
      </p:sp>
      <p:sp>
        <p:nvSpPr>
          <p:cNvPr id="3" name="Notes Placeholder 2">
            <a:extLst>
              <a:ext uri="{3E92631D-0443-459E-A721-5D31CF128DCF}">
                <a16:creationId xmlns="" xmlns:a16="http://schemas.microsoft.com/office/drawing/2014/main" id="{1277FF67-B72D-4BF1-8A76-F5ED1CC32AC2}"/>
              </a:ext>
            </a:extLst>
          </p:cNvPr>
          <p:cNvSpPr>
            <a:spLocks noGrp="1"/>
          </p:cNvSpPr>
          <p:nvPr>
            <p:ph type="body" idx="1"/>
          </p:nvPr>
        </p:nvSpPr>
        <p:spPr/>
        <p:txBody>
          <a:bodyPr/>
          <a:lstStyle/>
          <a:p>
            <a:pPr rtl="0" fontAlgn="base"/>
            <a:r>
              <a:rPr lang="en-US" sz="2000" b="0" i="0" kern="1200">
                <a:solidFill>
                  <a:schemeClr val="tx1"/>
                </a:solidFill>
                <a:effectLst/>
                <a:latin typeface="+mn-lt"/>
                <a:ea typeface="+mn-ea"/>
                <a:cs typeface="+mn-cs"/>
              </a:rPr>
              <a:t>Die </a:t>
            </a:r>
            <a:r>
              <a:rPr lang="en-US" sz="2000" b="0" i="0" kern="1200" err="1">
                <a:solidFill>
                  <a:schemeClr val="tx1"/>
                </a:solidFill>
                <a:effectLst/>
                <a:latin typeface="+mn-lt"/>
                <a:ea typeface="+mn-ea"/>
                <a:cs typeface="+mn-cs"/>
              </a:rPr>
              <a:t>Machbarkeit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eines</a:t>
            </a:r>
            <a:r>
              <a:rPr lang="en-US" sz="2000" b="0" i="0" kern="1200">
                <a:solidFill>
                  <a:schemeClr val="tx1"/>
                </a:solidFill>
                <a:effectLst/>
                <a:latin typeface="+mn-lt"/>
                <a:ea typeface="+mn-ea"/>
                <a:cs typeface="+mn-cs"/>
              </a:rPr>
              <a:t> Tests </a:t>
            </a:r>
            <a:r>
              <a:rPr lang="en-US" sz="2000" b="0" i="0" kern="1200" err="1">
                <a:solidFill>
                  <a:schemeClr val="tx1"/>
                </a:solidFill>
                <a:effectLst/>
                <a:latin typeface="+mn-lt"/>
                <a:ea typeface="+mn-ea"/>
                <a:cs typeface="+mn-cs"/>
              </a:rPr>
              <a:t>hängt</a:t>
            </a:r>
            <a:r>
              <a:rPr lang="en-US" sz="2000" b="0" i="0" kern="1200">
                <a:solidFill>
                  <a:schemeClr val="tx1"/>
                </a:solidFill>
                <a:effectLst/>
                <a:latin typeface="+mn-lt"/>
                <a:ea typeface="+mn-ea"/>
                <a:cs typeface="+mn-cs"/>
              </a:rPr>
              <a:t> von der Position des </a:t>
            </a:r>
            <a:r>
              <a:rPr lang="en-US" sz="2000" b="0" i="0" kern="1200" err="1">
                <a:solidFill>
                  <a:schemeClr val="tx1"/>
                </a:solidFill>
                <a:effectLst/>
                <a:latin typeface="+mn-lt"/>
                <a:ea typeface="+mn-ea"/>
                <a:cs typeface="+mn-cs"/>
              </a:rPr>
              <a:t>Testsystems</a:t>
            </a:r>
            <a:r>
              <a:rPr lang="en-US" sz="2000" b="0" i="0" kern="1200">
                <a:solidFill>
                  <a:schemeClr val="tx1"/>
                </a:solidFill>
                <a:effectLst/>
                <a:latin typeface="+mn-lt"/>
                <a:ea typeface="+mn-ea"/>
                <a:cs typeface="+mn-cs"/>
              </a:rPr>
              <a:t> auf dem </a:t>
            </a:r>
            <a:r>
              <a:rPr lang="en-US" sz="2000" b="0" i="0" kern="1200" err="1">
                <a:solidFill>
                  <a:schemeClr val="tx1"/>
                </a:solidFill>
                <a:effectLst/>
                <a:latin typeface="+mn-lt"/>
                <a:ea typeface="+mn-ea"/>
                <a:cs typeface="+mn-cs"/>
              </a:rPr>
              <a:t>Kommunikationspfad</a:t>
            </a:r>
            <a:r>
              <a:rPr lang="en-US" sz="2000" b="0" i="0" kern="1200">
                <a:solidFill>
                  <a:schemeClr val="tx1"/>
                </a:solidFill>
                <a:effectLst/>
                <a:latin typeface="+mn-lt"/>
                <a:ea typeface="+mn-ea"/>
                <a:cs typeface="+mn-cs"/>
              </a:rPr>
              <a:t> ab. </a:t>
            </a:r>
          </a:p>
          <a:p>
            <a:pPr rtl="0" fontAlgn="base"/>
            <a:r>
              <a:rPr lang="en-US" sz="2000" b="0" i="0" kern="1200">
                <a:solidFill>
                  <a:schemeClr val="tx1"/>
                </a:solidFill>
                <a:effectLst/>
                <a:latin typeface="+mn-lt"/>
                <a:ea typeface="+mn-ea"/>
                <a:cs typeface="+mn-cs"/>
              </a:rPr>
              <a:t>Ich </a:t>
            </a:r>
            <a:r>
              <a:rPr lang="en-US" sz="2000" b="0" i="0" kern="1200" err="1">
                <a:solidFill>
                  <a:schemeClr val="tx1"/>
                </a:solidFill>
                <a:effectLst/>
                <a:latin typeface="+mn-lt"/>
                <a:ea typeface="+mn-ea"/>
                <a:cs typeface="+mn-cs"/>
              </a:rPr>
              <a:t>habe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drei</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Varianten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spezifiziert</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r>
              <a:rPr lang="en-US" sz="2000" b="0" i="0" kern="1200">
                <a:solidFill>
                  <a:schemeClr val="tx1"/>
                </a:solidFill>
                <a:effectLst/>
                <a:latin typeface="+mn-lt"/>
                <a:ea typeface="+mn-ea"/>
                <a:cs typeface="+mn-cs"/>
              </a:rPr>
              <a:t>NV1, </a:t>
            </a:r>
            <a:r>
              <a:rPr lang="en-US" sz="2000" b="0" i="0" kern="1200" err="1">
                <a:solidFill>
                  <a:schemeClr val="tx1"/>
                </a:solidFill>
                <a:effectLst/>
                <a:latin typeface="+mn-lt"/>
                <a:ea typeface="+mn-ea"/>
                <a:cs typeface="+mn-cs"/>
              </a:rPr>
              <a:t>Direktzugriff</a:t>
            </a:r>
            <a:r>
              <a:rPr lang="en-US" sz="2000" b="0" i="0" kern="1200">
                <a:solidFill>
                  <a:schemeClr val="tx1"/>
                </a:solidFill>
                <a:effectLst/>
                <a:latin typeface="+mn-lt"/>
                <a:ea typeface="+mn-ea"/>
                <a:cs typeface="+mn-cs"/>
              </a:rPr>
              <a:t>: Das </a:t>
            </a:r>
            <a:r>
              <a:rPr lang="en-US" sz="2000" b="0" i="0" kern="1200" err="1">
                <a:solidFill>
                  <a:schemeClr val="tx1"/>
                </a:solidFill>
                <a:effectLst/>
                <a:latin typeface="+mn-lt"/>
                <a:ea typeface="+mn-ea"/>
                <a:cs typeface="+mn-cs"/>
              </a:rPr>
              <a:t>Testsystem</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ist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regulärer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Teilnehmer</a:t>
            </a:r>
            <a:r>
              <a:rPr lang="en-US" sz="2000" b="0" i="0" kern="1200">
                <a:solidFill>
                  <a:schemeClr val="tx1"/>
                </a:solidFill>
                <a:effectLst/>
                <a:latin typeface="+mn-lt"/>
                <a:ea typeface="+mn-ea"/>
                <a:cs typeface="+mn-cs"/>
              </a:rPr>
              <a:t> am Switch. Das </a:t>
            </a:r>
            <a:r>
              <a:rPr lang="en-US" sz="2000" b="0" i="0" kern="1200" err="1">
                <a:solidFill>
                  <a:schemeClr val="tx1"/>
                </a:solidFill>
                <a:effectLst/>
                <a:latin typeface="+mn-lt"/>
                <a:ea typeface="+mn-ea"/>
                <a:cs typeface="+mn-cs"/>
              </a:rPr>
              <a:t>trägt</a:t>
            </a:r>
            <a:r>
              <a:rPr lang="en-US" sz="2000" b="0" i="0" kern="1200">
                <a:solidFill>
                  <a:schemeClr val="tx1"/>
                </a:solidFill>
                <a:effectLst/>
                <a:latin typeface="+mn-lt"/>
                <a:ea typeface="+mn-ea"/>
                <a:cs typeface="+mn-cs"/>
              </a:rPr>
              <a:t> alle IP-</a:t>
            </a:r>
            <a:r>
              <a:rPr lang="en-US" sz="2000" b="0" i="0" kern="1200" err="1">
                <a:solidFill>
                  <a:schemeClr val="tx1"/>
                </a:solidFill>
                <a:effectLst/>
                <a:latin typeface="+mn-lt"/>
                <a:ea typeface="+mn-ea"/>
                <a:cs typeface="+mn-cs"/>
              </a:rPr>
              <a:t>basierten</a:t>
            </a:r>
            <a:r>
              <a:rPr lang="en-US" sz="2000" b="0" i="0" kern="1200">
                <a:solidFill>
                  <a:schemeClr val="tx1"/>
                </a:solidFill>
                <a:effectLst/>
                <a:latin typeface="+mn-lt"/>
                <a:ea typeface="+mn-ea"/>
                <a:cs typeface="+mn-cs"/>
              </a:rPr>
              <a:t> Tests, </a:t>
            </a:r>
            <a:r>
              <a:rPr lang="en-US" sz="2000" b="0" i="0" kern="1200" err="1">
                <a:solidFill>
                  <a:schemeClr val="tx1"/>
                </a:solidFill>
                <a:effectLst/>
                <a:latin typeface="+mn-lt"/>
                <a:ea typeface="+mn-ea"/>
                <a:cs typeface="+mn-cs"/>
              </a:rPr>
              <a:t>insbesondere</a:t>
            </a:r>
            <a:r>
              <a:rPr lang="en-US" sz="2000" b="0" i="0" kern="1200">
                <a:solidFill>
                  <a:schemeClr val="tx1"/>
                </a:solidFill>
                <a:effectLst/>
                <a:latin typeface="+mn-lt"/>
                <a:ea typeface="+mn-ea"/>
                <a:cs typeface="+mn-cs"/>
              </a:rPr>
              <a:t> die HTTP-</a:t>
            </a:r>
            <a:r>
              <a:rPr lang="en-US" sz="2000" b="0" i="0" kern="1200" err="1">
                <a:solidFill>
                  <a:schemeClr val="tx1"/>
                </a:solidFill>
                <a:effectLst/>
                <a:latin typeface="+mn-lt"/>
                <a:ea typeface="+mn-ea"/>
                <a:cs typeface="+mn-cs"/>
              </a:rPr>
              <a:t>Dienste</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r>
              <a:rPr lang="en-US" sz="2000" b="0" i="0" kern="1200">
                <a:solidFill>
                  <a:schemeClr val="tx1"/>
                </a:solidFill>
                <a:effectLst/>
                <a:latin typeface="+mn-lt"/>
                <a:ea typeface="+mn-ea"/>
                <a:cs typeface="+mn-cs"/>
              </a:rPr>
              <a:t>NV2, passive </a:t>
            </a:r>
            <a:r>
              <a:rPr lang="en-US" sz="2000" b="0" i="0" kern="1200" err="1">
                <a:solidFill>
                  <a:schemeClr val="tx1"/>
                </a:solidFill>
                <a:effectLst/>
                <a:latin typeface="+mn-lt"/>
                <a:ea typeface="+mn-ea"/>
                <a:cs typeface="+mn-cs"/>
              </a:rPr>
              <a:t>Beobachtung</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über</a:t>
            </a:r>
            <a:r>
              <a:rPr lang="en-US" sz="2000" b="0" i="0" kern="1200">
                <a:solidFill>
                  <a:schemeClr val="tx1"/>
                </a:solidFill>
                <a:effectLst/>
                <a:latin typeface="+mn-lt"/>
                <a:ea typeface="+mn-ea"/>
                <a:cs typeface="+mn-cs"/>
              </a:rPr>
              <a:t> Mirror-Port </a:t>
            </a:r>
            <a:r>
              <a:rPr lang="en-US" sz="2000" b="0" i="0" kern="1200" err="1">
                <a:solidFill>
                  <a:schemeClr val="tx1"/>
                </a:solidFill>
                <a:effectLst/>
                <a:latin typeface="+mn-lt"/>
                <a:ea typeface="+mn-ea"/>
                <a:cs typeface="+mn-cs"/>
              </a:rPr>
              <a:t>oder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Netzwerk</a:t>
            </a:r>
            <a:r>
              <a:rPr lang="en-US" sz="2000" b="0" i="0" kern="1200">
                <a:solidFill>
                  <a:schemeClr val="tx1"/>
                </a:solidFill>
                <a:effectLst/>
                <a:latin typeface="+mn-lt"/>
                <a:ea typeface="+mn-ea"/>
                <a:cs typeface="+mn-cs"/>
              </a:rPr>
              <a:t>-Tap. </a:t>
            </a:r>
          </a:p>
          <a:p>
            <a:pPr marL="0" indent="0" rtl="0" fontAlgn="base">
              <a:buNone/>
            </a:pPr>
            <a:r>
              <a:rPr lang="en-US" sz="2000" b="0" i="0" kern="1200">
                <a:solidFill>
                  <a:schemeClr val="tx1"/>
                </a:solidFill>
                <a:effectLst/>
                <a:latin typeface="+mn-lt"/>
                <a:ea typeface="+mn-ea"/>
                <a:cs typeface="+mn-cs"/>
              </a:rPr>
              <a:t>    - Erst </a:t>
            </a:r>
            <a:r>
              <a:rPr lang="en-US" sz="2000" b="0" i="0" kern="1200" err="1">
                <a:solidFill>
                  <a:schemeClr val="tx1"/>
                </a:solidFill>
                <a:effectLst/>
                <a:latin typeface="+mn-lt"/>
                <a:ea typeface="+mn-ea"/>
                <a:cs typeface="+mn-cs"/>
              </a:rPr>
              <a:t>hier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wird</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zyklische</a:t>
            </a:r>
            <a:r>
              <a:rPr lang="en-US" sz="2000" b="0" i="0" kern="1200">
                <a:solidFill>
                  <a:schemeClr val="tx1"/>
                </a:solidFill>
                <a:effectLst/>
                <a:latin typeface="+mn-lt"/>
                <a:ea typeface="+mn-ea"/>
                <a:cs typeface="+mn-cs"/>
              </a:rPr>
              <a:t> PROFINET- und </a:t>
            </a:r>
            <a:r>
              <a:rPr lang="en-US" sz="2000" b="0" i="0" kern="1200" err="1">
                <a:solidFill>
                  <a:schemeClr val="tx1"/>
                </a:solidFill>
                <a:effectLst/>
                <a:latin typeface="+mn-lt"/>
                <a:ea typeface="+mn-ea"/>
                <a:cs typeface="+mn-cs"/>
              </a:rPr>
              <a:t>PROFIsafe</a:t>
            </a:r>
            <a:r>
              <a:rPr lang="en-US" sz="2000" b="0" i="0" kern="1200">
                <a:solidFill>
                  <a:schemeClr val="tx1"/>
                </a:solidFill>
                <a:effectLst/>
                <a:latin typeface="+mn-lt"/>
                <a:ea typeface="+mn-ea"/>
                <a:cs typeface="+mn-cs"/>
              </a:rPr>
              <a:t>-Kommunikation </a:t>
            </a:r>
            <a:r>
              <a:rPr lang="en-US" sz="2000" b="0" i="0" kern="1200" err="1">
                <a:solidFill>
                  <a:schemeClr val="tx1"/>
                </a:solidFill>
                <a:effectLst/>
                <a:latin typeface="+mn-lt"/>
                <a:ea typeface="+mn-ea"/>
                <a:cs typeface="+mn-cs"/>
              </a:rPr>
              <a:t>sichtbar</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r>
              <a:rPr lang="en-US" sz="2000" b="0" i="0" kern="1200">
                <a:solidFill>
                  <a:schemeClr val="tx1"/>
                </a:solidFill>
                <a:effectLst/>
                <a:latin typeface="+mn-lt"/>
                <a:ea typeface="+mn-ea"/>
                <a:cs typeface="+mn-cs"/>
              </a:rPr>
              <a:t>NV3, </a:t>
            </a:r>
            <a:r>
              <a:rPr lang="en-US" sz="2000" b="0" i="0" kern="1200" err="1">
                <a:solidFill>
                  <a:schemeClr val="tx1"/>
                </a:solidFill>
                <a:effectLst/>
                <a:latin typeface="+mn-lt"/>
                <a:ea typeface="+mn-ea"/>
                <a:cs typeface="+mn-cs"/>
              </a:rPr>
              <a:t>aktive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Zwischenschaltung</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als</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transparente</a:t>
            </a:r>
            <a:r>
              <a:rPr lang="en-US" sz="2000" b="0" i="0" kern="1200">
                <a:solidFill>
                  <a:schemeClr val="tx1"/>
                </a:solidFill>
                <a:effectLst/>
                <a:latin typeface="+mn-lt"/>
                <a:ea typeface="+mn-ea"/>
                <a:cs typeface="+mn-cs"/>
              </a:rPr>
              <a:t> Bridge –  </a:t>
            </a:r>
          </a:p>
          <a:p>
            <a:pPr marL="0" indent="0" rtl="0" fontAlgn="base">
              <a:buNone/>
            </a:pPr>
            <a:r>
              <a:rPr lang="en-US" sz="2000" b="0" i="0" kern="1200">
                <a:solidFill>
                  <a:schemeClr val="tx1"/>
                </a:solidFill>
                <a:effectLst/>
                <a:latin typeface="+mn-lt"/>
                <a:ea typeface="+mn-ea"/>
                <a:cs typeface="+mn-cs"/>
              </a:rPr>
              <a:t>    - für das </a:t>
            </a:r>
            <a:r>
              <a:rPr lang="en-US" sz="2000" b="0" i="0" kern="1200" err="1">
                <a:solidFill>
                  <a:schemeClr val="tx1"/>
                </a:solidFill>
                <a:effectLst/>
                <a:latin typeface="+mn-lt"/>
                <a:ea typeface="+mn-ea"/>
                <a:cs typeface="+mn-cs"/>
              </a:rPr>
              <a:t>gezielte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Verzögern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Verwerfen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oder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Ersetzen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einzelner</a:t>
            </a:r>
            <a:r>
              <a:rPr lang="en-US" sz="2000" b="0" i="0" kern="1200">
                <a:solidFill>
                  <a:schemeClr val="tx1"/>
                </a:solidFill>
                <a:effectLst/>
                <a:latin typeface="+mn-lt"/>
                <a:ea typeface="+mn-ea"/>
                <a:cs typeface="+mn-cs"/>
              </a:rPr>
              <a:t> Frames.</a:t>
            </a:r>
            <a:r>
              <a:rPr lang="de-DE" sz="2000" b="0" i="0" kern="1200">
                <a:solidFill>
                  <a:schemeClr val="tx1"/>
                </a:solidFill>
                <a:effectLst/>
                <a:latin typeface="+mn-lt"/>
                <a:ea typeface="+mn-ea"/>
                <a:cs typeface="+mn-cs"/>
              </a:rPr>
              <a:t> </a:t>
            </a:r>
          </a:p>
          <a:p>
            <a:pPr rtl="0" fontAlgn="base"/>
            <a:r>
              <a:rPr lang="en-US" sz="2000" b="0" i="0" kern="1200" err="1">
                <a:solidFill>
                  <a:schemeClr val="tx1"/>
                </a:solidFill>
                <a:effectLst/>
                <a:latin typeface="+mn-lt"/>
                <a:ea typeface="+mn-ea"/>
                <a:cs typeface="+mn-cs"/>
              </a:rPr>
              <a:t>Realisiert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wurde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im</a:t>
            </a:r>
            <a:r>
              <a:rPr lang="en-US" sz="2000" b="0" i="0" kern="1200">
                <a:solidFill>
                  <a:schemeClr val="tx1"/>
                </a:solidFill>
                <a:effectLst/>
                <a:latin typeface="+mn-lt"/>
                <a:ea typeface="+mn-ea"/>
                <a:cs typeface="+mn-cs"/>
              </a:rPr>
              <a:t> Labor </a:t>
            </a:r>
            <a:r>
              <a:rPr lang="en-US" sz="2000" b="0" i="0" kern="1200" err="1">
                <a:solidFill>
                  <a:schemeClr val="tx1"/>
                </a:solidFill>
                <a:effectLst/>
                <a:latin typeface="+mn-lt"/>
                <a:ea typeface="+mn-ea"/>
                <a:cs typeface="+mn-cs"/>
              </a:rPr>
              <a:t>nur</a:t>
            </a:r>
            <a:r>
              <a:rPr lang="en-US" sz="2000" b="0" i="0" kern="1200">
                <a:solidFill>
                  <a:schemeClr val="tx1"/>
                </a:solidFill>
                <a:effectLst/>
                <a:latin typeface="+mn-lt"/>
                <a:ea typeface="+mn-ea"/>
                <a:cs typeface="+mn-cs"/>
              </a:rPr>
              <a:t> der </a:t>
            </a:r>
            <a:r>
              <a:rPr lang="en-US" sz="2000" b="0" i="0" kern="1200" err="1">
                <a:solidFill>
                  <a:schemeClr val="tx1"/>
                </a:solidFill>
                <a:effectLst/>
                <a:latin typeface="+mn-lt"/>
                <a:ea typeface="+mn-ea"/>
                <a:cs typeface="+mn-cs"/>
              </a:rPr>
              <a:t>Direktzugriff</a:t>
            </a:r>
            <a:endParaRPr lang="en-US" sz="2000" b="0" i="0" kern="1200">
              <a:solidFill>
                <a:schemeClr val="tx1"/>
              </a:solidFill>
              <a:effectLst/>
              <a:latin typeface="+mn-lt"/>
              <a:ea typeface="+mn-ea"/>
              <a:cs typeface="+mn-cs"/>
            </a:endParaRPr>
          </a:p>
          <a:p>
            <a:pPr rtl="0" fontAlgn="base"/>
            <a:endParaRPr lang="en-US" sz="2000" b="0" i="0" kern="1200">
              <a:solidFill>
                <a:schemeClr val="tx1"/>
              </a:solidFill>
              <a:effectLst/>
              <a:latin typeface="+mn-lt"/>
              <a:ea typeface="+mn-ea"/>
              <a:cs typeface="+mn-cs"/>
            </a:endParaRPr>
          </a:p>
          <a:p>
            <a:pPr rtl="0" fontAlgn="base"/>
            <a:endParaRPr lang="en-US" sz="2000" b="0" i="0" kern="1200">
              <a:solidFill>
                <a:schemeClr val="tx1"/>
              </a:solidFill>
              <a:effectLst/>
              <a:latin typeface="+mn-lt"/>
              <a:ea typeface="+mn-ea"/>
              <a:cs typeface="+mn-cs"/>
            </a:endParaRPr>
          </a:p>
          <a:p>
            <a:pPr rtl="0" fontAlgn="base"/>
            <a:endParaRPr lang="en-US" sz="2000" b="0" i="0" kern="1200">
              <a:solidFill>
                <a:schemeClr val="tx1"/>
              </a:solidFill>
              <a:effectLst/>
              <a:latin typeface="+mn-lt"/>
              <a:ea typeface="+mn-ea"/>
              <a:cs typeface="+mn-cs"/>
            </a:endParaRPr>
          </a:p>
          <a:p>
            <a:pPr rtl="0" fontAlgn="base"/>
            <a:r>
              <a:rPr lang="de-DE"/>
              <a:t>Unterschied </a:t>
            </a:r>
            <a:r>
              <a:rPr lang="de-DE" err="1"/>
              <a:t>port</a:t>
            </a:r>
            <a:r>
              <a:rPr lang="de-DE"/>
              <a:t> </a:t>
            </a:r>
            <a:r>
              <a:rPr lang="de-DE" err="1"/>
              <a:t>mirror</a:t>
            </a:r>
            <a:r>
              <a:rPr lang="de-DE"/>
              <a:t> /network </a:t>
            </a:r>
            <a:r>
              <a:rPr lang="de-DE" err="1"/>
              <a:t>tab</a:t>
            </a:r>
            <a:endParaRPr lang="de-DE"/>
          </a:p>
          <a:p>
            <a:pPr rtl="0" fontAlgn="base"/>
            <a:r>
              <a:rPr lang="de-DE"/>
              <a:t>- Beide Technologien dienen der Netzwerküberwachung, indem sie den fließenden Datenverkehr kopieren und an externe Analyse- oder Sicherheitstools weiterleiten.</a:t>
            </a:r>
          </a:p>
          <a:p>
            <a:pPr rtl="0" fontAlgn="base"/>
            <a:r>
              <a:rPr lang="de-DE"/>
              <a:t>- Der Port Mirror ist eine reine Software-Funktion in einem Switch, die zwar flexibel aus der Ferne einzurichten ist, jedoch die Switch-Ressourcen belastet und bei hoher Netzwerkauslastung Pakete verwerfen kann.</a:t>
            </a:r>
          </a:p>
          <a:p>
            <a:pPr rtl="0" fontAlgn="base"/>
            <a:r>
              <a:rPr lang="de-DE"/>
              <a:t>- Ein Network TAP ist dagegen ein eigenständiges Hardware-Gerät, das physisch in das Netzwerkkabel </a:t>
            </a:r>
            <a:r>
              <a:rPr lang="de-DE" err="1"/>
              <a:t>eingeschleift</a:t>
            </a:r>
            <a:r>
              <a:rPr lang="de-DE"/>
              <a:t> wird und passiv eine garantiert verlustfreie, exakte Kopie des gesamten Datenverkehrs liefert.</a:t>
            </a:r>
          </a:p>
          <a:p>
            <a:pPr rtl="0" fontAlgn="base"/>
            <a:endParaRPr lang="de-DE"/>
          </a:p>
          <a:p>
            <a:pPr rtl="0" fontAlgn="base"/>
            <a:endParaRPr lang="de-DE"/>
          </a:p>
        </p:txBody>
      </p:sp>
      <p:sp>
        <p:nvSpPr>
          <p:cNvPr id="4" name="Slide Number Placeholder 3">
            <a:extLst>
              <a:ext uri="{3787C274-31AD-4AC4-87F3-907F203E2C23}">
                <a16:creationId xmlns="" xmlns:a16="http://schemas.microsoft.com/office/drawing/2014/main" id="{B6DE2E63-2E01-448E-8AD3-D5CBDA8BD5A0}"/>
              </a:ext>
            </a:extLst>
          </p:cNvPr>
          <p:cNvSpPr>
            <a:spLocks noGrp="1"/>
          </p:cNvSpPr>
          <p:nvPr>
            <p:ph type="sldNum" sz="quarter" idx="5"/>
          </p:nvPr>
        </p:nvSpPr>
        <p:spPr/>
        <p:txBody>
          <a:bodyPr/>
          <a:lstStyle/>
          <a:p>
            <a:fld id="{97CDE432-DB92-40EB-A719-B3CEA8CE9660}"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So sah der Aufbau konkret aus: ein Industrial Switch, daran die SPS, der Prüfling – ein Safe-Remote-I/O-Gerät –, ein Testsystem und ein Engineering-Laptop.</a:t>
            </a:r>
          </a:p>
          <a:p>
            <a:pPr fontAlgn="t"/>
            <a:r>
              <a:rPr lang="de-DE" sz="2000" b="0" i="0" kern="1200" dirty="0">
                <a:solidFill>
                  <a:schemeClr val="tx1"/>
                </a:solidFill>
                <a:effectLst/>
                <a:latin typeface="+mn-lt"/>
                <a:ea typeface="+mn-ea"/>
                <a:cs typeface="+mn-cs"/>
              </a:rPr>
              <a:t>Als Testsystem habe ich Kali Linux eingesetzt. </a:t>
            </a:r>
          </a:p>
          <a:p>
            <a:pPr fontAlgn="t"/>
            <a:r>
              <a:rPr lang="de-DE" sz="2000" b="0" i="0" kern="1200" dirty="0">
                <a:solidFill>
                  <a:schemeClr val="tx1"/>
                </a:solidFill>
                <a:effectLst/>
                <a:latin typeface="+mn-lt"/>
                <a:ea typeface="+mn-ea"/>
                <a:cs typeface="+mn-cs"/>
              </a:rPr>
              <a:t>Das ist eine Linux-Distribution, die einen vorkonfigurierten Satz quelloffener Security-Werkzeuge mitbringt </a:t>
            </a:r>
          </a:p>
          <a:p>
            <a:pPr marL="0" indent="0" fontAlgn="t">
              <a:buNone/>
            </a:pPr>
            <a:r>
              <a:rPr lang="de-DE" sz="2000" b="0" i="0" kern="1200" dirty="0">
                <a:solidFill>
                  <a:schemeClr val="tx1"/>
                </a:solidFill>
                <a:effectLst/>
                <a:latin typeface="+mn-lt"/>
                <a:ea typeface="+mn-ea"/>
                <a:cs typeface="+mn-cs"/>
              </a:rPr>
              <a:t>    - z.B. Werkzeuge für Netzwerk-Discovery, für das Untersuchen von Webschnittstellen, </a:t>
            </a:r>
          </a:p>
          <a:p>
            <a:pPr fontAlgn="t"/>
            <a:r>
              <a:rPr lang="de-DE" sz="2000" b="0" i="0" kern="1200" dirty="0">
                <a:solidFill>
                  <a:schemeClr val="tx1"/>
                </a:solidFill>
                <a:effectLst/>
                <a:latin typeface="+mn-lt"/>
                <a:ea typeface="+mn-ea"/>
                <a:cs typeface="+mn-cs"/>
              </a:rPr>
              <a:t>Alle Knoten lagen in einem flachen Adressbereich und ohne VLAN-Trennung. </a:t>
            </a:r>
          </a:p>
          <a:p>
            <a:pPr fontAlgn="t"/>
            <a:r>
              <a:rPr lang="de-DE" sz="2000" b="0" i="0" kern="1200" dirty="0">
                <a:solidFill>
                  <a:schemeClr val="tx1"/>
                </a:solidFill>
                <a:effectLst/>
                <a:latin typeface="+mn-lt"/>
                <a:ea typeface="+mn-ea"/>
                <a:cs typeface="+mn-cs"/>
              </a:rPr>
              <a:t>Der Engineering-Laptop mit TIA Portal ist Hilfsmittel da, um bestimmte Werte am Gerät auszulesen und kein Security-Testwerkzeug.</a:t>
            </a:r>
          </a:p>
          <a:p>
            <a:pPr fontAlgn="t"/>
            <a:r>
              <a:rPr lang="de-DE" sz="2000" b="0" i="0" kern="1200" dirty="0">
                <a:solidFill>
                  <a:schemeClr val="tx1"/>
                </a:solidFill>
                <a:effectLst/>
                <a:latin typeface="+mn-lt"/>
                <a:ea typeface="+mn-ea"/>
                <a:cs typeface="+mn-cs"/>
              </a:rPr>
              <a:t>Getestet wurde ausschließlich in dieser isolierten Laborumgebung, bei OT darf man niemals an einem Produktivsystem testen. </a:t>
            </a:r>
          </a:p>
          <a:p>
            <a:pPr fontAlgn="t"/>
            <a:r>
              <a:rPr lang="de-DE" sz="2000" b="0" i="0" kern="1200" dirty="0">
                <a:solidFill>
                  <a:schemeClr val="tx1"/>
                </a:solidFill>
                <a:effectLst/>
                <a:latin typeface="+mn-lt"/>
                <a:ea typeface="+mn-ea"/>
                <a:cs typeface="+mn-cs"/>
              </a:rPr>
              <a:t>Aktives Scannen kann Kommunikation unterbrechen und im schlimmsten Fall eine Sicherheitsfunktion beeinträchtigen. </a:t>
            </a: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r>
              <a:rPr lang="de-DE" sz="2000" b="0" i="0" kern="1200" dirty="0">
                <a:solidFill>
                  <a:schemeClr val="tx1"/>
                </a:solidFill>
                <a:effectLst/>
                <a:latin typeface="+mn-lt"/>
                <a:ea typeface="+mn-ea"/>
                <a:cs typeface="+mn-cs"/>
              </a:rPr>
              <a:t>Alternativen zu Kali-Linux</a:t>
            </a:r>
          </a:p>
          <a:p>
            <a:pPr fontAlgn="t"/>
            <a:r>
              <a:rPr lang="de-DE" sz="2000" b="0" i="0" kern="1200" dirty="0">
                <a:solidFill>
                  <a:schemeClr val="tx1"/>
                </a:solidFill>
                <a:effectLst/>
                <a:latin typeface="+mn-lt"/>
                <a:ea typeface="+mn-ea"/>
                <a:cs typeface="+mn-cs"/>
              </a:rPr>
              <a:t>Kali Linux ist eine auf Debian basierende Linux-Distribution, die mit hunderten vorinstallierten Werkzeugen speziell für Penetrationstests, forensische Analysen und ethisches Hacken entwickelt wurde. Sicherheitsexperten nutzen dieses Betriebssystem, um IT-Systeme und Netzwerke aktiv auf Schwachstellen zu prüfen, bevor echte Angreifer diese ausnutzen können. Beliebte Alternativen, die einen ähnlich starken Fokus auf Cybersicherheit und eine vergleichbare Tool-Ausstattung bieten, sind beispielsweise Parrot Security OS, </a:t>
            </a:r>
            <a:r>
              <a:rPr lang="de-DE" sz="2000" b="0" i="0" kern="1200" dirty="0" err="1">
                <a:solidFill>
                  <a:schemeClr val="tx1"/>
                </a:solidFill>
                <a:effectLst/>
                <a:latin typeface="+mn-lt"/>
                <a:ea typeface="+mn-ea"/>
                <a:cs typeface="+mn-cs"/>
              </a:rPr>
              <a:t>BlackArch</a:t>
            </a:r>
            <a:r>
              <a:rPr lang="de-DE" sz="2000" b="0" i="0" kern="1200" dirty="0">
                <a:solidFill>
                  <a:schemeClr val="tx1"/>
                </a:solidFill>
                <a:effectLst/>
                <a:latin typeface="+mn-lt"/>
                <a:ea typeface="+mn-ea"/>
                <a:cs typeface="+mn-cs"/>
              </a:rPr>
              <a:t> Linux und </a:t>
            </a:r>
            <a:r>
              <a:rPr lang="de-DE" sz="2000" b="0" i="0" kern="1200" dirty="0" err="1">
                <a:solidFill>
                  <a:schemeClr val="tx1"/>
                </a:solidFill>
                <a:effectLst/>
                <a:latin typeface="+mn-lt"/>
                <a:ea typeface="+mn-ea"/>
                <a:cs typeface="+mn-cs"/>
              </a:rPr>
              <a:t>BackBox</a:t>
            </a:r>
            <a:r>
              <a:rPr lang="de-DE" sz="2000" b="0" i="0" kern="1200" dirty="0">
                <a:solidFill>
                  <a:schemeClr val="tx1"/>
                </a:solidFill>
                <a:effectLst/>
                <a:latin typeface="+mn-lt"/>
                <a:ea typeface="+mn-ea"/>
                <a:cs typeface="+mn-cs"/>
              </a:rPr>
              <a:t>.</a:t>
            </a:r>
          </a:p>
          <a:p>
            <a:pPr fontAlgn="t"/>
            <a:endParaRPr lang="de-DE" sz="2000" b="0" i="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C4CB6471-ACEC-47CF-B768-419C0458B309}" type="slidenum">
              <a:rPr lang="en-US" smtClean="0"/>
              <a:t>13</a:t>
            </a:fld>
            <a:endParaRPr lang="en-US"/>
          </a:p>
        </p:txBody>
      </p:sp>
    </p:spTree>
    <p:extLst>
      <p:ext uri="{BB962C8B-B14F-4D97-AF65-F5344CB8AC3E}">
        <p14:creationId xmlns:p14="http://schemas.microsoft.com/office/powerpoint/2010/main" val="2196927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90482204-7BDC-440B-BC9B-746C383463EB}">
              <a16:creationId xmlns="" xmlns:a16="http://schemas.microsoft.com/office/drawing/2014/main" id="{B4293B34-33E5-459D-ABAD-0B2F7CB7B365}"/>
            </a:ext>
          </a:extLst>
        </p:cNvPr>
        <p:cNvGrpSpPr/>
        <p:nvPr/>
      </p:nvGrpSpPr>
      <p:grpSpPr>
        <a:xfrm>
          <a:off x="0" y="0"/>
          <a:ext cx="0" cy="0"/>
          <a:chOff x="0" y="0"/>
          <a:chExt cx="0" cy="0"/>
        </a:xfrm>
      </p:grpSpPr>
      <p:sp>
        <p:nvSpPr>
          <p:cNvPr id="2" name="Slide Image Placeholder 1">
            <a:extLst>
              <a:ext uri="{E7A40164-3E7C-422A-A750-9BC37A0DB98B}">
                <a16:creationId xmlns="" xmlns:a16="http://schemas.microsoft.com/office/drawing/2014/main" id="{8999F6FF-BE71-459F-9626-CFD89802E761}"/>
              </a:ext>
            </a:extLst>
          </p:cNvPr>
          <p:cNvSpPr>
            <a:spLocks noGrp="1" noRot="1" noChangeAspect="1"/>
          </p:cNvSpPr>
          <p:nvPr>
            <p:ph type="sldImg"/>
          </p:nvPr>
        </p:nvSpPr>
        <p:spPr>
          <a:xfrm>
            <a:off x="1728788" y="839788"/>
            <a:ext cx="3400425" cy="1912937"/>
          </a:xfrm>
        </p:spPr>
      </p:sp>
      <p:sp>
        <p:nvSpPr>
          <p:cNvPr id="3" name="Notes Placeholder 2">
            <a:extLst>
              <a:ext uri="{8DA2DC31-8FB5-46C6-9C32-A7718A0410D4}">
                <a16:creationId xmlns="" xmlns:a16="http://schemas.microsoft.com/office/drawing/2014/main" id="{A06FEE89-3BC0-4F88-85CC-0E773AF395B8}"/>
              </a:ext>
            </a:extLst>
          </p:cNvPr>
          <p:cNvSpPr>
            <a:spLocks noGrp="1"/>
          </p:cNvSpPr>
          <p:nvPr>
            <p:ph type="body" idx="1"/>
          </p:nvPr>
        </p:nvSpPr>
        <p:spPr/>
        <p:txBody>
          <a:bodyPr/>
          <a:lstStyle/>
          <a:p>
            <a:pPr fontAlgn="t"/>
            <a:r>
              <a:rPr lang="de-DE" sz="2000" b="0" i="0" kern="1200">
                <a:solidFill>
                  <a:schemeClr val="tx1"/>
                </a:solidFill>
                <a:effectLst/>
                <a:latin typeface="+mn-lt"/>
                <a:ea typeface="+mn-ea"/>
                <a:cs typeface="+mn-cs"/>
              </a:rPr>
              <a:t>Damit zur zweiten Forschungsfrage. </a:t>
            </a:r>
          </a:p>
          <a:p>
            <a:pPr fontAlgn="t"/>
            <a:r>
              <a:rPr lang="de-DE" sz="2000" b="0" i="0" kern="1200">
                <a:solidFill>
                  <a:schemeClr val="tx1"/>
                </a:solidFill>
                <a:effectLst/>
                <a:latin typeface="+mn-lt"/>
                <a:ea typeface="+mn-ea"/>
                <a:cs typeface="+mn-cs"/>
              </a:rPr>
              <a:t>Das bestehende Firmen-Framework besteht aus zehn Prüfanweisungen, jede bindet ein Werkzeug an eine Gegenmaßnahme und eine Akzeptanzregel. </a:t>
            </a:r>
          </a:p>
          <a:p>
            <a:pPr fontAlgn="t"/>
            <a:r>
              <a:rPr lang="de-DE" sz="2000" b="0" i="0" kern="1200">
                <a:solidFill>
                  <a:schemeClr val="tx1"/>
                </a:solidFill>
                <a:effectLst/>
                <a:latin typeface="+mn-lt"/>
                <a:ea typeface="+mn-ea"/>
                <a:cs typeface="+mn-cs"/>
              </a:rPr>
              <a:t>Es ist um Werkzeuge herum organisiert, und es ist allgemein für IT-Systeme und Webanwendungen geschrieben. </a:t>
            </a:r>
          </a:p>
          <a:p>
            <a:pPr fontAlgn="t"/>
            <a:r>
              <a:rPr lang="de-DE" sz="2000" b="0" i="0" kern="1200">
                <a:solidFill>
                  <a:schemeClr val="tx1"/>
                </a:solidFill>
                <a:effectLst/>
                <a:latin typeface="+mn-lt"/>
                <a:ea typeface="+mn-ea"/>
                <a:cs typeface="+mn-cs"/>
              </a:rPr>
              <a:t>Das Gateway ist ein </a:t>
            </a:r>
            <a:r>
              <a:rPr lang="de-DE" sz="2000" b="0" i="0" kern="1200" err="1">
                <a:solidFill>
                  <a:schemeClr val="tx1"/>
                </a:solidFill>
                <a:effectLst/>
                <a:latin typeface="+mn-lt"/>
                <a:ea typeface="+mn-ea"/>
                <a:cs typeface="+mn-cs"/>
              </a:rPr>
              <a:t>embedded</a:t>
            </a:r>
            <a:r>
              <a:rPr lang="de-DE" sz="2000" b="0" i="0" kern="1200">
                <a:solidFill>
                  <a:schemeClr val="tx1"/>
                </a:solidFill>
                <a:effectLst/>
                <a:latin typeface="+mn-lt"/>
                <a:ea typeface="+mn-ea"/>
                <a:cs typeface="+mn-cs"/>
              </a:rPr>
              <a:t> Gerät. </a:t>
            </a:r>
          </a:p>
          <a:p>
            <a:pPr fontAlgn="t"/>
            <a:r>
              <a:rPr lang="de-DE" sz="2000" b="0" i="0" kern="1200">
                <a:solidFill>
                  <a:schemeClr val="tx1"/>
                </a:solidFill>
                <a:effectLst/>
                <a:latin typeface="+mn-lt"/>
                <a:ea typeface="+mn-ea"/>
                <a:cs typeface="+mn-cs"/>
              </a:rPr>
              <a:t>Unverändert übertragbar ist das Framework deshalb nicht. </a:t>
            </a:r>
          </a:p>
          <a:p>
            <a:pPr fontAlgn="t"/>
            <a:r>
              <a:rPr lang="de-DE" sz="2000" b="0" i="0" kern="1200">
                <a:solidFill>
                  <a:schemeClr val="tx1"/>
                </a:solidFill>
                <a:effectLst/>
                <a:latin typeface="+mn-lt"/>
                <a:ea typeface="+mn-ea"/>
                <a:cs typeface="+mn-cs"/>
              </a:rPr>
              <a:t>Genau deshalb steht vor jeder Ausführung eine Anwendbarkeitsprüfung</a:t>
            </a:r>
          </a:p>
          <a:p>
            <a:pPr fontAlgn="t"/>
            <a:r>
              <a:rPr lang="de-DE" sz="2000" b="0" i="0" kern="1200">
                <a:solidFill>
                  <a:schemeClr val="tx1"/>
                </a:solidFill>
                <a:effectLst/>
                <a:latin typeface="+mn-lt"/>
                <a:ea typeface="+mn-ea"/>
                <a:cs typeface="+mn-cs"/>
              </a:rPr>
              <a:t>Vier Tests waren direkt anwendbar und wurden ausgeführt</a:t>
            </a:r>
          </a:p>
          <a:p>
            <a:pPr fontAlgn="t"/>
            <a:r>
              <a:rPr lang="de-DE" sz="2000" b="0" i="0" kern="1200">
                <a:solidFill>
                  <a:schemeClr val="tx1"/>
                </a:solidFill>
                <a:effectLst/>
                <a:latin typeface="+mn-lt"/>
                <a:ea typeface="+mn-ea"/>
                <a:cs typeface="+mn-cs"/>
              </a:rPr>
              <a:t>Zwei waren mit Anpassung anwendbar.</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Einer war blockiert</a:t>
            </a:r>
          </a:p>
          <a:p>
            <a:pPr fontAlgn="t"/>
            <a:r>
              <a:rPr lang="de-DE" sz="2000" b="0" i="0" kern="1200">
                <a:solidFill>
                  <a:schemeClr val="tx1"/>
                </a:solidFill>
                <a:effectLst/>
                <a:latin typeface="+mn-lt"/>
                <a:ea typeface="+mn-ea"/>
                <a:cs typeface="+mn-cs"/>
              </a:rPr>
              <a:t>Drei waren nicht anwendbar.</a:t>
            </a:r>
          </a:p>
          <a:p>
            <a:pPr fontAlgn="t"/>
            <a:endParaRPr lang="de-DE" sz="2000" b="0" i="0" kern="1200">
              <a:solidFill>
                <a:schemeClr val="tx1"/>
              </a:solidFill>
              <a:effectLst/>
              <a:latin typeface="+mn-lt"/>
              <a:ea typeface="+mn-ea"/>
              <a:cs typeface="+mn-cs"/>
            </a:endParaRPr>
          </a:p>
          <a:p>
            <a:pPr fontAlgn="t"/>
            <a:endParaRPr lang="de-DE" sz="2000" b="0" i="0" kern="1200">
              <a:solidFill>
                <a:schemeClr val="tx1"/>
              </a:solidFill>
              <a:effectLst/>
              <a:latin typeface="+mn-lt"/>
              <a:ea typeface="+mn-ea"/>
              <a:cs typeface="+mn-cs"/>
            </a:endParaRPr>
          </a:p>
          <a:p>
            <a:pPr fontAlgn="t"/>
            <a:endParaRPr lang="de-DE" sz="2000" b="0" i="0" kern="120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a:solidFill>
                  <a:schemeClr val="tx1"/>
                </a:solidFill>
                <a:effectLst/>
                <a:latin typeface="+mn-lt"/>
                <a:ea typeface="+mn-ea"/>
                <a:cs typeface="+mn-cs"/>
              </a:rPr>
              <a:t>(- Ein </a:t>
            </a:r>
            <a:r>
              <a:rPr lang="de-DE" sz="2000" b="0" i="0" kern="1200" err="1">
                <a:solidFill>
                  <a:schemeClr val="tx1"/>
                </a:solidFill>
                <a:effectLst/>
                <a:latin typeface="+mn-lt"/>
                <a:ea typeface="+mn-ea"/>
                <a:cs typeface="+mn-cs"/>
              </a:rPr>
              <a:t>Portscan</a:t>
            </a:r>
            <a:r>
              <a:rPr lang="de-DE" sz="2000" b="0" i="0" kern="1200">
                <a:solidFill>
                  <a:schemeClr val="tx1"/>
                </a:solidFill>
                <a:effectLst/>
                <a:latin typeface="+mn-lt"/>
                <a:ea typeface="+mn-ea"/>
                <a:cs typeface="+mn-cs"/>
              </a:rPr>
              <a:t>, um die erreichbaren Dienste zu ermitteln.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a:solidFill>
                  <a:schemeClr val="tx1"/>
                </a:solidFill>
                <a:effectLst/>
                <a:latin typeface="+mn-lt"/>
                <a:ea typeface="+mn-ea"/>
                <a:cs typeface="+mn-cs"/>
              </a:rPr>
              <a:t>Ein Web-Scanner, der die Diagnoseschnittstelle auf bekannte Schwachstellen und Fehlkonfigurationen abklopft.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a:solidFill>
                  <a:schemeClr val="tx1"/>
                </a:solidFill>
                <a:effectLst/>
                <a:latin typeface="+mn-lt"/>
                <a:ea typeface="+mn-ea"/>
                <a:cs typeface="+mn-cs"/>
              </a:rPr>
              <a:t>Ein </a:t>
            </a:r>
            <a:r>
              <a:rPr lang="de-DE" sz="2000" b="0" i="0" kern="1200" err="1">
                <a:solidFill>
                  <a:schemeClr val="tx1"/>
                </a:solidFill>
                <a:effectLst/>
                <a:latin typeface="+mn-lt"/>
                <a:ea typeface="+mn-ea"/>
                <a:cs typeface="+mn-cs"/>
              </a:rPr>
              <a:t>Lasttest</a:t>
            </a:r>
            <a:r>
              <a:rPr lang="de-DE" sz="2000" b="0" i="0" kern="1200">
                <a:solidFill>
                  <a:schemeClr val="tx1"/>
                </a:solidFill>
                <a:effectLst/>
                <a:latin typeface="+mn-lt"/>
                <a:ea typeface="+mn-ea"/>
                <a:cs typeface="+mn-cs"/>
              </a:rPr>
              <a:t>, der prüft, ob der Dienst unter definierter Last verfügbar bleibt.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a:solidFill>
                  <a:schemeClr val="tx1"/>
                </a:solidFill>
                <a:effectLst/>
                <a:latin typeface="+mn-lt"/>
                <a:ea typeface="+mn-ea"/>
                <a:cs typeface="+mn-cs"/>
              </a:rPr>
              <a:t>Und ein </a:t>
            </a:r>
            <a:r>
              <a:rPr lang="de-DE" sz="2000" b="0" i="0" kern="1200" err="1">
                <a:solidFill>
                  <a:schemeClr val="tx1"/>
                </a:solidFill>
                <a:effectLst/>
                <a:latin typeface="+mn-lt"/>
                <a:ea typeface="+mn-ea"/>
                <a:cs typeface="+mn-cs"/>
              </a:rPr>
              <a:t>Fuzzing</a:t>
            </a:r>
            <a:r>
              <a:rPr lang="de-DE" sz="2000" b="0" i="0" kern="1200">
                <a:solidFill>
                  <a:schemeClr val="tx1"/>
                </a:solidFill>
                <a:effectLst/>
                <a:latin typeface="+mn-lt"/>
                <a:ea typeface="+mn-ea"/>
                <a:cs typeface="+mn-cs"/>
              </a:rPr>
              <a:t>-Werkzeug, das nachweisen soll, dass fehlerhafte oder unerwartete Eingaben nicht zu Abstürzen oder undefiniertem Verhalten führen.</a:t>
            </a:r>
          </a:p>
          <a:p>
            <a:pPr marL="180000" marR="0" lvl="0" indent="-180000" algn="l" defTabSz="914400" rtl="0" eaLnBrk="1" fontAlgn="t" latinLnBrk="0" hangingPunct="1">
              <a:lnSpc>
                <a:spcPct val="100000"/>
              </a:lnSpc>
              <a:spcBef>
                <a:spcPts val="0"/>
              </a:spcBef>
              <a:spcAft>
                <a:spcPts val="300"/>
              </a:spcAft>
              <a:buClr>
                <a:schemeClr val="tx2"/>
              </a:buClr>
              <a:buSzTx/>
              <a:buFontTx/>
              <a:buChar char="-"/>
              <a:tabLst/>
              <a:defRPr/>
            </a:pPr>
            <a:r>
              <a:rPr lang="de-DE" sz="2000" b="0" i="0" kern="1200">
                <a:solidFill>
                  <a:schemeClr val="tx1"/>
                </a:solidFill>
                <a:effectLst/>
                <a:latin typeface="+mn-lt"/>
                <a:ea typeface="+mn-ea"/>
                <a:cs typeface="+mn-cs"/>
              </a:rPr>
              <a:t>Der Zugriffskontroll-Scan soll eigentlich nachweisen, dass Rollen und Berechtigungen durchgesetzt werden und keine Rechteausweitung möglich ist – das Gerät kennt aber nur eine einzige anonyme Lese-Rolle, ein Rollenvergleich entfällt damit. </a:t>
            </a:r>
          </a:p>
          <a:p>
            <a:pPr marL="0" marR="0" lvl="0" indent="0" algn="l" defTabSz="914400" rtl="0" eaLnBrk="1" fontAlgn="t" latinLnBrk="0" hangingPunct="1">
              <a:lnSpc>
                <a:spcPct val="100000"/>
              </a:lnSpc>
              <a:spcBef>
                <a:spcPts val="0"/>
              </a:spcBef>
              <a:spcAft>
                <a:spcPts val="300"/>
              </a:spcAft>
              <a:buClr>
                <a:schemeClr val="tx2"/>
              </a:buClr>
              <a:buSzTx/>
              <a:buFontTx/>
              <a:buNone/>
              <a:tabLst/>
              <a:defRPr/>
            </a:pPr>
            <a:r>
              <a:rPr lang="de-DE" sz="2000" b="0" i="0" kern="1200">
                <a:solidFill>
                  <a:schemeClr val="tx1"/>
                </a:solidFill>
                <a:effectLst/>
                <a:latin typeface="+mn-lt"/>
                <a:ea typeface="+mn-ea"/>
                <a:cs typeface="+mn-cs"/>
              </a:rPr>
              <a:t>Und die Prüfung der Transportverschlüsselung setzt einen verschlüsselten Endpunkt voraus; den gibt es nicht, deshalb habe ich sie auf den Klartext-Dienst umgelenkt, um wenigstens eine verwertbare Aussage zu bekommen</a:t>
            </a:r>
          </a:p>
          <a:p>
            <a:pPr marL="0" marR="0" lvl="0" indent="0" algn="l" defTabSz="914400" rtl="0" eaLnBrk="1" fontAlgn="t" latinLnBrk="0" hangingPunct="1">
              <a:lnSpc>
                <a:spcPct val="100000"/>
              </a:lnSpc>
              <a:spcBef>
                <a:spcPts val="0"/>
              </a:spcBef>
              <a:spcAft>
                <a:spcPts val="300"/>
              </a:spcAft>
              <a:buClr>
                <a:schemeClr val="tx2"/>
              </a:buClr>
              <a:buSzTx/>
              <a:buFontTx/>
              <a:buNone/>
              <a:tabLst/>
              <a:defRPr/>
            </a:pPr>
            <a:r>
              <a:rPr lang="de-DE" sz="2000" b="0" i="0" kern="1200">
                <a:solidFill>
                  <a:schemeClr val="tx1"/>
                </a:solidFill>
                <a:effectLst/>
                <a:latin typeface="+mn-lt"/>
                <a:ea typeface="+mn-ea"/>
                <a:cs typeface="+mn-cs"/>
              </a:rPr>
              <a:t>- </a:t>
            </a:r>
            <a:r>
              <a:rPr lang="de-DE" sz="1200" b="0" i="0" kern="1200">
                <a:solidFill>
                  <a:schemeClr val="tx1"/>
                </a:solidFill>
                <a:effectLst/>
                <a:latin typeface="+mn-lt"/>
                <a:ea typeface="+mn-ea"/>
                <a:cs typeface="+mn-cs"/>
              </a:rPr>
              <a:t>Der Brute-Force-Test braucht einen Anmelde-Endpunkt – das Gerät hat keinen. </a:t>
            </a:r>
          </a:p>
          <a:p>
            <a:pPr marL="0" indent="0">
              <a:buNone/>
            </a:pPr>
            <a:r>
              <a:rPr lang="de-DE" sz="1200" b="0" i="0" kern="1200">
                <a:solidFill>
                  <a:schemeClr val="tx1"/>
                </a:solidFill>
                <a:effectLst/>
                <a:latin typeface="+mn-lt"/>
                <a:ea typeface="+mn-ea"/>
                <a:cs typeface="+mn-cs"/>
              </a:rPr>
              <a:t>Die Systemhärtungsprüfung braucht eine Betriebssystem-Shell – die bietet ein eingebettetes Gerät nicht. </a:t>
            </a:r>
          </a:p>
          <a:p>
            <a:pPr marL="0" indent="0">
              <a:buNone/>
            </a:pPr>
            <a:r>
              <a:rPr lang="de-DE" sz="1200" b="0" i="0" kern="1200">
                <a:solidFill>
                  <a:schemeClr val="tx1"/>
                </a:solidFill>
                <a:effectLst/>
                <a:latin typeface="+mn-lt"/>
                <a:ea typeface="+mn-ea"/>
                <a:cs typeface="+mn-cs"/>
              </a:rPr>
              <a:t>Und der zonenbasierte Scan wird aus einer Netzwerkzone gegen eine zweite gefahren; in meiner flachen Labortopologie gibt es diese zweite Zone nicht. </a:t>
            </a:r>
            <a:r>
              <a:rPr lang="de-DE" sz="1200" b="0" i="0" kern="1200">
                <a:solidFill>
                  <a:schemeClr val="tx1"/>
                </a:solidFill>
                <a:effectLst/>
                <a:latin typeface="+mn-lt"/>
                <a:ea typeface="+mn-ea"/>
                <a:cs typeface="+mn-cs"/>
                <a:sym typeface="Wingdings" panose="05000000000000000000" pitchFamily="2" charset="2"/>
              </a:rPr>
              <a:t></a:t>
            </a:r>
            <a:r>
              <a:rPr lang="de-DE" sz="1200" b="0" i="0" kern="1200">
                <a:solidFill>
                  <a:schemeClr val="tx1"/>
                </a:solidFill>
                <a:effectLst/>
                <a:latin typeface="+mn-lt"/>
                <a:ea typeface="+mn-ea"/>
                <a:cs typeface="+mn-cs"/>
              </a:rPr>
              <a:t>Das ist eine Eigenschaft meines Aufbaus, nicht des Geräts</a:t>
            </a:r>
          </a:p>
          <a:p>
            <a:pPr marL="0" indent="0">
              <a:buNone/>
            </a:pPr>
            <a:r>
              <a:rPr lang="de-DE" sz="1200" b="0" i="0" kern="1200">
                <a:solidFill>
                  <a:schemeClr val="tx1"/>
                </a:solidFill>
                <a:effectLst/>
                <a:latin typeface="+mn-lt"/>
                <a:ea typeface="+mn-ea"/>
                <a:cs typeface="+mn-cs"/>
              </a:rPr>
              <a:t>- Der Schwachstellenscanner ließ sich im Labor nicht betriebsbereit machen – eine Umgebungsbeschränkung, keine Aussage über den Prüfling.</a:t>
            </a:r>
            <a:endParaRPr lang="de-DE" sz="1200"/>
          </a:p>
        </p:txBody>
      </p:sp>
      <p:sp>
        <p:nvSpPr>
          <p:cNvPr id="4" name="Slide Number Placeholder 3">
            <a:extLst>
              <a:ext uri="{6032B191-C41F-4C7D-8843-3B56F779ADD6}">
                <a16:creationId xmlns="" xmlns:a16="http://schemas.microsoft.com/office/drawing/2014/main" id="{F0FCACAE-2AAD-4B31-BAF0-2743C15CE08D}"/>
              </a:ext>
            </a:extLst>
          </p:cNvPr>
          <p:cNvSpPr>
            <a:spLocks noGrp="1"/>
          </p:cNvSpPr>
          <p:nvPr>
            <p:ph type="sldNum" sz="quarter" idx="5"/>
          </p:nvPr>
        </p:nvSpPr>
        <p:spPr/>
        <p:txBody>
          <a:bodyPr/>
          <a:lstStyle/>
          <a:p>
            <a:fld id="{7C7D06E0-E674-4B5B-A3DE-FD188D69B563}" type="slidenum">
              <a:rPr lang="en-US" smtClean="0"/>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 xmlns:a16="http://schemas.microsoft.com/office/drawing/2014/main"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 xmlns:a16="http://schemas.microsoft.com/office/drawing/2014/main"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 xmlns:a16="http://schemas.microsoft.com/office/drawing/2014/main" id="{75FC021A-8532-4E36-8C8E-36C1E78DDBC3}"/>
              </a:ext>
            </a:extLst>
          </p:cNvPr>
          <p:cNvSpPr>
            <a:spLocks noGrp="1"/>
          </p:cNvSpPr>
          <p:nvPr>
            <p:ph type="body" idx="1"/>
          </p:nvPr>
        </p:nvSpPr>
        <p:spPr/>
        <p:txBody>
          <a:bodyPr/>
          <a:lstStyle/>
          <a:p>
            <a:pPr fontAlgn="t"/>
            <a:r>
              <a:rPr lang="de-DE" sz="2000" b="0" i="0" kern="1200">
                <a:solidFill>
                  <a:schemeClr val="tx1"/>
                </a:solidFill>
                <a:effectLst/>
                <a:latin typeface="+mn-lt"/>
                <a:ea typeface="+mn-ea"/>
                <a:cs typeface="+mn-cs"/>
              </a:rPr>
              <a:t>Jetzt die Kette am realen Gerät – wieder an RQ-003. </a:t>
            </a:r>
          </a:p>
          <a:p>
            <a:pPr fontAlgn="t"/>
            <a:r>
              <a:rPr lang="de-DE" sz="2000" b="0" i="0" kern="1200">
                <a:solidFill>
                  <a:schemeClr val="tx1"/>
                </a:solidFill>
                <a:effectLst/>
                <a:latin typeface="+mn-lt"/>
                <a:ea typeface="+mn-ea"/>
                <a:cs typeface="+mn-cs"/>
              </a:rPr>
              <a:t>Diesmal haben wir den ganzen Hintergrund zu den Testtechniken und zu Zugriffsvoraussetzungen</a:t>
            </a:r>
          </a:p>
          <a:p>
            <a:pPr fontAlgn="t"/>
            <a:r>
              <a:rPr lang="de-DE" sz="2000" b="0" i="0" kern="1200">
                <a:solidFill>
                  <a:schemeClr val="tx1"/>
                </a:solidFill>
                <a:effectLst/>
                <a:latin typeface="+mn-lt"/>
                <a:ea typeface="+mn-ea"/>
                <a:cs typeface="+mn-cs"/>
              </a:rPr>
              <a:t>(klick) Die Anforderung ist der Nachweis von Eingriffen. </a:t>
            </a:r>
          </a:p>
          <a:p>
            <a:pPr fontAlgn="t"/>
            <a:r>
              <a:rPr lang="de-DE" sz="2000" b="0" i="0" kern="1200">
                <a:solidFill>
                  <a:schemeClr val="tx1"/>
                </a:solidFill>
                <a:effectLst/>
                <a:latin typeface="+mn-lt"/>
                <a:ea typeface="+mn-ea"/>
                <a:cs typeface="+mn-cs"/>
              </a:rPr>
              <a:t>(klick) Betroffen sind zwei Assets: die Audit- und Tracing-Daten selbst und die Betriebsart des Geräts. </a:t>
            </a:r>
          </a:p>
          <a:p>
            <a:pPr fontAlgn="t"/>
            <a:r>
              <a:rPr lang="de-DE" sz="2000" b="0" i="0" kern="1200">
                <a:solidFill>
                  <a:schemeClr val="tx1"/>
                </a:solidFill>
                <a:effectLst/>
                <a:latin typeface="+mn-lt"/>
                <a:ea typeface="+mn-ea"/>
                <a:cs typeface="+mn-cs"/>
              </a:rPr>
              <a:t>(klick) Die Bedrohung ist Repudiation – also dass sich eine Handlung im Nachhinein abstreiten lässt, weil das System keine ausreichenden Aufzeichnungen führt. </a:t>
            </a:r>
          </a:p>
          <a:p>
            <a:pPr fontAlgn="t"/>
            <a:r>
              <a:rPr lang="de-DE" sz="2000" b="0" i="0" kern="1200">
                <a:solidFill>
                  <a:schemeClr val="tx1"/>
                </a:solidFill>
                <a:effectLst/>
                <a:latin typeface="+mn-lt"/>
                <a:ea typeface="+mn-ea"/>
                <a:cs typeface="+mn-cs"/>
              </a:rPr>
              <a:t>(klick) Die zugehörige Security-Funktion ist </a:t>
            </a:r>
            <a:r>
              <a:rPr lang="de-DE" sz="2000" b="0" i="0" kern="1200" err="1">
                <a:solidFill>
                  <a:schemeClr val="tx1"/>
                </a:solidFill>
                <a:effectLst/>
                <a:latin typeface="+mn-lt"/>
                <a:ea typeface="+mn-ea"/>
                <a:cs typeface="+mn-cs"/>
              </a:rPr>
              <a:t>Logging</a:t>
            </a:r>
            <a:r>
              <a:rPr lang="de-DE" sz="2000" b="0" i="0" kern="1200">
                <a:solidFill>
                  <a:schemeClr val="tx1"/>
                </a:solidFill>
                <a:effectLst/>
                <a:latin typeface="+mn-lt"/>
                <a:ea typeface="+mn-ea"/>
                <a:cs typeface="+mn-cs"/>
              </a:rPr>
              <a:t>, Auditing und </a:t>
            </a:r>
            <a:r>
              <a:rPr lang="de-DE" sz="2000" b="0" i="0" kern="1200" err="1">
                <a:solidFill>
                  <a:schemeClr val="tx1"/>
                </a:solidFill>
                <a:effectLst/>
                <a:latin typeface="+mn-lt"/>
                <a:ea typeface="+mn-ea"/>
                <a:cs typeface="+mn-cs"/>
              </a:rPr>
              <a:t>Nichtabstreitbarkeit</a:t>
            </a:r>
            <a:r>
              <a:rPr lang="de-DE" sz="2000" b="0" i="0" kern="1200">
                <a:solidFill>
                  <a:schemeClr val="tx1"/>
                </a:solidFill>
                <a:effectLst/>
                <a:latin typeface="+mn-lt"/>
                <a:ea typeface="+mn-ea"/>
                <a:cs typeface="+mn-cs"/>
              </a:rPr>
              <a:t>.</a:t>
            </a:r>
          </a:p>
          <a:p>
            <a:pPr fontAlgn="t"/>
            <a:r>
              <a:rPr lang="de-DE" sz="2000" b="0" i="0" kern="1200">
                <a:solidFill>
                  <a:schemeClr val="tx1"/>
                </a:solidFill>
                <a:effectLst/>
                <a:latin typeface="+mn-lt"/>
                <a:ea typeface="+mn-ea"/>
                <a:cs typeface="+mn-cs"/>
              </a:rPr>
              <a:t>(klick) Daraus wird ein </a:t>
            </a:r>
            <a:r>
              <a:rPr lang="de-DE" sz="2000" b="0" i="0" kern="1200" err="1">
                <a:solidFill>
                  <a:schemeClr val="tx1"/>
                </a:solidFill>
                <a:effectLst/>
                <a:latin typeface="+mn-lt"/>
                <a:ea typeface="+mn-ea"/>
                <a:cs typeface="+mn-cs"/>
              </a:rPr>
              <a:t>Testziel</a:t>
            </a:r>
            <a:r>
              <a:rPr lang="de-DE" sz="2000" b="0" i="0" kern="1200">
                <a:solidFill>
                  <a:schemeClr val="tx1"/>
                </a:solidFill>
                <a:effectLst/>
                <a:latin typeface="+mn-lt"/>
                <a:ea typeface="+mn-ea"/>
                <a:cs typeface="+mn-cs"/>
              </a:rPr>
              <a:t> definiert: Existiert ein zurechenbarer und persistenter Nachweis? </a:t>
            </a:r>
          </a:p>
          <a:p>
            <a:pPr marL="0" indent="0" fontAlgn="t">
              <a:buNone/>
            </a:pPr>
            <a:r>
              <a:rPr lang="de-DE" sz="2000" b="0" i="0" kern="1200">
                <a:solidFill>
                  <a:schemeClr val="tx1"/>
                </a:solidFill>
                <a:effectLst/>
                <a:latin typeface="+mn-lt"/>
                <a:ea typeface="+mn-ea"/>
                <a:cs typeface="+mn-cs"/>
              </a:rPr>
              <a:t>    - Zurechenbar heißt, er muss einer handelnden Instanz zuzuordnen sein. </a:t>
            </a:r>
          </a:p>
          <a:p>
            <a:pPr marL="0" indent="0" fontAlgn="t">
              <a:buNone/>
            </a:pPr>
            <a:r>
              <a:rPr lang="de-DE" sz="2000" b="0" i="0" kern="1200">
                <a:solidFill>
                  <a:schemeClr val="tx1"/>
                </a:solidFill>
                <a:effectLst/>
                <a:latin typeface="+mn-lt"/>
                <a:ea typeface="+mn-ea"/>
                <a:cs typeface="+mn-cs"/>
              </a:rPr>
              <a:t>    - Persistent heißt, er muss erhalten bleiben.</a:t>
            </a:r>
          </a:p>
          <a:p>
            <a:pPr marL="180000" indent="-180000" fontAlgn="t"/>
            <a:r>
              <a:rPr lang="de-DE" sz="2000" b="0" i="0" kern="1200">
                <a:solidFill>
                  <a:schemeClr val="tx1"/>
                </a:solidFill>
                <a:effectLst/>
                <a:latin typeface="+mn-lt"/>
                <a:ea typeface="+mn-ea"/>
                <a:cs typeface="+mn-cs"/>
              </a:rPr>
              <a:t>(klick) Die Technik ist anforderungsgetriebenes Testen, und sie ist mit Direktzugriff ausführbar </a:t>
            </a:r>
          </a:p>
          <a:p>
            <a:pPr marL="180000" indent="-180000" fontAlgn="t"/>
            <a:r>
              <a:rPr lang="de-DE" sz="2000" b="0" i="0" kern="1200">
                <a:solidFill>
                  <a:schemeClr val="tx1"/>
                </a:solidFill>
                <a:effectLst/>
                <a:latin typeface="+mn-lt"/>
                <a:ea typeface="+mn-ea"/>
                <a:cs typeface="+mn-cs"/>
              </a:rPr>
              <a:t>(klick) Als Beweis dienen der Fehlerspeicher und der System-Tick</a:t>
            </a:r>
          </a:p>
          <a:p>
            <a:pPr marL="180000" indent="-180000" fontAlgn="t"/>
            <a:r>
              <a:rPr lang="de-DE" sz="2000" b="0" i="0" kern="1200">
                <a:solidFill>
                  <a:schemeClr val="tx1"/>
                </a:solidFill>
                <a:effectLst/>
                <a:latin typeface="+mn-lt"/>
                <a:ea typeface="+mn-ea"/>
                <a:cs typeface="+mn-cs"/>
              </a:rPr>
              <a:t>Das Ergebnis ist ein Fail.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Wie sich das begründet ist, zeige ich auf der nächsten Folie.</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STRIDE: Es dient als Framework für Threat Modeling, bei dem Entwickler und Sicherheitsexperten potenzielle Angriffe auf ein System analysieren, bevor diese ausgenutzt werden können. Ziel ist es, Sicherheitslücken frühzeitig zu erkennen und geeignete Gegenmaßnahmen zu planen, wodurch Risiken systematisch reduziert werden können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Die sechs STRIDE-Kategorien</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Spoofing (Identitätsfälschung): Ein Angreifer gibt sich als legitimer Benutzer oder System aus, um unbefugten Zugriff zu erhalten. Gegenmaßnahmen sind starke Authentifizierung, Multi-Faktor-Authentisierung und kryptografische Verfahren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err="1">
                <a:solidFill>
                  <a:schemeClr val="tx1"/>
                </a:solidFill>
                <a:effectLst/>
                <a:latin typeface="+mn-lt"/>
                <a:ea typeface="+mn-ea"/>
                <a:cs typeface="+mn-cs"/>
              </a:rPr>
              <a:t>Tampering</a:t>
            </a:r>
            <a:r>
              <a:rPr lang="de-DE" sz="2000" b="0" i="0" kern="1200">
                <a:solidFill>
                  <a:schemeClr val="tx1"/>
                </a:solidFill>
                <a:effectLst/>
                <a:latin typeface="+mn-lt"/>
                <a:ea typeface="+mn-ea"/>
                <a:cs typeface="+mn-cs"/>
              </a:rPr>
              <a:t> (Manipulation): Unbefugte Änderungen an Daten oder Code, die die Integrität gefährden. Schutzmaßnahmen umfassen Hash-Codes, digitale Signaturen, Verschlüsselung und sichere Netzwerkprotokolle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Repudiation (</a:t>
            </a:r>
            <a:r>
              <a:rPr lang="de-DE" sz="2000" b="0" i="0" kern="1200" err="1">
                <a:solidFill>
                  <a:schemeClr val="tx1"/>
                </a:solidFill>
                <a:effectLst/>
                <a:latin typeface="+mn-lt"/>
                <a:ea typeface="+mn-ea"/>
                <a:cs typeface="+mn-cs"/>
              </a:rPr>
              <a:t>Abstreitbarkeit</a:t>
            </a:r>
            <a:r>
              <a:rPr lang="de-DE" sz="2000" b="0" i="0" kern="1200">
                <a:solidFill>
                  <a:schemeClr val="tx1"/>
                </a:solidFill>
                <a:effectLst/>
                <a:latin typeface="+mn-lt"/>
                <a:ea typeface="+mn-ea"/>
                <a:cs typeface="+mn-cs"/>
              </a:rPr>
              <a:t>): Ein Benutzer oder System kann Aktionen leugnen, z. B. Transaktionen. Gegenmaßnahmen sind Prüfprotokolle, Empfangsbestätigungen, digitale Signaturen und Zeitstempel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Information Disclosure (Informationslecks): Unbefugtes Einsehen sensibler Daten. Schutz erfolgt durch Zugriffskontrollen, Verschlüsselung, starke Authentifizierung und sensiblen Umgang mit Informationen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err="1">
                <a:solidFill>
                  <a:schemeClr val="tx1"/>
                </a:solidFill>
                <a:effectLst/>
                <a:latin typeface="+mn-lt"/>
                <a:ea typeface="+mn-ea"/>
                <a:cs typeface="+mn-cs"/>
              </a:rPr>
              <a:t>Denial</a:t>
            </a:r>
            <a:r>
              <a:rPr lang="de-DE" sz="2000" b="0" i="0" kern="1200">
                <a:solidFill>
                  <a:schemeClr val="tx1"/>
                </a:solidFill>
                <a:effectLst/>
                <a:latin typeface="+mn-lt"/>
                <a:ea typeface="+mn-ea"/>
                <a:cs typeface="+mn-cs"/>
              </a:rPr>
              <a:t> </a:t>
            </a:r>
            <a:r>
              <a:rPr lang="de-DE" sz="2000" b="0" i="0" kern="1200" err="1">
                <a:solidFill>
                  <a:schemeClr val="tx1"/>
                </a:solidFill>
                <a:effectLst/>
                <a:latin typeface="+mn-lt"/>
                <a:ea typeface="+mn-ea"/>
                <a:cs typeface="+mn-cs"/>
              </a:rPr>
              <a:t>of</a:t>
            </a:r>
            <a:r>
              <a:rPr lang="de-DE" sz="2000" b="0" i="0" kern="1200">
                <a:solidFill>
                  <a:schemeClr val="tx1"/>
                </a:solidFill>
                <a:effectLst/>
                <a:latin typeface="+mn-lt"/>
                <a:ea typeface="+mn-ea"/>
                <a:cs typeface="+mn-cs"/>
              </a:rPr>
              <a:t> Service (</a:t>
            </a:r>
            <a:r>
              <a:rPr lang="de-DE" sz="2000" b="0" i="0" kern="1200" err="1">
                <a:solidFill>
                  <a:schemeClr val="tx1"/>
                </a:solidFill>
                <a:effectLst/>
                <a:latin typeface="+mn-lt"/>
                <a:ea typeface="+mn-ea"/>
                <a:cs typeface="+mn-cs"/>
              </a:rPr>
              <a:t>DoS</a:t>
            </a:r>
            <a:r>
              <a:rPr lang="de-DE" sz="2000" b="0" i="0" kern="1200">
                <a:solidFill>
                  <a:schemeClr val="tx1"/>
                </a:solidFill>
                <a:effectLst/>
                <a:latin typeface="+mn-lt"/>
                <a:ea typeface="+mn-ea"/>
                <a:cs typeface="+mn-cs"/>
              </a:rPr>
              <a:t>, Dienstverweigerung): Angriffe, die die Verfügbarkeit einer Anwendung stören, z. B. durch Überlastung von Bandbreite oder Ressourcen. Gegenmaßnahmen sind Redundanz, Lastverteilung und Erhöhung der Systemzuverlässigkeit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Elevation </a:t>
            </a:r>
            <a:r>
              <a:rPr lang="de-DE" sz="2000" b="0" i="0" kern="1200" err="1">
                <a:solidFill>
                  <a:schemeClr val="tx1"/>
                </a:solidFill>
                <a:effectLst/>
                <a:latin typeface="+mn-lt"/>
                <a:ea typeface="+mn-ea"/>
                <a:cs typeface="+mn-cs"/>
              </a:rPr>
              <a:t>of</a:t>
            </a:r>
            <a:r>
              <a:rPr lang="de-DE" sz="2000" b="0" i="0" kern="1200">
                <a:solidFill>
                  <a:schemeClr val="tx1"/>
                </a:solidFill>
                <a:effectLst/>
                <a:latin typeface="+mn-lt"/>
                <a:ea typeface="+mn-ea"/>
                <a:cs typeface="+mn-cs"/>
              </a:rPr>
              <a:t> Privilege (Rechteerweiterung): Ein Angreifer verschafft sich höhere Berechtigungen als vorgesehen. Schutzmaßnahmen sind robuste Programmierung, Prinzip der minimalen Rechte (Least Privilege) und Eingabevalidierung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SVV-1: Prüfung der IT-Sicherheitsanforderungen</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SVV-2: Prüfung der Bedrohungsabschwächung</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SVV-3: Prüfung von Sicherheitslücken</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a:solidFill>
                  <a:schemeClr val="tx1"/>
                </a:solidFill>
                <a:effectLst/>
                <a:latin typeface="+mn-lt"/>
                <a:ea typeface="+mn-ea"/>
                <a:cs typeface="+mn-cs"/>
              </a:rPr>
              <a:t>SVV-4: Eindringprüfung</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endParaRPr lang="de-DE" sz="2000" b="0" i="0" kern="1200">
              <a:solidFill>
                <a:schemeClr val="tx1"/>
              </a:solidFill>
              <a:effectLst/>
              <a:latin typeface="+mn-lt"/>
              <a:ea typeface="+mn-ea"/>
              <a:cs typeface="+mn-cs"/>
            </a:endParaRPr>
          </a:p>
          <a:p>
            <a:pPr marL="180000" indent="-180000" fontAlgn="t"/>
            <a:endParaRPr lang="de-DE" sz="2000" b="0" i="0" kern="1200">
              <a:solidFill>
                <a:schemeClr val="tx1"/>
              </a:solidFill>
              <a:effectLst/>
              <a:latin typeface="+mn-lt"/>
              <a:ea typeface="+mn-ea"/>
              <a:cs typeface="+mn-cs"/>
            </a:endParaRPr>
          </a:p>
          <a:p>
            <a:pPr marL="0" indent="0" fontAlgn="t">
              <a:buNone/>
            </a:pPr>
            <a:endParaRPr lang="de-DE" sz="2000" b="0" i="0" kern="1200">
              <a:solidFill>
                <a:schemeClr val="tx1"/>
              </a:solidFill>
              <a:effectLst/>
              <a:latin typeface="+mn-lt"/>
              <a:ea typeface="+mn-ea"/>
              <a:cs typeface="+mn-cs"/>
            </a:endParaRPr>
          </a:p>
        </p:txBody>
      </p:sp>
      <p:sp>
        <p:nvSpPr>
          <p:cNvPr id="4" name="Slide Number Placeholder 3">
            <a:extLst>
              <a:ext uri="{99CD95D3-99B2-48EE-B13E-F2C7D636A662}">
                <a16:creationId xmlns="" xmlns:a16="http://schemas.microsoft.com/office/drawing/2014/main" id="{B23B15F1-0234-49B3-9480-CF2C75C6BE3C}"/>
              </a:ext>
            </a:extLst>
          </p:cNvPr>
          <p:cNvSpPr>
            <a:spLocks noGrp="1"/>
          </p:cNvSpPr>
          <p:nvPr>
            <p:ph type="sldNum" sz="quarter" idx="5"/>
          </p:nvPr>
        </p:nvSpPr>
        <p:spPr/>
        <p:txBody>
          <a:bodyPr/>
          <a:lstStyle/>
          <a:p>
            <a:fld id="{2B135729-8080-4A1B-8FBF-CABB93AEBA24}" type="slidenum">
              <a:rPr lang="en-US" smtClean="0"/>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A9D8CF98-7654-4C0F-984D-AB234D08F0F9}">
              <a16:creationId xmlns="" xmlns:a16="http://schemas.microsoft.com/office/drawing/2014/main" id="{560EB9D5-8E84-485B-B498-502A4B8943C5}"/>
            </a:ext>
          </a:extLst>
        </p:cNvPr>
        <p:cNvGrpSpPr/>
        <p:nvPr/>
      </p:nvGrpSpPr>
      <p:grpSpPr>
        <a:xfrm>
          <a:off x="0" y="0"/>
          <a:ext cx="0" cy="0"/>
          <a:chOff x="0" y="0"/>
          <a:chExt cx="0" cy="0"/>
        </a:xfrm>
      </p:grpSpPr>
      <p:sp>
        <p:nvSpPr>
          <p:cNvPr id="2" name="Slide Image Placeholder 1">
            <a:extLst>
              <a:ext uri="{1002C705-5C24-4461-A410-E19F963EE856}">
                <a16:creationId xmlns="" xmlns:a16="http://schemas.microsoft.com/office/drawing/2014/main" id="{942D82F2-3925-4E42-AC42-F42BD4C24874}"/>
              </a:ext>
            </a:extLst>
          </p:cNvPr>
          <p:cNvSpPr>
            <a:spLocks noGrp="1" noRot="1" noChangeAspect="1"/>
          </p:cNvSpPr>
          <p:nvPr>
            <p:ph type="sldImg"/>
          </p:nvPr>
        </p:nvSpPr>
        <p:spPr>
          <a:xfrm>
            <a:off x="1728788" y="839788"/>
            <a:ext cx="3400425" cy="1912937"/>
          </a:xfrm>
        </p:spPr>
      </p:sp>
      <p:sp>
        <p:nvSpPr>
          <p:cNvPr id="3" name="Notes Placeholder 2">
            <a:extLst>
              <a:ext uri="{8C812426-689B-4492-8F48-72ADDFD6528D}">
                <a16:creationId xmlns="" xmlns:a16="http://schemas.microsoft.com/office/drawing/2014/main" id="{0B6B6B04-F436-48F7-8E35-2641EE8DB2F2}"/>
              </a:ext>
            </a:extLst>
          </p:cNvPr>
          <p:cNvSpPr>
            <a:spLocks noGrp="1"/>
          </p:cNvSpPr>
          <p:nvPr>
            <p:ph type="body" idx="1"/>
          </p:nvPr>
        </p:nvSpPr>
        <p:spPr/>
        <p:txBody>
          <a:bodyPr/>
          <a:lstStyle/>
          <a:p>
            <a:pPr fontAlgn="t"/>
            <a:r>
              <a:rPr lang="de-DE" sz="2000" b="0" i="0" kern="1200">
                <a:solidFill>
                  <a:schemeClr val="tx1"/>
                </a:solidFill>
                <a:effectLst/>
                <a:latin typeface="+mn-lt"/>
                <a:ea typeface="+mn-ea"/>
                <a:cs typeface="+mn-cs"/>
              </a:rPr>
              <a:t>Das ist die Messreihe, die zu diesem Ergebnis führt. </a:t>
            </a:r>
          </a:p>
          <a:p>
            <a:pPr fontAlgn="t"/>
            <a:r>
              <a:rPr lang="de-DE" sz="2000" b="0" i="0" kern="1200">
                <a:solidFill>
                  <a:schemeClr val="tx1"/>
                </a:solidFill>
                <a:effectLst/>
                <a:latin typeface="+mn-lt"/>
                <a:ea typeface="+mn-ea"/>
                <a:cs typeface="+mn-cs"/>
              </a:rPr>
              <a:t>Ich habe vier Zustände nacheinander ausgelesen.</a:t>
            </a:r>
          </a:p>
          <a:p>
            <a:pPr fontAlgn="t"/>
            <a:r>
              <a:rPr lang="de-DE" sz="2000" b="0" i="0" kern="1200">
                <a:solidFill>
                  <a:schemeClr val="tx1"/>
                </a:solidFill>
                <a:effectLst/>
                <a:latin typeface="+mn-lt"/>
                <a:ea typeface="+mn-ea"/>
                <a:cs typeface="+mn-cs"/>
              </a:rPr>
              <a:t>Der Ausgangszustand: </a:t>
            </a:r>
          </a:p>
          <a:p>
            <a:pPr marL="0" indent="0" fontAlgn="t">
              <a:buNone/>
            </a:pPr>
            <a:r>
              <a:rPr lang="de-DE" sz="2000" b="0" i="0" kern="1200">
                <a:solidFill>
                  <a:schemeClr val="tx1"/>
                </a:solidFill>
                <a:effectLst/>
                <a:latin typeface="+mn-lt"/>
                <a:ea typeface="+mn-ea"/>
                <a:cs typeface="+mn-cs"/>
              </a:rPr>
              <a:t>     - System-Tick 20969, null Einträge im Fehlerspeicher. </a:t>
            </a:r>
          </a:p>
          <a:p>
            <a:pPr fontAlgn="t"/>
            <a:r>
              <a:rPr lang="de-DE" sz="2000" b="0" i="0" kern="1200">
                <a:solidFill>
                  <a:schemeClr val="tx1"/>
                </a:solidFill>
                <a:effectLst/>
                <a:latin typeface="+mn-lt"/>
                <a:ea typeface="+mn-ea"/>
                <a:cs typeface="+mn-cs"/>
              </a:rPr>
              <a:t>Dann habe ich einen Eingangsfehler ausgelöst</a:t>
            </a:r>
          </a:p>
          <a:p>
            <a:pPr marL="0" indent="0" fontAlgn="t">
              <a:buNone/>
            </a:pPr>
            <a:r>
              <a:rPr lang="de-DE" sz="2000" b="0" i="0" kern="1200">
                <a:solidFill>
                  <a:schemeClr val="tx1"/>
                </a:solidFill>
                <a:effectLst/>
                <a:latin typeface="+mn-lt"/>
                <a:ea typeface="+mn-ea"/>
                <a:cs typeface="+mn-cs"/>
              </a:rPr>
              <a:t>     - Ergebnis: Tick 68629, zwei Einträge auf der </a:t>
            </a:r>
            <a:r>
              <a:rPr lang="de-DE" sz="2000" b="0" i="0" kern="1200" err="1">
                <a:solidFill>
                  <a:schemeClr val="tx1"/>
                </a:solidFill>
                <a:effectLst/>
                <a:latin typeface="+mn-lt"/>
                <a:ea typeface="+mn-ea"/>
                <a:cs typeface="+mn-cs"/>
              </a:rPr>
              <a:t>Safety</a:t>
            </a:r>
            <a:r>
              <a:rPr lang="de-DE" sz="2000" b="0" i="0" kern="1200">
                <a:solidFill>
                  <a:schemeClr val="tx1"/>
                </a:solidFill>
                <a:effectLst/>
                <a:latin typeface="+mn-lt"/>
                <a:ea typeface="+mn-ea"/>
                <a:cs typeface="+mn-cs"/>
              </a:rPr>
              <a:t>-CPU. Das Gerät protokolliert also grundsätzlich etwas.</a:t>
            </a:r>
          </a:p>
          <a:p>
            <a:pPr fontAlgn="t"/>
            <a:r>
              <a:rPr lang="de-DE" sz="2000" b="0" i="0" kern="1200">
                <a:solidFill>
                  <a:schemeClr val="tx1"/>
                </a:solidFill>
                <a:effectLst/>
                <a:latin typeface="+mn-lt"/>
                <a:ea typeface="+mn-ea"/>
                <a:cs typeface="+mn-cs"/>
              </a:rPr>
              <a:t>Dann habe ich die Spannung getrennt </a:t>
            </a:r>
          </a:p>
          <a:p>
            <a:pPr marL="0" indent="0" fontAlgn="t">
              <a:buNone/>
            </a:pPr>
            <a:r>
              <a:rPr lang="de-DE" sz="2000" b="0" i="0" kern="1200">
                <a:solidFill>
                  <a:schemeClr val="tx1"/>
                </a:solidFill>
                <a:effectLst/>
                <a:latin typeface="+mn-lt"/>
                <a:ea typeface="+mn-ea"/>
                <a:cs typeface="+mn-cs"/>
              </a:rPr>
              <a:t>     - Danach steht der Tick bei 20459, und der Fehlerspeicher ist leer. </a:t>
            </a:r>
          </a:p>
          <a:p>
            <a:pPr marL="180000" indent="-180000" fontAlgn="t"/>
            <a:r>
              <a:rPr lang="de-DE" sz="2000" b="0" i="0" kern="1200">
                <a:solidFill>
                  <a:schemeClr val="tx1"/>
                </a:solidFill>
                <a:effectLst/>
                <a:latin typeface="+mn-lt"/>
                <a:ea typeface="+mn-ea"/>
                <a:cs typeface="+mn-cs"/>
              </a:rPr>
              <a:t>Ein zweites Ereignis erzeugt wieder zwei Einträge, jetzt bei Tick 44869.</a:t>
            </a:r>
          </a:p>
          <a:p>
            <a:pPr fontAlgn="t"/>
            <a:r>
              <a:rPr lang="de-DE" sz="2000" b="0" i="0" kern="1200">
                <a:solidFill>
                  <a:schemeClr val="tx1"/>
                </a:solidFill>
                <a:effectLst/>
                <a:latin typeface="+mn-lt"/>
                <a:ea typeface="+mn-ea"/>
                <a:cs typeface="+mn-cs"/>
              </a:rPr>
              <a:t>(klick) Daraus folgt: </a:t>
            </a:r>
          </a:p>
          <a:p>
            <a:pPr marL="0" indent="0" fontAlgn="t">
              <a:buNone/>
            </a:pPr>
            <a:r>
              <a:rPr lang="de-DE" sz="2000" b="0" i="0" kern="1200">
                <a:solidFill>
                  <a:schemeClr val="tx1"/>
                </a:solidFill>
                <a:effectLst/>
                <a:latin typeface="+mn-lt"/>
                <a:ea typeface="+mn-ea"/>
                <a:cs typeface="+mn-cs"/>
              </a:rPr>
              <a:t>     - 1. es fehlt ein absoluter Zeitstempel </a:t>
            </a:r>
            <a:r>
              <a:rPr lang="de-DE" sz="2000" b="0" i="0" kern="1200">
                <a:solidFill>
                  <a:schemeClr val="tx1"/>
                </a:solidFill>
                <a:effectLst/>
                <a:latin typeface="+mn-lt"/>
                <a:ea typeface="+mn-ea"/>
                <a:cs typeface="+mn-cs"/>
                <a:sym typeface="Wingdings" panose="05000000000000000000" pitchFamily="2" charset="2"/>
              </a:rPr>
              <a:t> </a:t>
            </a:r>
            <a:r>
              <a:rPr lang="de-DE" sz="2000" b="0" i="0" kern="1200">
                <a:solidFill>
                  <a:schemeClr val="tx1"/>
                </a:solidFill>
                <a:effectLst/>
                <a:latin typeface="+mn-lt"/>
                <a:ea typeface="+mn-ea"/>
                <a:cs typeface="+mn-cs"/>
              </a:rPr>
              <a:t>es gibt nur einen relativen System-Tick. </a:t>
            </a:r>
          </a:p>
          <a:p>
            <a:pPr marL="0" indent="0" fontAlgn="t">
              <a:buNone/>
            </a:pPr>
            <a:r>
              <a:rPr lang="de-DE" sz="2000" b="0" i="0" kern="1200">
                <a:solidFill>
                  <a:schemeClr val="tx1"/>
                </a:solidFill>
                <a:effectLst/>
                <a:latin typeface="+mn-lt"/>
                <a:ea typeface="+mn-ea"/>
                <a:cs typeface="+mn-cs"/>
              </a:rPr>
              <a:t>     - 2. fehlt jede </a:t>
            </a:r>
            <a:r>
              <a:rPr lang="de-DE" sz="2000" b="0" i="0" kern="1200" err="1">
                <a:solidFill>
                  <a:schemeClr val="tx1"/>
                </a:solidFill>
                <a:effectLst/>
                <a:latin typeface="+mn-lt"/>
                <a:ea typeface="+mn-ea"/>
                <a:cs typeface="+mn-cs"/>
              </a:rPr>
              <a:t>Akteursidentität</a:t>
            </a:r>
            <a:r>
              <a:rPr lang="de-DE" sz="2000" b="0" i="0" kern="1200">
                <a:solidFill>
                  <a:schemeClr val="tx1"/>
                </a:solidFill>
                <a:effectLst/>
                <a:latin typeface="+mn-lt"/>
                <a:ea typeface="+mn-ea"/>
                <a:cs typeface="+mn-cs"/>
              </a:rPr>
              <a:t> – es ist nicht zurechenbar, wer eingegriffen hat. </a:t>
            </a:r>
          </a:p>
          <a:p>
            <a:pPr marL="0" indent="0" fontAlgn="t">
              <a:buNone/>
            </a:pPr>
            <a:r>
              <a:rPr lang="de-DE" sz="2000" b="0" i="0" kern="1200">
                <a:solidFill>
                  <a:schemeClr val="tx1"/>
                </a:solidFill>
                <a:effectLst/>
                <a:latin typeface="+mn-lt"/>
                <a:ea typeface="+mn-ea"/>
                <a:cs typeface="+mn-cs"/>
              </a:rPr>
              <a:t>     - Und 3.  ist der Loginhalt nach dem Kaltstart gelöscht.</a:t>
            </a:r>
          </a:p>
          <a:p>
            <a:pPr fontAlgn="t"/>
            <a:r>
              <a:rPr lang="de-DE" sz="2000" b="0" i="0" kern="1200">
                <a:solidFill>
                  <a:schemeClr val="tx1"/>
                </a:solidFill>
                <a:effectLst/>
                <a:latin typeface="+mn-lt"/>
                <a:ea typeface="+mn-ea"/>
                <a:cs typeface="+mn-cs"/>
              </a:rPr>
              <a:t>(klick) RQ-003, die Zurechenbarkeit von Eingriffen, und RQ-012, die geforderte Aufbewahrung der Nachweise über fünf Jahre, sind somit nicht erfüllt. </a:t>
            </a:r>
          </a:p>
          <a:p>
            <a:pPr fontAlgn="t"/>
            <a:endParaRPr lang="de-DE" sz="2000" b="0" i="0" kern="1200">
              <a:solidFill>
                <a:schemeClr val="tx1"/>
              </a:solidFill>
              <a:effectLst/>
              <a:latin typeface="+mn-lt"/>
              <a:ea typeface="+mn-ea"/>
              <a:cs typeface="+mn-cs"/>
            </a:endParaRPr>
          </a:p>
          <a:p>
            <a:pPr fontAlgn="t"/>
            <a:endParaRPr lang="de-DE" sz="2000" b="0" i="0" kern="1200">
              <a:solidFill>
                <a:schemeClr val="tx1"/>
              </a:solidFill>
              <a:effectLst/>
              <a:latin typeface="+mn-lt"/>
              <a:ea typeface="+mn-ea"/>
              <a:cs typeface="+mn-cs"/>
            </a:endParaRPr>
          </a:p>
          <a:p>
            <a:pPr fontAlgn="t"/>
            <a:endParaRPr lang="de-DE" sz="2000" b="0" i="0" kern="1200">
              <a:solidFill>
                <a:schemeClr val="tx1"/>
              </a:solidFill>
              <a:effectLst/>
              <a:latin typeface="+mn-lt"/>
              <a:ea typeface="+mn-ea"/>
              <a:cs typeface="+mn-cs"/>
            </a:endParaRPr>
          </a:p>
          <a:p>
            <a:pPr fontAlgn="t"/>
            <a:endParaRPr lang="de-DE" sz="2000" b="0" i="0" kern="1200">
              <a:solidFill>
                <a:schemeClr val="tx1"/>
              </a:solidFill>
              <a:effectLst/>
              <a:latin typeface="+mn-lt"/>
              <a:ea typeface="+mn-ea"/>
              <a:cs typeface="+mn-cs"/>
            </a:endParaRPr>
          </a:p>
          <a:p>
            <a:pPr fontAlgn="t"/>
            <a:r>
              <a:rPr lang="de-DE" err="1"/>
              <a:t>Boofuzz</a:t>
            </a:r>
            <a:r>
              <a:rPr lang="de-DE"/>
              <a:t>: Das Skript baut das absolute Minimum einer HTTP-Anfrage nach und bombardiert den Webserver unter 192.168.0.2 mit fehlerhaften Variationen dieser Anfrage, um dessen Stabilität und Sicherheit zu testen.</a:t>
            </a:r>
          </a:p>
          <a:p>
            <a:pPr fontAlgn="t"/>
            <a:endParaRPr lang="de-DE"/>
          </a:p>
          <a:p>
            <a:pPr fontAlgn="t"/>
            <a:r>
              <a:rPr lang="de-DE"/>
              <a:t>Connection Hold: </a:t>
            </a:r>
          </a:p>
          <a:p>
            <a:pPr fontAlgn="t"/>
            <a:endParaRPr lang="de-DE"/>
          </a:p>
          <a:p>
            <a:pPr fontAlgn="t"/>
            <a:r>
              <a:rPr lang="de-DE"/>
              <a:t>RQ-010: The </a:t>
            </a:r>
            <a:r>
              <a:rPr lang="de-DE" err="1"/>
              <a:t>control</a:t>
            </a:r>
            <a:r>
              <a:rPr lang="de-DE"/>
              <a:t> </a:t>
            </a:r>
            <a:r>
              <a:rPr lang="de-DE" err="1"/>
              <a:t>system</a:t>
            </a:r>
            <a:r>
              <a:rPr lang="de-DE"/>
              <a:t> </a:t>
            </a:r>
            <a:r>
              <a:rPr lang="de-DE" err="1"/>
              <a:t>shall</a:t>
            </a:r>
            <a:r>
              <a:rPr lang="de-DE"/>
              <a:t> </a:t>
            </a:r>
            <a:r>
              <a:rPr lang="de-DE" err="1"/>
              <a:t>withstand</a:t>
            </a:r>
            <a:r>
              <a:rPr lang="de-DE"/>
              <a:t> </a:t>
            </a:r>
            <a:r>
              <a:rPr lang="de-DE" err="1"/>
              <a:t>reasonably</a:t>
            </a:r>
            <a:r>
              <a:rPr lang="de-DE"/>
              <a:t> </a:t>
            </a:r>
            <a:r>
              <a:rPr lang="de-DE" err="1"/>
              <a:t>foreseeable</a:t>
            </a:r>
            <a:r>
              <a:rPr lang="de-DE"/>
              <a:t> </a:t>
            </a:r>
            <a:r>
              <a:rPr lang="de-DE" err="1"/>
              <a:t>malicious</a:t>
            </a:r>
            <a:r>
              <a:rPr lang="de-DE"/>
              <a:t> </a:t>
            </a:r>
            <a:r>
              <a:rPr lang="de-DE" err="1"/>
              <a:t>attempts</a:t>
            </a:r>
            <a:r>
              <a:rPr lang="de-DE"/>
              <a:t> </a:t>
            </a:r>
            <a:r>
              <a:rPr lang="de-DE" err="1"/>
              <a:t>from</a:t>
            </a:r>
            <a:r>
              <a:rPr lang="de-DE"/>
              <a:t> </a:t>
            </a:r>
            <a:r>
              <a:rPr lang="de-DE" err="1"/>
              <a:t>third</a:t>
            </a:r>
            <a:r>
              <a:rPr lang="de-DE"/>
              <a:t> </a:t>
            </a:r>
            <a:r>
              <a:rPr lang="de-DE" err="1"/>
              <a:t>parties</a:t>
            </a:r>
            <a:r>
              <a:rPr lang="de-DE"/>
              <a:t> </a:t>
            </a:r>
            <a:r>
              <a:rPr lang="de-DE" err="1"/>
              <a:t>that</a:t>
            </a:r>
            <a:r>
              <a:rPr lang="de-DE"/>
              <a:t> </a:t>
            </a:r>
            <a:r>
              <a:rPr lang="de-DE" err="1"/>
              <a:t>could</a:t>
            </a:r>
            <a:r>
              <a:rPr lang="de-DE"/>
              <a:t> </a:t>
            </a:r>
            <a:r>
              <a:rPr lang="de-DE" err="1"/>
              <a:t>lead</a:t>
            </a:r>
            <a:r>
              <a:rPr lang="de-DE"/>
              <a:t> </a:t>
            </a:r>
            <a:r>
              <a:rPr lang="de-DE" err="1"/>
              <a:t>to</a:t>
            </a:r>
            <a:r>
              <a:rPr lang="de-DE"/>
              <a:t> a </a:t>
            </a:r>
            <a:r>
              <a:rPr lang="de-DE" err="1"/>
              <a:t>hazardous</a:t>
            </a:r>
            <a:r>
              <a:rPr lang="de-DE"/>
              <a:t> </a:t>
            </a:r>
            <a:r>
              <a:rPr lang="de-DE" err="1"/>
              <a:t>situation</a:t>
            </a:r>
            <a:r>
              <a:rPr lang="de-DE"/>
              <a:t>.</a:t>
            </a:r>
          </a:p>
          <a:p>
            <a:pPr fontAlgn="t"/>
            <a:endParaRPr lang="de-DE"/>
          </a:p>
        </p:txBody>
      </p:sp>
      <p:sp>
        <p:nvSpPr>
          <p:cNvPr id="4" name="Slide Number Placeholder 3">
            <a:extLst>
              <a:ext uri="{9A2C5F88-7C4F-4AB0-954B-1D011D3C22DA}">
                <a16:creationId xmlns="" xmlns:a16="http://schemas.microsoft.com/office/drawing/2014/main" id="{E42385A3-68D7-4461-B390-D6EF751C8AAB}"/>
              </a:ext>
            </a:extLst>
          </p:cNvPr>
          <p:cNvSpPr>
            <a:spLocks noGrp="1"/>
          </p:cNvSpPr>
          <p:nvPr>
            <p:ph type="sldNum" sz="quarter" idx="5"/>
          </p:nvPr>
        </p:nvSpPr>
        <p:spPr/>
        <p:txBody>
          <a:bodyPr/>
          <a:lstStyle/>
          <a:p>
            <a:fld id="{CE3F625C-41D5-4335-AF67-E03B3776A1AC}" type="slidenum">
              <a:rPr lang="en-US" smtClean="0"/>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8E44F196-5B40-404F-83E5-3DACC2DCDFB9}">
              <a16:creationId xmlns="" xmlns:a16="http://schemas.microsoft.com/office/drawing/2014/main" id="{E3AA21B8-2D1D-458D-813E-281B2F5CA38E}"/>
            </a:ext>
          </a:extLst>
        </p:cNvPr>
        <p:cNvGrpSpPr/>
        <p:nvPr/>
      </p:nvGrpSpPr>
      <p:grpSpPr>
        <a:xfrm>
          <a:off x="0" y="0"/>
          <a:ext cx="0" cy="0"/>
          <a:chOff x="0" y="0"/>
          <a:chExt cx="0" cy="0"/>
        </a:xfrm>
      </p:grpSpPr>
      <p:sp>
        <p:nvSpPr>
          <p:cNvPr id="2" name="Slide Image Placeholder 1">
            <a:extLst>
              <a:ext uri="{14935987-F1E3-4AC0-A358-15F4540D5ADD}">
                <a16:creationId xmlns="" xmlns:a16="http://schemas.microsoft.com/office/drawing/2014/main" id="{9A1DA943-6CE3-4C47-A78D-55E0476DB1B9}"/>
              </a:ext>
            </a:extLst>
          </p:cNvPr>
          <p:cNvSpPr>
            <a:spLocks noGrp="1" noRot="1" noChangeAspect="1"/>
          </p:cNvSpPr>
          <p:nvPr>
            <p:ph type="sldImg"/>
          </p:nvPr>
        </p:nvSpPr>
        <p:spPr>
          <a:xfrm>
            <a:off x="1728788" y="839788"/>
            <a:ext cx="3400425" cy="1912937"/>
          </a:xfrm>
        </p:spPr>
      </p:sp>
      <p:sp>
        <p:nvSpPr>
          <p:cNvPr id="3" name="Notes Placeholder 2">
            <a:extLst>
              <a:ext uri="{740D2BAD-BA30-4C85-ABB7-ED3A43272D31}">
                <a16:creationId xmlns:a16="http://schemas.microsoft.com/office/drawing/2014/main" xmlns="" id="{B2579260-5F66-40FA-AB81-13C50997A706}"/>
              </a:ext>
            </a:extLst>
          </p:cNvPr>
          <p:cNvSpPr>
            <a:spLocks noGrp="1"/>
          </p:cNvSpPr>
          <p:nvPr>
            <p:ph type="body" idx="1"/>
          </p:nvPr>
        </p:nvSpPr>
        <p:spPr/>
        <p:txBody>
          <a:bodyPr/>
          <a:lstStyle/>
          <a:p>
            <a:pPr rtl="0" fontAlgn="base"/>
            <a:r>
              <a:rPr lang="en-US" sz="2000" b="0" i="0" kern="1200" err="1">
                <a:solidFill>
                  <a:schemeClr val="tx1"/>
                </a:solidFill>
                <a:effectLst/>
                <a:latin typeface="+mn-lt"/>
                <a:ea typeface="+mn-ea"/>
                <a:cs typeface="+mn-cs"/>
              </a:rPr>
              <a:t>Zurück</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zu</a:t>
            </a:r>
            <a:r>
              <a:rPr lang="en-US" sz="2000" b="0" i="0" kern="1200">
                <a:solidFill>
                  <a:schemeClr val="tx1"/>
                </a:solidFill>
                <a:effectLst/>
                <a:latin typeface="+mn-lt"/>
                <a:ea typeface="+mn-ea"/>
                <a:cs typeface="+mn-cs"/>
              </a:rPr>
              <a:t> den </a:t>
            </a:r>
            <a:r>
              <a:rPr lang="en-US" sz="2000" b="0" i="0" kern="1200" err="1">
                <a:solidFill>
                  <a:schemeClr val="tx1"/>
                </a:solidFill>
                <a:effectLst/>
                <a:latin typeface="+mn-lt"/>
                <a:ea typeface="+mn-ea"/>
                <a:cs typeface="+mn-cs"/>
              </a:rPr>
              <a:t>drei</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Forschungsfragen</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r>
              <a:rPr lang="en-US" sz="2000" b="0" i="0" kern="1200">
                <a:solidFill>
                  <a:schemeClr val="tx1"/>
                </a:solidFill>
                <a:effectLst/>
                <a:latin typeface="+mn-lt"/>
                <a:ea typeface="+mn-ea"/>
                <a:cs typeface="+mn-cs"/>
              </a:rPr>
              <a:t>1. Wie </a:t>
            </a:r>
            <a:r>
              <a:rPr lang="en-US" sz="2000" b="0" i="0" kern="1200" err="1">
                <a:solidFill>
                  <a:schemeClr val="tx1"/>
                </a:solidFill>
                <a:effectLst/>
                <a:latin typeface="+mn-lt"/>
                <a:ea typeface="+mn-ea"/>
                <a:cs typeface="+mn-cs"/>
              </a:rPr>
              <a:t>lassen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sich</a:t>
            </a:r>
            <a:r>
              <a:rPr lang="en-US" sz="2000" b="0" i="0" kern="1200">
                <a:solidFill>
                  <a:schemeClr val="tx1"/>
                </a:solidFill>
                <a:effectLst/>
                <a:latin typeface="+mn-lt"/>
                <a:ea typeface="+mn-ea"/>
                <a:cs typeface="+mn-cs"/>
              </a:rPr>
              <a:t> die Cybersecurity-</a:t>
            </a:r>
            <a:r>
              <a:rPr lang="en-US" sz="2000" b="0" i="0" kern="1200" err="1">
                <a:solidFill>
                  <a:schemeClr val="tx1"/>
                </a:solidFill>
                <a:effectLst/>
                <a:latin typeface="+mn-lt"/>
                <a:ea typeface="+mn-ea"/>
                <a:cs typeface="+mn-cs"/>
              </a:rPr>
              <a:t>Pflichten</a:t>
            </a:r>
            <a:r>
              <a:rPr lang="en-US" sz="2000" b="0" i="0" kern="1200">
                <a:solidFill>
                  <a:schemeClr val="tx1"/>
                </a:solidFill>
                <a:effectLst/>
                <a:latin typeface="+mn-lt"/>
                <a:ea typeface="+mn-ea"/>
                <a:cs typeface="+mn-cs"/>
              </a:rPr>
              <a:t> auf </a:t>
            </a:r>
            <a:r>
              <a:rPr lang="en-US" sz="2000" b="0" i="0" kern="1200" err="1">
                <a:solidFill>
                  <a:schemeClr val="tx1"/>
                </a:solidFill>
                <a:effectLst/>
                <a:latin typeface="+mn-lt"/>
                <a:ea typeface="+mn-ea"/>
                <a:cs typeface="+mn-cs"/>
              </a:rPr>
              <a:t>Maschinenebene</a:t>
            </a:r>
            <a:r>
              <a:rPr lang="en-US" sz="2000" b="0" i="0" kern="1200">
                <a:solidFill>
                  <a:schemeClr val="tx1"/>
                </a:solidFill>
                <a:effectLst/>
                <a:latin typeface="+mn-lt"/>
                <a:ea typeface="+mn-ea"/>
                <a:cs typeface="+mn-cs"/>
              </a:rPr>
              <a:t> in </a:t>
            </a:r>
            <a:r>
              <a:rPr lang="en-US" sz="2000" b="0" i="0" kern="1200" err="1">
                <a:solidFill>
                  <a:schemeClr val="tx1"/>
                </a:solidFill>
                <a:effectLst/>
                <a:latin typeface="+mn-lt"/>
                <a:ea typeface="+mn-ea"/>
                <a:cs typeface="+mn-cs"/>
              </a:rPr>
              <a:t>prüfbare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abgeleitete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Anforderungen</a:t>
            </a:r>
            <a:r>
              <a:rPr lang="en-US" sz="2000" b="0" i="0" kern="1200">
                <a:solidFill>
                  <a:schemeClr val="tx1"/>
                </a:solidFill>
                <a:effectLst/>
                <a:latin typeface="+mn-lt"/>
                <a:ea typeface="+mn-ea"/>
                <a:cs typeface="+mn-cs"/>
              </a:rPr>
              <a:t> auf </a:t>
            </a:r>
            <a:r>
              <a:rPr lang="en-US" sz="2000" b="0" i="0" kern="1200" err="1">
                <a:solidFill>
                  <a:schemeClr val="tx1"/>
                </a:solidFill>
                <a:effectLst/>
                <a:latin typeface="+mn-lt"/>
                <a:ea typeface="+mn-ea"/>
                <a:cs typeface="+mn-cs"/>
              </a:rPr>
              <a:t>Komponentenebene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übersetzen</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marL="0" indent="0" rtl="0" fontAlgn="base">
              <a:buNone/>
            </a:pP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Dafür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habe</a:t>
            </a:r>
            <a:r>
              <a:rPr lang="en-US" sz="2000" b="0" i="0" kern="1200">
                <a:solidFill>
                  <a:schemeClr val="tx1"/>
                </a:solidFill>
                <a:effectLst/>
                <a:latin typeface="+mn-lt"/>
                <a:ea typeface="+mn-ea"/>
                <a:cs typeface="+mn-cs"/>
              </a:rPr>
              <a:t> ich die </a:t>
            </a:r>
            <a:r>
              <a:rPr lang="en-US" sz="2000" b="0" i="0" kern="1200" err="1">
                <a:solidFill>
                  <a:schemeClr val="tx1"/>
                </a:solidFill>
                <a:effectLst/>
                <a:latin typeface="+mn-lt"/>
                <a:ea typeface="+mn-ea"/>
                <a:cs typeface="+mn-cs"/>
              </a:rPr>
              <a:t>Ableitungskette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welche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Anforderungen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erzeugt</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sich</a:t>
            </a:r>
            <a:r>
              <a:rPr lang="en-US" sz="2000" b="0" i="0" kern="1200">
                <a:solidFill>
                  <a:schemeClr val="tx1"/>
                </a:solidFill>
                <a:effectLst/>
                <a:latin typeface="+mn-lt"/>
                <a:ea typeface="+mn-ea"/>
                <a:cs typeface="+mn-cs"/>
              </a:rPr>
              <a:t> an </a:t>
            </a:r>
            <a:r>
              <a:rPr lang="en-US" sz="2000" b="0" i="0" kern="1200" err="1">
                <a:solidFill>
                  <a:schemeClr val="tx1"/>
                </a:solidFill>
                <a:effectLst/>
                <a:latin typeface="+mn-lt"/>
                <a:ea typeface="+mn-ea"/>
                <a:cs typeface="+mn-cs"/>
              </a:rPr>
              <a:t>konkrete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Schnittstelle</a:t>
            </a:r>
            <a:r>
              <a:rPr lang="en-US" sz="2000" b="0" i="0" kern="1200">
                <a:solidFill>
                  <a:schemeClr val="tx1"/>
                </a:solidFill>
                <a:effectLst/>
                <a:latin typeface="+mn-lt"/>
                <a:ea typeface="+mn-ea"/>
                <a:cs typeface="+mn-cs"/>
              </a:rPr>
              <a:t>, Asset und </a:t>
            </a:r>
            <a:r>
              <a:rPr lang="en-US" sz="2000" b="0" i="0" kern="1200" err="1">
                <a:solidFill>
                  <a:schemeClr val="tx1"/>
                </a:solidFill>
                <a:effectLst/>
                <a:latin typeface="+mn-lt"/>
                <a:ea typeface="+mn-ea"/>
                <a:cs typeface="+mn-cs"/>
              </a:rPr>
              <a:t>Zugriffsposition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binden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lassen</a:t>
            </a:r>
            <a:r>
              <a:rPr lang="en-US" sz="2000" b="0" i="0" kern="1200">
                <a:solidFill>
                  <a:schemeClr val="tx1"/>
                </a:solidFill>
                <a:effectLst/>
                <a:latin typeface="+mn-lt"/>
                <a:ea typeface="+mn-ea"/>
                <a:cs typeface="+mn-cs"/>
              </a:rPr>
              <a:t>, bis </a:t>
            </a:r>
            <a:r>
              <a:rPr lang="en-US" sz="2000" b="0" i="0" kern="1200" err="1">
                <a:solidFill>
                  <a:schemeClr val="tx1"/>
                </a:solidFill>
                <a:effectLst/>
                <a:latin typeface="+mn-lt"/>
                <a:ea typeface="+mn-ea"/>
                <a:cs typeface="+mn-cs"/>
              </a:rPr>
              <a:t>zum</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Beweis</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marL="180000" marR="0" lvl="0" indent="-180000" algn="l" defTabSz="914400" rtl="0" eaLnBrk="1" fontAlgn="base" latinLnBrk="0" hangingPunct="1">
              <a:lnSpc>
                <a:spcPct val="100000"/>
              </a:lnSpc>
              <a:spcBef>
                <a:spcPts val="0"/>
              </a:spcBef>
              <a:spcAft>
                <a:spcPts val="300"/>
              </a:spcAft>
              <a:buClr>
                <a:schemeClr val="tx2"/>
              </a:buClr>
              <a:buSzTx/>
              <a:buFont typeface="Arial" panose="020B0604020202020204" pitchFamily="34" charset="0"/>
              <a:buChar char="•"/>
              <a:tabLst/>
              <a:defRPr/>
            </a:pPr>
            <a:r>
              <a:rPr lang="en-US" sz="2000" b="0" i="0" kern="1200">
                <a:solidFill>
                  <a:schemeClr val="tx1"/>
                </a:solidFill>
                <a:effectLst/>
                <a:latin typeface="+mn-lt"/>
                <a:ea typeface="+mn-ea"/>
                <a:cs typeface="+mn-cs"/>
              </a:rPr>
              <a:t>2. </a:t>
            </a:r>
            <a:r>
              <a:rPr lang="en-US" sz="2000" b="0" i="0" kern="1200" err="1">
                <a:solidFill>
                  <a:schemeClr val="tx1"/>
                </a:solidFill>
                <a:effectLst/>
                <a:latin typeface="+mn-lt"/>
                <a:ea typeface="+mn-ea"/>
                <a:cs typeface="+mn-cs"/>
              </a:rPr>
              <a:t>Welche</a:t>
            </a:r>
            <a:r>
              <a:rPr lang="en-US" sz="2000" b="0" i="0" kern="1200">
                <a:solidFill>
                  <a:schemeClr val="tx1"/>
                </a:solidFill>
                <a:effectLst/>
                <a:latin typeface="+mn-lt"/>
                <a:ea typeface="+mn-ea"/>
                <a:cs typeface="+mn-cs"/>
              </a:rPr>
              <a:t> Tests des </a:t>
            </a:r>
            <a:r>
              <a:rPr lang="en-US" sz="2000" b="0" i="0" kern="1200" err="1">
                <a:solidFill>
                  <a:schemeClr val="tx1"/>
                </a:solidFill>
                <a:effectLst/>
                <a:latin typeface="+mn-lt"/>
                <a:ea typeface="+mn-ea"/>
                <a:cs typeface="+mn-cs"/>
              </a:rPr>
              <a:t>bestehenden</a:t>
            </a:r>
            <a:r>
              <a:rPr lang="en-US" sz="2000" b="0" i="0" kern="1200">
                <a:solidFill>
                  <a:schemeClr val="tx1"/>
                </a:solidFill>
                <a:effectLst/>
                <a:latin typeface="+mn-lt"/>
                <a:ea typeface="+mn-ea"/>
                <a:cs typeface="+mn-cs"/>
              </a:rPr>
              <a:t> Firmen-Frameworks </a:t>
            </a:r>
            <a:r>
              <a:rPr lang="en-US" sz="2000" b="0" i="0" kern="1200" err="1">
                <a:solidFill>
                  <a:schemeClr val="tx1"/>
                </a:solidFill>
                <a:effectLst/>
                <a:latin typeface="+mn-lt"/>
                <a:ea typeface="+mn-ea"/>
                <a:cs typeface="+mn-cs"/>
              </a:rPr>
              <a:t>sind</a:t>
            </a:r>
            <a:r>
              <a:rPr lang="en-US" sz="2000" b="0" i="0" kern="1200">
                <a:solidFill>
                  <a:schemeClr val="tx1"/>
                </a:solidFill>
                <a:effectLst/>
                <a:latin typeface="+mn-lt"/>
                <a:ea typeface="+mn-ea"/>
                <a:cs typeface="+mn-cs"/>
              </a:rPr>
              <a:t> auf </a:t>
            </a:r>
            <a:r>
              <a:rPr lang="en-US" sz="2000" b="0" i="0" kern="1200" err="1">
                <a:solidFill>
                  <a:schemeClr val="tx1"/>
                </a:solidFill>
                <a:effectLst/>
                <a:latin typeface="+mn-lt"/>
                <a:ea typeface="+mn-ea"/>
                <a:cs typeface="+mn-cs"/>
              </a:rPr>
              <a:t>ein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industrielles</a:t>
            </a:r>
            <a:r>
              <a:rPr lang="en-US" sz="2000" b="0" i="0" kern="1200">
                <a:solidFill>
                  <a:schemeClr val="tx1"/>
                </a:solidFill>
                <a:effectLst/>
                <a:latin typeface="+mn-lt"/>
                <a:ea typeface="+mn-ea"/>
                <a:cs typeface="+mn-cs"/>
              </a:rPr>
              <a:t> Gateway </a:t>
            </a:r>
            <a:r>
              <a:rPr lang="en-US" sz="2000" b="0" i="0" kern="1200" err="1">
                <a:solidFill>
                  <a:schemeClr val="tx1"/>
                </a:solidFill>
                <a:effectLst/>
                <a:latin typeface="+mn-lt"/>
                <a:ea typeface="+mn-ea"/>
                <a:cs typeface="+mn-cs"/>
              </a:rPr>
              <a:t>überhaupt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anwendbar</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marL="0" marR="0" lvl="0" indent="0" algn="l" defTabSz="914400" rtl="0" eaLnBrk="1" fontAlgn="base"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Anwendbar</a:t>
            </a:r>
            <a:r>
              <a:rPr lang="en-US" sz="2000" b="0" i="0" kern="1200">
                <a:solidFill>
                  <a:schemeClr val="tx1"/>
                </a:solidFill>
                <a:effectLst/>
                <a:latin typeface="+mn-lt"/>
                <a:ea typeface="+mn-ea"/>
                <a:cs typeface="+mn-cs"/>
              </a:rPr>
              <a:t>: Vier </a:t>
            </a:r>
            <a:r>
              <a:rPr lang="en-US" sz="2000" b="0" i="0" kern="1200" err="1">
                <a:solidFill>
                  <a:schemeClr val="tx1"/>
                </a:solidFill>
                <a:effectLst/>
                <a:latin typeface="+mn-lt"/>
                <a:ea typeface="+mn-ea"/>
                <a:cs typeface="+mn-cs"/>
              </a:rPr>
              <a:t>direkt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zwei</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mit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Anpassung</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drei</a:t>
            </a:r>
            <a:r>
              <a:rPr lang="en-US" sz="2000" b="0" i="0" kern="1200">
                <a:solidFill>
                  <a:schemeClr val="tx1"/>
                </a:solidFill>
                <a:effectLst/>
                <a:latin typeface="+mn-lt"/>
                <a:ea typeface="+mn-ea"/>
                <a:cs typeface="+mn-cs"/>
              </a:rPr>
              <a:t> nicht </a:t>
            </a:r>
            <a:r>
              <a:rPr lang="en-US" sz="2000" b="0" i="0" kern="1200" err="1">
                <a:solidFill>
                  <a:schemeClr val="tx1"/>
                </a:solidFill>
                <a:effectLst/>
                <a:latin typeface="+mn-lt"/>
                <a:ea typeface="+mn-ea"/>
                <a:cs typeface="+mn-cs"/>
              </a:rPr>
              <a:t>anwendbar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blockiert</a:t>
            </a:r>
            <a:r>
              <a:rPr lang="en-US" sz="2000" b="0" i="0" kern="1200">
                <a:solidFill>
                  <a:schemeClr val="tx1"/>
                </a:solidFill>
                <a:effectLst/>
                <a:latin typeface="+mn-lt"/>
                <a:ea typeface="+mn-ea"/>
                <a:cs typeface="+mn-cs"/>
              </a:rPr>
              <a:t> </a:t>
            </a:r>
          </a:p>
          <a:p>
            <a:pPr marL="180000" marR="0" lvl="0" indent="-180000" algn="l" defTabSz="914400" rtl="0" eaLnBrk="1" fontAlgn="base" latinLnBrk="0" hangingPunct="1">
              <a:lnSpc>
                <a:spcPct val="100000"/>
              </a:lnSpc>
              <a:spcBef>
                <a:spcPts val="0"/>
              </a:spcBef>
              <a:spcAft>
                <a:spcPts val="300"/>
              </a:spcAft>
              <a:buClr>
                <a:schemeClr val="tx2"/>
              </a:buClr>
              <a:buSzTx/>
              <a:tabLst/>
              <a:defRPr/>
            </a:pPr>
            <a:r>
              <a:rPr lang="en-US" sz="2000" b="0" i="0" kern="1200">
                <a:solidFill>
                  <a:schemeClr val="tx1"/>
                </a:solidFill>
                <a:effectLst/>
                <a:latin typeface="+mn-lt"/>
                <a:ea typeface="+mn-ea"/>
                <a:cs typeface="+mn-cs"/>
              </a:rPr>
              <a:t>Was </a:t>
            </a:r>
            <a:r>
              <a:rPr lang="en-US" sz="2000" b="0" i="0" kern="1200" err="1">
                <a:solidFill>
                  <a:schemeClr val="tx1"/>
                </a:solidFill>
                <a:effectLst/>
                <a:latin typeface="+mn-lt"/>
                <a:ea typeface="+mn-ea"/>
                <a:cs typeface="+mn-cs"/>
              </a:rPr>
              <a:t>kann</a:t>
            </a:r>
            <a:r>
              <a:rPr lang="en-US" sz="2000" b="0" i="0" kern="1200">
                <a:solidFill>
                  <a:schemeClr val="tx1"/>
                </a:solidFill>
                <a:effectLst/>
                <a:latin typeface="+mn-lt"/>
                <a:ea typeface="+mn-ea"/>
                <a:cs typeface="+mn-cs"/>
              </a:rPr>
              <a:t> Testen </a:t>
            </a:r>
            <a:r>
              <a:rPr lang="en-US" sz="2000" b="0" i="0" kern="1200" err="1">
                <a:solidFill>
                  <a:schemeClr val="tx1"/>
                </a:solidFill>
                <a:effectLst/>
                <a:latin typeface="+mn-lt"/>
                <a:ea typeface="+mn-ea"/>
                <a:cs typeface="+mn-cs"/>
              </a:rPr>
              <a:t>mit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Direktzugriff</a:t>
            </a:r>
            <a:r>
              <a:rPr lang="en-US" sz="2000" b="0" i="0" kern="1200">
                <a:solidFill>
                  <a:schemeClr val="tx1"/>
                </a:solidFill>
                <a:effectLst/>
                <a:latin typeface="+mn-lt"/>
                <a:ea typeface="+mn-ea"/>
                <a:cs typeface="+mn-cs"/>
              </a:rPr>
              <a:t> an der </a:t>
            </a:r>
            <a:r>
              <a:rPr lang="en-US" sz="2000" b="0" i="0" kern="1200" err="1">
                <a:solidFill>
                  <a:schemeClr val="tx1"/>
                </a:solidFill>
                <a:effectLst/>
                <a:latin typeface="+mn-lt"/>
                <a:ea typeface="+mn-ea"/>
                <a:cs typeface="+mn-cs"/>
              </a:rPr>
              <a:t>physischen</a:t>
            </a:r>
            <a:r>
              <a:rPr lang="en-US" sz="2000" b="0" i="0" kern="1200">
                <a:solidFill>
                  <a:schemeClr val="tx1"/>
                </a:solidFill>
                <a:effectLst/>
                <a:latin typeface="+mn-lt"/>
                <a:ea typeface="+mn-ea"/>
                <a:cs typeface="+mn-cs"/>
              </a:rPr>
              <a:t> IT/OT-</a:t>
            </a:r>
            <a:r>
              <a:rPr lang="en-US" sz="2000" b="0" i="0" kern="1200" err="1">
                <a:solidFill>
                  <a:schemeClr val="tx1"/>
                </a:solidFill>
                <a:effectLst/>
                <a:latin typeface="+mn-lt"/>
                <a:ea typeface="+mn-ea"/>
                <a:cs typeface="+mn-cs"/>
              </a:rPr>
              <a:t>Schnittstelle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verifizieren</a:t>
            </a:r>
            <a:r>
              <a:rPr lang="en-US" sz="2000" b="0" i="0" kern="1200">
                <a:solidFill>
                  <a:schemeClr val="tx1"/>
                </a:solidFill>
                <a:effectLst/>
                <a:latin typeface="+mn-lt"/>
                <a:ea typeface="+mn-ea"/>
                <a:cs typeface="+mn-cs"/>
              </a:rPr>
              <a:t>,  und wo </a:t>
            </a:r>
            <a:r>
              <a:rPr lang="en-US" sz="2000" b="0" i="0" kern="1200" err="1">
                <a:solidFill>
                  <a:schemeClr val="tx1"/>
                </a:solidFill>
                <a:effectLst/>
                <a:latin typeface="+mn-lt"/>
                <a:ea typeface="+mn-ea"/>
                <a:cs typeface="+mn-cs"/>
              </a:rPr>
              <a:t>liegen</a:t>
            </a:r>
            <a:r>
              <a:rPr lang="en-US" sz="2000" b="0" i="0" kern="1200">
                <a:solidFill>
                  <a:schemeClr val="tx1"/>
                </a:solidFill>
                <a:effectLst/>
                <a:latin typeface="+mn-lt"/>
                <a:ea typeface="+mn-ea"/>
                <a:cs typeface="+mn-cs"/>
              </a:rPr>
              <a:t> seine </a:t>
            </a:r>
            <a:r>
              <a:rPr lang="en-US" sz="2000" b="0" i="0" kern="1200" err="1">
                <a:solidFill>
                  <a:schemeClr val="tx1"/>
                </a:solidFill>
                <a:effectLst/>
                <a:latin typeface="+mn-lt"/>
                <a:ea typeface="+mn-ea"/>
                <a:cs typeface="+mn-cs"/>
              </a:rPr>
              <a:t>Grenzen</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marL="0" indent="0" rtl="0" fontAlgn="base">
              <a:buNone/>
            </a:pPr>
            <a:r>
              <a:rPr lang="en-US" sz="2000" b="0" i="0" kern="1200">
                <a:solidFill>
                  <a:schemeClr val="tx1"/>
                </a:solidFill>
                <a:effectLst/>
                <a:latin typeface="+mn-lt"/>
                <a:ea typeface="+mn-ea"/>
                <a:cs typeface="+mn-cs"/>
              </a:rPr>
              <a:t>     - Er </a:t>
            </a:r>
            <a:r>
              <a:rPr lang="en-US" sz="2000" b="0" i="0" kern="1200" err="1">
                <a:solidFill>
                  <a:schemeClr val="tx1"/>
                </a:solidFill>
                <a:effectLst/>
                <a:latin typeface="+mn-lt"/>
                <a:ea typeface="+mn-ea"/>
                <a:cs typeface="+mn-cs"/>
              </a:rPr>
              <a:t>verifiziert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Funktionen</a:t>
            </a:r>
            <a:r>
              <a:rPr lang="en-US" sz="2000" b="0" i="0" kern="1200">
                <a:solidFill>
                  <a:schemeClr val="tx1"/>
                </a:solidFill>
                <a:effectLst/>
                <a:latin typeface="+mn-lt"/>
                <a:ea typeface="+mn-ea"/>
                <a:cs typeface="+mn-cs"/>
              </a:rPr>
              <a:t> auf dem IT-</a:t>
            </a:r>
            <a:r>
              <a:rPr lang="en-US" sz="2000" b="0" i="0" kern="1200" err="1">
                <a:solidFill>
                  <a:schemeClr val="tx1"/>
                </a:solidFill>
                <a:effectLst/>
                <a:latin typeface="+mn-lt"/>
                <a:ea typeface="+mn-ea"/>
                <a:cs typeface="+mn-cs"/>
              </a:rPr>
              <a:t>Pfad</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abschließend</a:t>
            </a:r>
            <a:r>
              <a:rPr lang="en-US" sz="2000" b="0" i="0" kern="1200">
                <a:solidFill>
                  <a:schemeClr val="tx1"/>
                </a:solidFill>
                <a:effectLst/>
                <a:latin typeface="+mn-lt"/>
                <a:ea typeface="+mn-ea"/>
                <a:cs typeface="+mn-cs"/>
              </a:rPr>
              <a:t>. </a:t>
            </a:r>
          </a:p>
          <a:p>
            <a:pPr marL="0" indent="0" rtl="0" fontAlgn="base">
              <a:buNone/>
            </a:pPr>
            <a:r>
              <a:rPr lang="en-US" sz="2000" b="0" i="0" kern="1200">
                <a:solidFill>
                  <a:schemeClr val="tx1"/>
                </a:solidFill>
                <a:effectLst/>
                <a:latin typeface="+mn-lt"/>
                <a:ea typeface="+mn-ea"/>
                <a:cs typeface="+mn-cs"/>
              </a:rPr>
              <a:t>     - </a:t>
            </a:r>
            <a:r>
              <a:rPr lang="en-US" sz="2000" b="0" i="0" kern="1200" err="1">
                <a:solidFill>
                  <a:schemeClr val="tx1"/>
                </a:solidFill>
                <a:effectLst/>
                <a:latin typeface="+mn-lt"/>
                <a:ea typeface="+mn-ea"/>
                <a:cs typeface="+mn-cs"/>
              </a:rPr>
              <a:t>Über</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zyklische</a:t>
            </a:r>
            <a:r>
              <a:rPr lang="en-US" sz="2000" b="0" i="0" kern="1200">
                <a:solidFill>
                  <a:schemeClr val="tx1"/>
                </a:solidFill>
                <a:effectLst/>
                <a:latin typeface="+mn-lt"/>
                <a:ea typeface="+mn-ea"/>
                <a:cs typeface="+mn-cs"/>
              </a:rPr>
              <a:t> Safety-Kommunikation </a:t>
            </a:r>
            <a:r>
              <a:rPr lang="en-US" sz="2000" b="0" i="0" kern="1200" err="1">
                <a:solidFill>
                  <a:schemeClr val="tx1"/>
                </a:solidFill>
                <a:effectLst/>
                <a:latin typeface="+mn-lt"/>
                <a:ea typeface="+mn-ea"/>
                <a:cs typeface="+mn-cs"/>
              </a:rPr>
              <a:t>kann</a:t>
            </a:r>
            <a:r>
              <a:rPr lang="en-US" sz="2000" b="0" i="0" kern="1200">
                <a:solidFill>
                  <a:schemeClr val="tx1"/>
                </a:solidFill>
                <a:effectLst/>
                <a:latin typeface="+mn-lt"/>
                <a:ea typeface="+mn-ea"/>
                <a:cs typeface="+mn-cs"/>
              </a:rPr>
              <a:t> er </a:t>
            </a:r>
            <a:r>
              <a:rPr lang="en-US" sz="2000" b="0" i="0" kern="1200" err="1">
                <a:solidFill>
                  <a:schemeClr val="tx1"/>
                </a:solidFill>
                <a:effectLst/>
                <a:latin typeface="+mn-lt"/>
                <a:ea typeface="+mn-ea"/>
                <a:cs typeface="+mn-cs"/>
              </a:rPr>
              <a:t>strukturell</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keine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Aussage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treffen</a:t>
            </a:r>
            <a:r>
              <a:rPr lang="en-US" sz="2000" b="0" i="0" kern="1200">
                <a:solidFill>
                  <a:schemeClr val="tx1"/>
                </a:solidFill>
                <a:effectLst/>
                <a:latin typeface="+mn-lt"/>
                <a:ea typeface="+mn-ea"/>
                <a:cs typeface="+mn-cs"/>
              </a:rPr>
              <a:t>. </a:t>
            </a:r>
          </a:p>
          <a:p>
            <a:pPr marL="0" indent="0" rtl="0" fontAlgn="base">
              <a:buNone/>
            </a:pPr>
            <a:r>
              <a:rPr lang="en-US" sz="2000" b="0" i="0" kern="1200">
                <a:solidFill>
                  <a:schemeClr val="tx1"/>
                </a:solidFill>
                <a:effectLst/>
                <a:latin typeface="+mn-lt"/>
                <a:ea typeface="+mn-ea"/>
                <a:cs typeface="+mn-cs"/>
              </a:rPr>
              <a:t>     - Die </a:t>
            </a:r>
            <a:r>
              <a:rPr lang="en-US" sz="2000" b="0" i="0" kern="1200" err="1">
                <a:solidFill>
                  <a:schemeClr val="tx1"/>
                </a:solidFill>
                <a:effectLst/>
                <a:latin typeface="+mn-lt"/>
                <a:ea typeface="+mn-ea"/>
                <a:cs typeface="+mn-cs"/>
              </a:rPr>
              <a:t>Beobachtungsposition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selbst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reicht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dafür</a:t>
            </a:r>
            <a:r>
              <a:rPr lang="en-US" sz="2000" b="0" i="0" kern="1200">
                <a:solidFill>
                  <a:schemeClr val="tx1"/>
                </a:solidFill>
                <a:effectLst/>
                <a:latin typeface="+mn-lt"/>
                <a:ea typeface="+mn-ea"/>
                <a:cs typeface="+mn-cs"/>
              </a:rPr>
              <a:t> nicht </a:t>
            </a:r>
            <a:r>
              <a:rPr lang="en-US" sz="2000" b="0" i="0" kern="1200" err="1">
                <a:solidFill>
                  <a:schemeClr val="tx1"/>
                </a:solidFill>
                <a:effectLst/>
                <a:latin typeface="+mn-lt"/>
                <a:ea typeface="+mn-ea"/>
                <a:cs typeface="+mn-cs"/>
              </a:rPr>
              <a:t>aus.</a:t>
            </a:r>
            <a:r>
              <a:rPr lang="de-DE" sz="2000" b="0" i="0" kern="1200">
                <a:solidFill>
                  <a:schemeClr val="tx1"/>
                </a:solidFill>
                <a:effectLst/>
                <a:latin typeface="+mn-lt"/>
                <a:ea typeface="+mn-ea"/>
                <a:cs typeface="+mn-cs"/>
              </a:rPr>
              <a:t> </a:t>
            </a:r>
          </a:p>
          <a:p>
            <a:pPr marL="0" indent="0" rtl="0" fontAlgn="base">
              <a:buNone/>
            </a:pPr>
            <a:endParaRPr lang="de-DE" sz="2000" b="0" i="0" kern="1200">
              <a:solidFill>
                <a:schemeClr val="tx1"/>
              </a:solidFill>
              <a:effectLst/>
              <a:latin typeface="+mn-lt"/>
              <a:ea typeface="+mn-ea"/>
              <a:cs typeface="+mn-cs"/>
            </a:endParaRPr>
          </a:p>
          <a:p>
            <a:pPr marL="0" indent="0" rtl="0" fontAlgn="base">
              <a:buNone/>
            </a:pPr>
            <a:endParaRPr lang="de-DE" sz="2000" b="0" i="0" kern="1200">
              <a:solidFill>
                <a:schemeClr val="tx1"/>
              </a:solidFill>
              <a:effectLst/>
              <a:latin typeface="+mn-lt"/>
              <a:ea typeface="+mn-ea"/>
              <a:cs typeface="+mn-cs"/>
            </a:endParaRPr>
          </a:p>
          <a:p>
            <a:pPr marL="0" indent="0" rtl="0" fontAlgn="base">
              <a:buNone/>
            </a:pPr>
            <a:endParaRPr lang="de-DE" sz="2000" b="0" i="0" kern="1200">
              <a:solidFill>
                <a:schemeClr val="tx1"/>
              </a:solidFill>
              <a:effectLst/>
              <a:latin typeface="+mn-lt"/>
              <a:ea typeface="+mn-ea"/>
              <a:cs typeface="+mn-cs"/>
            </a:endParaRPr>
          </a:p>
          <a:p>
            <a:pPr marL="0" indent="0" rtl="0" fontAlgn="base">
              <a:buNone/>
            </a:pPr>
            <a:endParaRPr lang="de-DE" sz="2000" b="0" i="0" kern="1200">
              <a:solidFill>
                <a:schemeClr val="tx1"/>
              </a:solidFill>
              <a:effectLst/>
              <a:latin typeface="+mn-lt"/>
              <a:ea typeface="+mn-ea"/>
              <a:cs typeface="+mn-cs"/>
            </a:endParaRPr>
          </a:p>
          <a:p>
            <a:pPr marL="0" indent="0" rtl="0" fontAlgn="base">
              <a:buNone/>
            </a:pPr>
            <a:endParaRPr lang="de-DE" sz="2000" b="0" i="0" kern="1200">
              <a:solidFill>
                <a:schemeClr val="tx1"/>
              </a:solidFill>
              <a:effectLst/>
              <a:latin typeface="+mn-lt"/>
              <a:ea typeface="+mn-ea"/>
              <a:cs typeface="+mn-cs"/>
            </a:endParaRPr>
          </a:p>
          <a:p>
            <a:pPr marL="0" indent="0" rtl="0" fontAlgn="base">
              <a:buNone/>
            </a:pPr>
            <a:endParaRPr lang="de-DE" sz="2000" b="0" i="0" kern="1200">
              <a:solidFill>
                <a:schemeClr val="tx1"/>
              </a:solidFill>
              <a:effectLst/>
              <a:latin typeface="+mn-lt"/>
              <a:ea typeface="+mn-ea"/>
              <a:cs typeface="+mn-cs"/>
            </a:endParaRPr>
          </a:p>
          <a:p>
            <a:pPr rtl="0" fontAlgn="base"/>
            <a:r>
              <a:rPr lang="en-US" sz="2000" b="0" i="0" kern="1200">
                <a:solidFill>
                  <a:schemeClr val="tx1"/>
                </a:solidFill>
                <a:effectLst/>
                <a:latin typeface="+mn-lt"/>
                <a:ea typeface="+mn-ea"/>
                <a:cs typeface="+mn-cs"/>
              </a:rPr>
              <a:t>Ich </a:t>
            </a:r>
            <a:r>
              <a:rPr lang="en-US" sz="2000" b="0" i="0" kern="1200" err="1">
                <a:solidFill>
                  <a:schemeClr val="tx1"/>
                </a:solidFill>
                <a:effectLst/>
                <a:latin typeface="+mn-lt"/>
                <a:ea typeface="+mn-ea"/>
                <a:cs typeface="+mn-cs"/>
              </a:rPr>
              <a:t>möchte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zwei</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Punkte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ausdrücklich</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einordnen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Erstens</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Zwölf</a:t>
            </a:r>
            <a:r>
              <a:rPr lang="en-US" sz="2000" b="0" i="0" kern="1200">
                <a:solidFill>
                  <a:schemeClr val="tx1"/>
                </a:solidFill>
                <a:effectLst/>
                <a:latin typeface="+mn-lt"/>
                <a:ea typeface="+mn-ea"/>
                <a:cs typeface="+mn-cs"/>
              </a:rPr>
              <a:t> der </a:t>
            </a:r>
            <a:r>
              <a:rPr lang="en-US" sz="2000" b="0" i="0" kern="1200" err="1">
                <a:solidFill>
                  <a:schemeClr val="tx1"/>
                </a:solidFill>
                <a:effectLst/>
                <a:latin typeface="+mn-lt"/>
                <a:ea typeface="+mn-ea"/>
                <a:cs typeface="+mn-cs"/>
              </a:rPr>
              <a:t>vierzehn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Anforderungen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sind</a:t>
            </a:r>
            <a:r>
              <a:rPr lang="en-US" sz="2000" b="0" i="0" kern="1200">
                <a:solidFill>
                  <a:schemeClr val="tx1"/>
                </a:solidFill>
                <a:effectLst/>
                <a:latin typeface="+mn-lt"/>
                <a:ea typeface="+mn-ea"/>
                <a:cs typeface="+mn-cs"/>
              </a:rPr>
              <a:t> Not Assessed – das </a:t>
            </a:r>
            <a:r>
              <a:rPr lang="en-US" sz="2000" b="0" i="0" kern="1200" err="1">
                <a:solidFill>
                  <a:schemeClr val="tx1"/>
                </a:solidFill>
                <a:effectLst/>
                <a:latin typeface="+mn-lt"/>
                <a:ea typeface="+mn-ea"/>
                <a:cs typeface="+mn-cs"/>
              </a:rPr>
              <a:t>bedeutet</a:t>
            </a:r>
            <a:r>
              <a:rPr lang="en-US" sz="2000" b="0" i="0" kern="1200">
                <a:solidFill>
                  <a:schemeClr val="tx1"/>
                </a:solidFill>
                <a:effectLst/>
                <a:latin typeface="+mn-lt"/>
                <a:ea typeface="+mn-ea"/>
                <a:cs typeface="+mn-cs"/>
              </a:rPr>
              <a:t> nicht, </a:t>
            </a:r>
            <a:r>
              <a:rPr lang="en-US" sz="2000" b="0" i="0" kern="1200" err="1">
                <a:solidFill>
                  <a:schemeClr val="tx1"/>
                </a:solidFill>
                <a:effectLst/>
                <a:latin typeface="+mn-lt"/>
                <a:ea typeface="+mn-ea"/>
                <a:cs typeface="+mn-cs"/>
              </a:rPr>
              <a:t>dass</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Funktion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fehlt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sondern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dass</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Evidenz</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Akzeptanzbedingung</a:t>
            </a:r>
            <a:r>
              <a:rPr lang="en-US" sz="2000" b="0" i="0" kern="1200">
                <a:solidFill>
                  <a:schemeClr val="tx1"/>
                </a:solidFill>
                <a:effectLst/>
                <a:latin typeface="+mn-lt"/>
                <a:ea typeface="+mn-ea"/>
                <a:cs typeface="+mn-cs"/>
              </a:rPr>
              <a:t> nicht </a:t>
            </a:r>
            <a:r>
              <a:rPr lang="en-US" sz="2000" b="0" i="0" kern="1200" err="1">
                <a:solidFill>
                  <a:schemeClr val="tx1"/>
                </a:solidFill>
                <a:effectLst/>
                <a:latin typeface="+mn-lt"/>
                <a:ea typeface="+mn-ea"/>
                <a:cs typeface="+mn-cs"/>
              </a:rPr>
              <a:t>vollständig</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abdeckt</a:t>
            </a:r>
            <a:r>
              <a:rPr lang="en-US" sz="2000" b="0" i="0" kern="1200">
                <a:solidFill>
                  <a:schemeClr val="tx1"/>
                </a:solidFill>
                <a:effectLst/>
                <a:latin typeface="+mn-lt"/>
                <a:ea typeface="+mn-ea"/>
                <a:cs typeface="+mn-cs"/>
              </a:rPr>
              <a:t>. Das </a:t>
            </a:r>
            <a:r>
              <a:rPr lang="en-US" sz="2000" b="0" i="0" kern="1200" err="1">
                <a:solidFill>
                  <a:schemeClr val="tx1"/>
                </a:solidFill>
                <a:effectLst/>
                <a:latin typeface="+mn-lt"/>
                <a:ea typeface="+mn-ea"/>
                <a:cs typeface="+mn-cs"/>
              </a:rPr>
              <a:t>ist</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konservative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Aggregationsregel</a:t>
            </a:r>
            <a:r>
              <a:rPr lang="en-US" sz="2000" b="0" i="0" kern="1200">
                <a:solidFill>
                  <a:schemeClr val="tx1"/>
                </a:solidFill>
                <a:effectLst/>
                <a:latin typeface="+mn-lt"/>
                <a:ea typeface="+mn-ea"/>
                <a:cs typeface="+mn-cs"/>
              </a:rPr>
              <a:t> und </a:t>
            </a:r>
            <a:r>
              <a:rPr lang="en-US" sz="2000" b="0" i="0" kern="1200" err="1">
                <a:solidFill>
                  <a:schemeClr val="tx1"/>
                </a:solidFill>
                <a:effectLst/>
                <a:latin typeface="+mn-lt"/>
                <a:ea typeface="+mn-ea"/>
                <a:cs typeface="+mn-cs"/>
              </a:rPr>
              <a:t>eine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Folge</a:t>
            </a:r>
            <a:r>
              <a:rPr lang="en-US" sz="2000" b="0" i="0" kern="1200">
                <a:solidFill>
                  <a:schemeClr val="tx1"/>
                </a:solidFill>
                <a:effectLst/>
                <a:latin typeface="+mn-lt"/>
                <a:ea typeface="+mn-ea"/>
                <a:cs typeface="+mn-cs"/>
              </a:rPr>
              <a:t> des </a:t>
            </a:r>
            <a:r>
              <a:rPr lang="en-US" sz="2000" b="0" i="0" kern="1200" err="1">
                <a:solidFill>
                  <a:schemeClr val="tx1"/>
                </a:solidFill>
                <a:effectLst/>
                <a:latin typeface="+mn-lt"/>
                <a:ea typeface="+mn-ea"/>
                <a:cs typeface="+mn-cs"/>
              </a:rPr>
              <a:t>bewusst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begrenzten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Praxisumfangs</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Zweitens</a:t>
            </a:r>
            <a:r>
              <a:rPr lang="en-US" sz="2000" b="0" i="0" kern="1200">
                <a:solidFill>
                  <a:schemeClr val="tx1"/>
                </a:solidFill>
                <a:effectLst/>
                <a:latin typeface="+mn-lt"/>
                <a:ea typeface="+mn-ea"/>
                <a:cs typeface="+mn-cs"/>
              </a:rPr>
              <a:t>: Ein Fail </a:t>
            </a:r>
            <a:r>
              <a:rPr lang="en-US" sz="2000" b="0" i="0" kern="1200" err="1">
                <a:solidFill>
                  <a:schemeClr val="tx1"/>
                </a:solidFill>
                <a:effectLst/>
                <a:latin typeface="+mn-lt"/>
                <a:ea typeface="+mn-ea"/>
                <a:cs typeface="+mn-cs"/>
              </a:rPr>
              <a:t>ist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eine</a:t>
            </a:r>
            <a:r>
              <a:rPr lang="en-US" sz="2000" b="0" i="0" kern="1200">
                <a:solidFill>
                  <a:schemeClr val="tx1"/>
                </a:solidFill>
                <a:effectLst/>
                <a:latin typeface="+mn-lt"/>
                <a:ea typeface="+mn-ea"/>
                <a:cs typeface="+mn-cs"/>
              </a:rPr>
              <a:t> nicht </a:t>
            </a:r>
            <a:r>
              <a:rPr lang="en-US" sz="2000" b="0" i="0" kern="1200" err="1">
                <a:solidFill>
                  <a:schemeClr val="tx1"/>
                </a:solidFill>
                <a:effectLst/>
                <a:latin typeface="+mn-lt"/>
                <a:ea typeface="+mn-ea"/>
                <a:cs typeface="+mn-cs"/>
              </a:rPr>
              <a:t>nachgewiesene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Komponentenfähigkeit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keine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Aussage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über</a:t>
            </a:r>
            <a:r>
              <a:rPr lang="en-US" sz="2000" b="0" i="0" kern="1200">
                <a:solidFill>
                  <a:schemeClr val="tx1"/>
                </a:solidFill>
                <a:effectLst/>
                <a:latin typeface="+mn-lt"/>
                <a:ea typeface="+mn-ea"/>
                <a:cs typeface="+mn-cs"/>
              </a:rPr>
              <a:t> die </a:t>
            </a:r>
            <a:r>
              <a:rPr lang="en-US" sz="2000" b="0" i="0" kern="1200" err="1">
                <a:solidFill>
                  <a:schemeClr val="tx1"/>
                </a:solidFill>
                <a:effectLst/>
                <a:latin typeface="+mn-lt"/>
                <a:ea typeface="+mn-ea"/>
                <a:cs typeface="+mn-cs"/>
              </a:rPr>
              <a:t>Rechtskonformität</a:t>
            </a:r>
            <a:r>
              <a:rPr lang="en-US" sz="2000" b="0" i="0" kern="1200">
                <a:solidFill>
                  <a:schemeClr val="tx1"/>
                </a:solidFill>
                <a:effectLst/>
                <a:latin typeface="+mn-lt"/>
                <a:ea typeface="+mn-ea"/>
                <a:cs typeface="+mn-cs"/>
              </a:rPr>
              <a:t> des </a:t>
            </a:r>
            <a:r>
              <a:rPr lang="en-US" sz="2000" b="0" i="0" kern="1200" err="1">
                <a:solidFill>
                  <a:schemeClr val="tx1"/>
                </a:solidFill>
                <a:effectLst/>
                <a:latin typeface="+mn-lt"/>
                <a:ea typeface="+mn-ea"/>
                <a:cs typeface="+mn-cs"/>
              </a:rPr>
              <a:t>Produkts</a:t>
            </a:r>
            <a:r>
              <a:rPr lang="en-US" sz="2000" b="0" i="0" kern="1200">
                <a:solidFill>
                  <a:schemeClr val="tx1"/>
                </a:solidFill>
                <a:effectLst/>
                <a:latin typeface="+mn-lt"/>
                <a:ea typeface="+mn-ea"/>
                <a:cs typeface="+mn-cs"/>
              </a:rPr>
              <a:t> – die </a:t>
            </a:r>
            <a:r>
              <a:rPr lang="en-US" sz="2000" b="0" i="0" kern="1200" err="1">
                <a:solidFill>
                  <a:schemeClr val="tx1"/>
                </a:solidFill>
                <a:effectLst/>
                <a:latin typeface="+mn-lt"/>
                <a:ea typeface="+mn-ea"/>
                <a:cs typeface="+mn-cs"/>
              </a:rPr>
              <a:t>Pflicht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kann</a:t>
            </a:r>
            <a:r>
              <a:rPr lang="en-US" sz="2000" b="0" i="0" kern="1200">
                <a:solidFill>
                  <a:schemeClr val="tx1"/>
                </a:solidFill>
                <a:effectLst/>
                <a:latin typeface="+mn-lt"/>
                <a:ea typeface="+mn-ea"/>
                <a:cs typeface="+mn-cs"/>
              </a:rPr>
              <a:t> auf System- </a:t>
            </a:r>
            <a:r>
              <a:rPr lang="en-US" sz="2000" b="0" i="0" kern="1200" err="1">
                <a:solidFill>
                  <a:schemeClr val="tx1"/>
                </a:solidFill>
                <a:effectLst/>
                <a:latin typeface="+mn-lt"/>
                <a:ea typeface="+mn-ea"/>
                <a:cs typeface="+mn-cs"/>
              </a:rPr>
              <a:t>oder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Zonenebene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kompensiert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werden</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r>
              <a:rPr lang="en-US" sz="2000" b="0" i="0" kern="1200">
                <a:solidFill>
                  <a:schemeClr val="tx1"/>
                </a:solidFill>
                <a:effectLst/>
                <a:latin typeface="+mn-lt"/>
                <a:ea typeface="+mn-ea"/>
                <a:cs typeface="+mn-cs"/>
              </a:rPr>
              <a:t>Die </a:t>
            </a:r>
            <a:r>
              <a:rPr lang="en-US" sz="2000" b="0" i="0" kern="1200" err="1">
                <a:solidFill>
                  <a:schemeClr val="tx1"/>
                </a:solidFill>
                <a:effectLst/>
                <a:latin typeface="+mn-lt"/>
                <a:ea typeface="+mn-ea"/>
                <a:cs typeface="+mn-cs"/>
              </a:rPr>
              <a:t>zentrale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methodische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Erkenntnis</a:t>
            </a:r>
            <a:r>
              <a:rPr lang="en-US" sz="2000" b="0" i="0" kern="1200">
                <a:solidFill>
                  <a:schemeClr val="tx1"/>
                </a:solidFill>
                <a:effectLst/>
                <a:latin typeface="+mn-lt"/>
                <a:ea typeface="+mn-ea"/>
                <a:cs typeface="+mn-cs"/>
              </a:rPr>
              <a:t>: Sicherer </a:t>
            </a:r>
            <a:r>
              <a:rPr lang="en-US" sz="2000" b="0" i="0" kern="1200" err="1">
                <a:solidFill>
                  <a:schemeClr val="tx1"/>
                </a:solidFill>
                <a:effectLst/>
                <a:latin typeface="+mn-lt"/>
                <a:ea typeface="+mn-ea"/>
                <a:cs typeface="+mn-cs"/>
              </a:rPr>
              <a:t>Zustand</a:t>
            </a:r>
            <a:r>
              <a:rPr lang="en-US" sz="2000" b="0" i="0" kern="1200">
                <a:solidFill>
                  <a:schemeClr val="tx1"/>
                </a:solidFill>
                <a:effectLst/>
                <a:latin typeface="+mn-lt"/>
                <a:ea typeface="+mn-ea"/>
                <a:cs typeface="+mn-cs"/>
              </a:rPr>
              <a:t> und Cybersecurity-</a:t>
            </a:r>
            <a:r>
              <a:rPr lang="en-US" sz="2000" b="0" i="0" kern="1200" err="1">
                <a:solidFill>
                  <a:schemeClr val="tx1"/>
                </a:solidFill>
                <a:effectLst/>
                <a:latin typeface="+mn-lt"/>
                <a:ea typeface="+mn-ea"/>
                <a:cs typeface="+mn-cs"/>
              </a:rPr>
              <a:t>Konformität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sind</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trennbare</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Eigenschaften</a:t>
            </a:r>
            <a:r>
              <a:rPr lang="en-US" sz="2000" b="0" i="0" kern="1200">
                <a:solidFill>
                  <a:schemeClr val="tx1"/>
                </a:solidFill>
                <a:effectLst/>
                <a:latin typeface="+mn-lt"/>
                <a:ea typeface="+mn-ea"/>
                <a:cs typeface="+mn-cs"/>
              </a:rPr>
              <a:t>. Ein </a:t>
            </a:r>
            <a:r>
              <a:rPr lang="en-US" sz="2000" b="0" i="0" kern="1200" err="1">
                <a:solidFill>
                  <a:schemeClr val="tx1"/>
                </a:solidFill>
                <a:effectLst/>
                <a:latin typeface="+mn-lt"/>
                <a:ea typeface="+mn-ea"/>
                <a:cs typeface="+mn-cs"/>
              </a:rPr>
              <a:t>definierter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sicherer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Zustand</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nach</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einem</a:t>
            </a:r>
            <a:r>
              <a:rPr lang="en-US" sz="2000" b="0" i="0" kern="1200">
                <a:solidFill>
                  <a:schemeClr val="tx1"/>
                </a:solidFill>
                <a:effectLst/>
                <a:latin typeface="+mn-lt"/>
                <a:ea typeface="+mn-ea"/>
                <a:cs typeface="+mn-cs"/>
              </a:rPr>
              <a:t> Fehler </a:t>
            </a:r>
            <a:r>
              <a:rPr lang="en-US" sz="2000" b="0" i="0" kern="1200" err="1">
                <a:solidFill>
                  <a:schemeClr val="tx1"/>
                </a:solidFill>
                <a:effectLst/>
                <a:latin typeface="+mn-lt"/>
                <a:ea typeface="+mn-ea"/>
                <a:cs typeface="+mn-cs"/>
              </a:rPr>
              <a:t>belegt</a:t>
            </a:r>
            <a:r>
              <a:rPr lang="en-US" sz="2000" b="0" i="0" kern="1200">
                <a:solidFill>
                  <a:schemeClr val="tx1"/>
                </a:solidFill>
                <a:effectLst/>
                <a:latin typeface="+mn-lt"/>
                <a:ea typeface="+mn-ea"/>
                <a:cs typeface="+mn-cs"/>
              </a:rPr>
              <a:t> für </a:t>
            </a:r>
            <a:r>
              <a:rPr lang="en-US" sz="2000" b="0" i="0" kern="1200" err="1">
                <a:solidFill>
                  <a:schemeClr val="tx1"/>
                </a:solidFill>
                <a:effectLst/>
                <a:latin typeface="+mn-lt"/>
                <a:ea typeface="+mn-ea"/>
                <a:cs typeface="+mn-cs"/>
              </a:rPr>
              <a:t>sich</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genommen</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weder</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Zurechenbarkeit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noch</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Integrität</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noch</a:t>
            </a:r>
            <a:r>
              <a:rPr lang="en-US" sz="2000" b="0" i="0" kern="1200">
                <a:solidFill>
                  <a:schemeClr val="tx1"/>
                </a:solidFill>
                <a:effectLst/>
                <a:latin typeface="+mn-lt"/>
                <a:ea typeface="+mn-ea"/>
                <a:cs typeface="+mn-cs"/>
              </a:rPr>
              <a:t> </a:t>
            </a:r>
            <a:r>
              <a:rPr lang="en-US" sz="2000" b="0" i="0" kern="1200" err="1">
                <a:solidFill>
                  <a:schemeClr val="tx1"/>
                </a:solidFill>
                <a:effectLst/>
                <a:latin typeface="+mn-lt"/>
                <a:ea typeface="+mn-ea"/>
                <a:cs typeface="+mn-cs"/>
              </a:rPr>
              <a:t>Nachvollziehbarkeit</a:t>
            </a:r>
            <a:r>
              <a:rPr lang="en-US" sz="2000" b="0" i="0" kern="1200">
                <a:solidFill>
                  <a:schemeClr val="tx1"/>
                </a:solidFill>
                <a:effectLst/>
                <a:latin typeface="+mn-lt"/>
                <a:ea typeface="+mn-ea"/>
                <a:cs typeface="+mn-cs"/>
              </a:rPr>
              <a:t>.</a:t>
            </a:r>
            <a:r>
              <a:rPr lang="de-DE" sz="2000" b="0" i="0" kern="1200">
                <a:solidFill>
                  <a:schemeClr val="tx1"/>
                </a:solidFill>
                <a:effectLst/>
                <a:latin typeface="+mn-lt"/>
                <a:ea typeface="+mn-ea"/>
                <a:cs typeface="+mn-cs"/>
              </a:rPr>
              <a:t> </a:t>
            </a:r>
          </a:p>
          <a:p>
            <a:pPr rtl="0" fontAlgn="base"/>
            <a:endParaRPr lang="de-DE" sz="2000" b="0" i="0" kern="1200">
              <a:solidFill>
                <a:schemeClr val="tx1"/>
              </a:solidFill>
              <a:effectLst/>
              <a:latin typeface="+mn-lt"/>
              <a:ea typeface="+mn-ea"/>
              <a:cs typeface="+mn-cs"/>
            </a:endParaRPr>
          </a:p>
          <a:p>
            <a:pPr rtl="0" fontAlgn="base"/>
            <a:endParaRPr lang="de-DE" sz="2000" b="0" i="0" kern="1200">
              <a:solidFill>
                <a:schemeClr val="tx1"/>
              </a:solidFill>
              <a:effectLst/>
              <a:latin typeface="+mn-lt"/>
              <a:ea typeface="+mn-ea"/>
              <a:cs typeface="+mn-cs"/>
            </a:endParaRPr>
          </a:p>
          <a:p>
            <a:endParaRPr lang="de-DE" sz="1200"/>
          </a:p>
        </p:txBody>
      </p:sp>
      <p:sp>
        <p:nvSpPr>
          <p:cNvPr id="4" name="Slide Number Placeholder 3">
            <a:extLst>
              <a:ext uri="{1E5AE973-9B7F-44A0-8DF9-75175C4911F9}">
                <a16:creationId xmlns="" xmlns:a16="http://schemas.microsoft.com/office/drawing/2014/main" id="{84FBFDAB-CE6E-4352-B7A4-2F809A63694F}"/>
              </a:ext>
            </a:extLst>
          </p:cNvPr>
          <p:cNvSpPr>
            <a:spLocks noGrp="1"/>
          </p:cNvSpPr>
          <p:nvPr>
            <p:ph type="sldNum" sz="quarter" idx="5"/>
          </p:nvPr>
        </p:nvSpPr>
        <p:spPr/>
        <p:txBody>
          <a:bodyPr/>
          <a:lstStyle/>
          <a:p>
            <a:fld id="{6479898B-B797-43B3-A4D1-8EFED788F99E}" type="slidenum">
              <a:rPr lang="en-US" smtClean="0"/>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6ED78E2-8199-4A12-A3F5-01A71A893ECC}">
              <a16:creationId xmlns="" xmlns:a16="http://schemas.microsoft.com/office/drawing/2014/main" id="{19C5169A-E034-4998-ACAA-21EBC0CE819D}"/>
            </a:ext>
          </a:extLst>
        </p:cNvPr>
        <p:cNvGrpSpPr/>
        <p:nvPr/>
      </p:nvGrpSpPr>
      <p:grpSpPr>
        <a:xfrm>
          <a:off x="0" y="0"/>
          <a:ext cx="0" cy="0"/>
          <a:chOff x="0" y="0"/>
          <a:chExt cx="0" cy="0"/>
        </a:xfrm>
      </p:grpSpPr>
      <p:sp>
        <p:nvSpPr>
          <p:cNvPr id="2" name="Slide Image Placeholder 1">
            <a:extLst>
              <a:ext uri="{27605436-5047-4606-8652-26D2B6A8C5AB}">
                <a16:creationId xmlns="" xmlns:a16="http://schemas.microsoft.com/office/drawing/2014/main" id="{75606DBB-CFBD-4B1D-9549-671D82FDE318}"/>
              </a:ext>
            </a:extLst>
          </p:cNvPr>
          <p:cNvSpPr>
            <a:spLocks noGrp="1" noRot="1" noChangeAspect="1"/>
          </p:cNvSpPr>
          <p:nvPr>
            <p:ph type="sldImg"/>
          </p:nvPr>
        </p:nvSpPr>
        <p:spPr>
          <a:xfrm>
            <a:off x="1728788" y="839788"/>
            <a:ext cx="3400425" cy="1912937"/>
          </a:xfrm>
        </p:spPr>
      </p:sp>
      <p:sp>
        <p:nvSpPr>
          <p:cNvPr id="3" name="Notes Placeholder 2">
            <a:extLst>
              <a:ext uri="{8C971F9F-2137-4F72-BBD4-524942B82B14}">
                <a16:creationId xmlns="" xmlns:a16="http://schemas.microsoft.com/office/drawing/2014/main" id="{5304FEDF-C0B6-4287-BA37-B7652E4AF87E}"/>
              </a:ext>
            </a:extLst>
          </p:cNvPr>
          <p:cNvSpPr>
            <a:spLocks noGrp="1"/>
          </p:cNvSpPr>
          <p:nvPr>
            <p:ph type="body" idx="1"/>
          </p:nvPr>
        </p:nvSpPr>
        <p:spPr/>
        <p:txBody>
          <a:bodyPr/>
          <a:lstStyle/>
          <a:p>
            <a:pPr rtl="0" fontAlgn="base"/>
            <a:r>
              <a:rPr lang="en-US" sz="2000" b="0" i="0" kern="1200" dirty="0" err="1">
                <a:solidFill>
                  <a:schemeClr val="tx1"/>
                </a:solidFill>
                <a:effectLst/>
                <a:latin typeface="+mn-lt"/>
                <a:ea typeface="+mn-ea"/>
                <a:cs typeface="+mn-cs"/>
              </a:rPr>
              <a:t>Kurzfristig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steht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Realisierung</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beiden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fehlenden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Zugriffspositionen</a:t>
            </a:r>
            <a:r>
              <a:rPr lang="en-US" sz="2000" b="0" i="0" kern="1200" dirty="0">
                <a:solidFill>
                  <a:schemeClr val="tx1"/>
                </a:solidFill>
                <a:effectLst/>
                <a:latin typeface="+mn-lt"/>
                <a:ea typeface="+mn-ea"/>
                <a:cs typeface="+mn-cs"/>
              </a:rPr>
              <a:t> an: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Mirror-Port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Netzwerk</a:t>
            </a:r>
            <a:r>
              <a:rPr lang="en-US" sz="2000" b="0" i="0" kern="1200" dirty="0">
                <a:solidFill>
                  <a:schemeClr val="tx1"/>
                </a:solidFill>
                <a:effectLst/>
                <a:latin typeface="+mn-lt"/>
                <a:ea typeface="+mn-ea"/>
                <a:cs typeface="+mn-cs"/>
              </a:rPr>
              <a:t>-Tap und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transparente</a:t>
            </a:r>
            <a:r>
              <a:rPr lang="en-US" sz="2000" b="0" i="0" kern="1200" dirty="0">
                <a:solidFill>
                  <a:schemeClr val="tx1"/>
                </a:solidFill>
                <a:effectLst/>
                <a:latin typeface="+mn-lt"/>
                <a:ea typeface="+mn-ea"/>
                <a:cs typeface="+mn-cs"/>
              </a:rPr>
              <a:t> Bridge. Erst </a:t>
            </a:r>
            <a:r>
              <a:rPr lang="en-US" sz="2000" b="0" i="0" kern="1200" dirty="0" err="1">
                <a:solidFill>
                  <a:schemeClr val="tx1"/>
                </a:solidFill>
                <a:effectLst/>
                <a:latin typeface="+mn-lt"/>
                <a:ea typeface="+mn-ea"/>
                <a:cs typeface="+mn-cs"/>
              </a:rPr>
              <a:t>damit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Aussagen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zyklische</a:t>
            </a:r>
            <a:r>
              <a:rPr lang="en-US" sz="2000" b="0" i="0" kern="1200" dirty="0">
                <a:solidFill>
                  <a:schemeClr val="tx1"/>
                </a:solidFill>
                <a:effectLst/>
                <a:latin typeface="+mn-lt"/>
                <a:ea typeface="+mn-ea"/>
                <a:cs typeface="+mn-cs"/>
              </a:rPr>
              <a:t> Safety-Kommunikation </a:t>
            </a:r>
            <a:r>
              <a:rPr lang="en-US" sz="2000" b="0" i="0" kern="1200" dirty="0" err="1">
                <a:solidFill>
                  <a:schemeClr val="tx1"/>
                </a:solidFill>
                <a:effectLst/>
                <a:latin typeface="+mn-lt"/>
                <a:ea typeface="+mn-ea"/>
                <a:cs typeface="+mn-cs"/>
              </a:rPr>
              <a:t>möglich</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damit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Bewertung</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dass</a:t>
            </a:r>
            <a:r>
              <a:rPr lang="en-US" sz="2000" b="0" i="0" kern="1200" dirty="0">
                <a:solidFill>
                  <a:schemeClr val="tx1"/>
                </a:solidFill>
                <a:effectLst/>
                <a:latin typeface="+mn-lt"/>
                <a:ea typeface="+mn-ea"/>
                <a:cs typeface="+mn-cs"/>
              </a:rPr>
              <a:t> safety-critical </a:t>
            </a:r>
            <a:r>
              <a:rPr lang="en-US" sz="2000" b="0" i="0" kern="1200" dirty="0" err="1">
                <a:solidFill>
                  <a:schemeClr val="tx1"/>
                </a:solidFill>
                <a:effectLst/>
                <a:latin typeface="+mn-lt"/>
                <a:ea typeface="+mn-ea"/>
                <a:cs typeface="+mn-cs"/>
              </a:rPr>
              <a:t>daten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geschützt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müssen</a:t>
            </a:r>
            <a:r>
              <a:rPr lang="de-DE" sz="2000" b="0" i="0" kern="1200" dirty="0">
                <a:solidFill>
                  <a:schemeClr val="tx1"/>
                </a:solidFill>
                <a:effectLst/>
                <a:latin typeface="+mn-lt"/>
                <a:ea typeface="+mn-ea"/>
                <a:cs typeface="+mn-cs"/>
              </a:rPr>
              <a:t> </a:t>
            </a:r>
          </a:p>
          <a:p>
            <a:pPr marL="180000" indent="-180000" rtl="0" fontAlgn="base"/>
            <a:r>
              <a:rPr lang="en-US" sz="2000" b="0" i="0" kern="1200" dirty="0" err="1">
                <a:solidFill>
                  <a:schemeClr val="tx1"/>
                </a:solidFill>
                <a:effectLst/>
                <a:latin typeface="+mn-lt"/>
                <a:ea typeface="+mn-ea"/>
                <a:cs typeface="+mn-cs"/>
              </a:rPr>
              <a:t>Mittelfristig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lässt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Testtiefe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skalieren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gestaffelt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SRSL-</a:t>
            </a:r>
            <a:r>
              <a:rPr lang="en-US" sz="2000" b="0" i="0" kern="1200" dirty="0" err="1">
                <a:solidFill>
                  <a:schemeClr val="tx1"/>
                </a:solidFill>
                <a:effectLst/>
                <a:latin typeface="+mn-lt"/>
                <a:ea typeface="+mn-ea"/>
                <a:cs typeface="+mn-cs"/>
              </a:rPr>
              <a:t>Stufen</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prEN</a:t>
            </a:r>
            <a:r>
              <a:rPr lang="en-US" sz="2000" b="0" i="0" kern="1200" dirty="0">
                <a:solidFill>
                  <a:schemeClr val="tx1"/>
                </a:solidFill>
                <a:effectLst/>
                <a:latin typeface="+mn-lt"/>
                <a:ea typeface="+mn-ea"/>
                <a:cs typeface="+mn-cs"/>
              </a:rPr>
              <a:t> 50742, von der </a:t>
            </a:r>
            <a:r>
              <a:rPr lang="en-US" sz="2000" b="0" i="0" kern="1200" dirty="0" err="1">
                <a:solidFill>
                  <a:schemeClr val="tx1"/>
                </a:solidFill>
                <a:effectLst/>
                <a:latin typeface="+mn-lt"/>
                <a:ea typeface="+mn-ea"/>
                <a:cs typeface="+mn-cs"/>
              </a:rPr>
              <a:t>einfachen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Prüfsumme</a:t>
            </a:r>
            <a:r>
              <a:rPr lang="en-US" sz="2000" b="0" i="0" kern="1200" dirty="0">
                <a:solidFill>
                  <a:schemeClr val="tx1"/>
                </a:solidFill>
                <a:effectLst/>
                <a:latin typeface="+mn-lt"/>
                <a:ea typeface="+mn-ea"/>
                <a:cs typeface="+mn-cs"/>
              </a:rPr>
              <a:t> bis </a:t>
            </a:r>
            <a:r>
              <a:rPr lang="en-US" sz="2000" b="0" i="0" kern="1200" dirty="0" err="1">
                <a:solidFill>
                  <a:schemeClr val="tx1"/>
                </a:solidFill>
                <a:effectLst/>
                <a:latin typeface="+mn-lt"/>
                <a:ea typeface="+mn-ea"/>
                <a:cs typeface="+mn-cs"/>
              </a:rPr>
              <a:t>zur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kryptografischen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Verifikation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aktiver</a:t>
            </a:r>
            <a:r>
              <a:rPr lang="en-US" sz="2000" b="0" i="0" kern="1200" dirty="0">
                <a:solidFill>
                  <a:schemeClr val="tx1"/>
                </a:solidFill>
                <a:effectLst/>
                <a:latin typeface="+mn-lt"/>
                <a:ea typeface="+mn-ea"/>
                <a:cs typeface="+mn-cs"/>
              </a:rPr>
              <a:t> Manipulation. </a:t>
            </a:r>
          </a:p>
          <a:p>
            <a:pPr rtl="0" fontAlgn="base"/>
            <a:r>
              <a:rPr lang="en-US" sz="2000" b="0" i="0" kern="1200" dirty="0">
                <a:solidFill>
                  <a:schemeClr val="tx1"/>
                </a:solidFill>
                <a:effectLst/>
                <a:latin typeface="+mn-lt"/>
                <a:ea typeface="+mn-ea"/>
                <a:cs typeface="+mn-cs"/>
              </a:rPr>
              <a:t>Und die </a:t>
            </a:r>
            <a:r>
              <a:rPr lang="en-US" sz="2000" b="0" i="0" kern="1200" dirty="0" err="1">
                <a:solidFill>
                  <a:schemeClr val="tx1"/>
                </a:solidFill>
                <a:effectLst/>
                <a:latin typeface="+mn-lt"/>
                <a:ea typeface="+mn-ea"/>
                <a:cs typeface="+mn-cs"/>
              </a:rPr>
              <a:t>Methodik</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sollte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im</a:t>
            </a:r>
            <a:r>
              <a:rPr lang="en-US" sz="2000" b="0" i="0" kern="1200" dirty="0">
                <a:solidFill>
                  <a:schemeClr val="tx1"/>
                </a:solidFill>
                <a:effectLst/>
                <a:latin typeface="+mn-lt"/>
                <a:ea typeface="+mn-ea"/>
                <a:cs typeface="+mn-cs"/>
              </a:rPr>
              <a:t> Secure Development Lifecycle </a:t>
            </a:r>
            <a:r>
              <a:rPr lang="en-US" sz="2000" b="0" i="0" kern="1200" dirty="0" err="1">
                <a:solidFill>
                  <a:schemeClr val="tx1"/>
                </a:solidFill>
                <a:effectLst/>
                <a:latin typeface="+mn-lt"/>
                <a:ea typeface="+mn-ea"/>
                <a:cs typeface="+mn-cs"/>
              </a:rPr>
              <a:t>verankert</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pPr rtl="0" fontAlgn="base"/>
            <a:r>
              <a:rPr lang="de-DE" sz="2000" b="0" i="0" kern="1200" dirty="0">
                <a:solidFill>
                  <a:schemeClr val="tx1"/>
                </a:solidFill>
                <a:effectLst/>
                <a:latin typeface="+mn-lt"/>
                <a:ea typeface="+mn-ea"/>
                <a:cs typeface="+mn-cs"/>
              </a:rPr>
              <a:t>Secure Development Lifecycle</a:t>
            </a:r>
          </a:p>
          <a:p>
            <a:pPr rtl="0" fontAlgn="base"/>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pPr rtl="0" fontAlgn="base"/>
            <a:r>
              <a:rPr lang="de-DE" sz="2000" b="0" i="0" kern="1200" dirty="0">
                <a:solidFill>
                  <a:schemeClr val="tx1"/>
                </a:solidFill>
                <a:effectLst/>
                <a:latin typeface="+mn-lt"/>
                <a:ea typeface="+mn-ea"/>
                <a:cs typeface="+mn-cs"/>
              </a:rPr>
              <a:t>Der Secure Development Lifecycle (SDLC) ist ein strukturierter Softwareentwicklungsprozess, der Sicherheitsmaßnahmen von Beginn an in jede einzelne Projektphase integriert, anstatt sie erst als letzten Schritt hinzuzufügen. Bereits in der Planungs- und Designphase werden verbindliche Sicherheitsanforderungen definiert und mögliche Angriffsvektoren durch Methoden wie Threat Modeling systematisch analysiert. Während der eigentlichen Programmierung wenden Entwickler sichere Codierungsrichtlinien an, woraufhin der Code durch automatisierte Tools und Penetrationstests streng auf Schwachstellen geprüft wird. Auch nach der Veröffentlichung der Software bleibt die Sicherheit durch kontinuierliche Überwachung und ein schnelles Patch-Management im laufenden Betrieb stets im Fokus. Das übergeordnete Ziel dieses ganzheitlichen Ansatzes ist es, Schwachstellen so früh wie möglich zu erkennen und zu beheben, um spätere Reparaturkosten drastisch zu senken und von Grund auf sichere Anwendungen zu erschaffen.</a:t>
            </a:r>
          </a:p>
          <a:p>
            <a:pPr rtl="0" fontAlgn="base"/>
            <a:endParaRPr lang="de-DE" sz="2000" b="0" i="0" kern="1200" dirty="0">
              <a:solidFill>
                <a:schemeClr val="tx1"/>
              </a:solidFill>
              <a:effectLst/>
              <a:latin typeface="+mn-lt"/>
              <a:ea typeface="+mn-ea"/>
              <a:cs typeface="+mn-cs"/>
            </a:endParaRPr>
          </a:p>
        </p:txBody>
      </p:sp>
      <p:sp>
        <p:nvSpPr>
          <p:cNvPr id="4" name="Slide Number Placeholder 3">
            <a:extLst>
              <a:ext uri="{D2A69684-CA19-418F-9FEE-704CB72DF521}">
                <a16:creationId xmlns="" xmlns:a16="http://schemas.microsoft.com/office/drawing/2014/main" id="{5943B0B5-C66D-44AE-BC4B-9D41E26D9915}"/>
              </a:ext>
            </a:extLst>
          </p:cNvPr>
          <p:cNvSpPr>
            <a:spLocks noGrp="1"/>
          </p:cNvSpPr>
          <p:nvPr>
            <p:ph type="sldNum" sz="quarter" idx="5"/>
          </p:nvPr>
        </p:nvSpPr>
        <p:spPr/>
        <p:txBody>
          <a:bodyPr/>
          <a:lstStyle/>
          <a:p>
            <a:fld id="{5C4516DB-5679-46DF-B38B-9086E9B544DE}" type="slidenum">
              <a:rPr lang="en-US" smtClean="0"/>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2769D31-C9F5-4248-A790-296AC3BB37CA}">
              <a16:creationId xmlns="" xmlns:a16="http://schemas.microsoft.com/office/drawing/2014/main" id="{54FCC1AB-A873-4860-BA9D-7FA396D60222}"/>
            </a:ext>
          </a:extLst>
        </p:cNvPr>
        <p:cNvGrpSpPr/>
        <p:nvPr/>
      </p:nvGrpSpPr>
      <p:grpSpPr>
        <a:xfrm>
          <a:off x="0" y="0"/>
          <a:ext cx="0" cy="0"/>
          <a:chOff x="0" y="0"/>
          <a:chExt cx="0" cy="0"/>
        </a:xfrm>
      </p:grpSpPr>
      <p:sp>
        <p:nvSpPr>
          <p:cNvPr id="2" name="Slide Image Placeholder 1">
            <a:extLst>
              <a:ext uri="{87C27891-15A2-4757-B141-DF50B649D9E7}">
                <a16:creationId xmlns="" xmlns:a16="http://schemas.microsoft.com/office/drawing/2014/main" id="{A81DC0CE-4F44-4042-956F-29042D4BD5FC}"/>
              </a:ext>
            </a:extLst>
          </p:cNvPr>
          <p:cNvSpPr>
            <a:spLocks noGrp="1" noRot="1" noChangeAspect="1"/>
          </p:cNvSpPr>
          <p:nvPr>
            <p:ph type="sldImg"/>
          </p:nvPr>
        </p:nvSpPr>
        <p:spPr>
          <a:xfrm>
            <a:off x="1728788" y="839788"/>
            <a:ext cx="3400425" cy="1912937"/>
          </a:xfrm>
        </p:spPr>
      </p:sp>
      <p:sp>
        <p:nvSpPr>
          <p:cNvPr id="3" name="Notes Placeholder 2">
            <a:extLst>
              <a:ext uri="{272A570D-E261-45CE-8801-A07C688CBBB6}">
                <a16:creationId xmlns="" xmlns:a16="http://schemas.microsoft.com/office/drawing/2014/main" id="{084E5351-DE09-45D8-9C03-51F6A0DEA87B}"/>
              </a:ext>
            </a:extLst>
          </p:cNvPr>
          <p:cNvSpPr>
            <a:spLocks noGrp="1"/>
          </p:cNvSpPr>
          <p:nvPr>
            <p:ph type="body" idx="1"/>
          </p:nvPr>
        </p:nvSpPr>
        <p:spPr/>
        <p:txBody>
          <a:bodyPr/>
          <a:lstStyle/>
          <a:p>
            <a:r>
              <a:rPr lang="de-DE" sz="1200"/>
              <a:t>Vielen Dank für Ihre Aufmerksamkeit.</a:t>
            </a:r>
          </a:p>
        </p:txBody>
      </p:sp>
      <p:sp>
        <p:nvSpPr>
          <p:cNvPr id="4" name="Slide Number Placeholder 3">
            <a:extLst>
              <a:ext uri="{CA14EA35-5005-4EF9-8DAD-5EABC0DD55B2}">
                <a16:creationId xmlns="" xmlns:a16="http://schemas.microsoft.com/office/drawing/2014/main" id="{8E46F92A-CCF9-47B9-BAD7-17B9B3489A8E}"/>
              </a:ext>
            </a:extLst>
          </p:cNvPr>
          <p:cNvSpPr>
            <a:spLocks noGrp="1"/>
          </p:cNvSpPr>
          <p:nvPr>
            <p:ph type="sldNum" sz="quarter" idx="5"/>
          </p:nvPr>
        </p:nvSpPr>
        <p:spPr/>
        <p:txBody>
          <a:bodyPr/>
          <a:lstStyle/>
          <a:p>
            <a:fld id="{059F6725-E692-417D-A32F-7296EE65F6DB}" type="slidenum">
              <a:rPr lang="en-US" smtClean="0"/>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4.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5.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5.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250100DB-63C2-9910-B81D-421C05004ABE}"/>
              </a:ext>
            </a:extLst>
          </p:cNvPr>
          <p:cNvGraphicFramePr>
            <a:graphicFrameLocks noChangeAspect="1"/>
          </p:cNvGraphicFramePr>
          <p:nvPr userDrawn="1">
            <p:custDataLst>
              <p:tags r:id="rId1"/>
            </p:custDataLst>
            <p:extLst>
              <p:ext uri="{D42A27DB-BD31-4B8C-83A1-F6EECF244321}">
                <p14:modId xmlns:p14="http://schemas.microsoft.com/office/powerpoint/2010/main" val="26642894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5" name="think-cell data - do not delete" hidden="1">
                        <a:extLst>
                          <a:ext uri="{FF2B5EF4-FFF2-40B4-BE49-F238E27FC236}">
                            <a16:creationId xmlns:a16="http://schemas.microsoft.com/office/drawing/2014/main" id="{250100DB-63C2-9910-B81D-421C05004AB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830997"/>
          </a:xfrm>
        </p:spPr>
        <p:txBody>
          <a:bodyPr vert="horz" lIns="0" tIns="0" rIns="0" bIns="0" anchor="t">
            <a:spAutoFit/>
          </a:bodyPr>
          <a:lstStyle>
            <a:lvl1pPr algn="l">
              <a:defRPr sz="6000">
                <a:solidFill>
                  <a:schemeClr val="tx1"/>
                </a:solidFill>
                <a:latin typeface="+mj-lt"/>
              </a:defRPr>
            </a:lvl1pPr>
          </a:lstStyle>
          <a:p>
            <a:r>
              <a:rPr lang="en-US" dirty="0"/>
              <a:t>Presentation title</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a:buNone/>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pPr lvl="0"/>
            <a:r>
              <a:rPr lang="en-US" dirty="0"/>
              <a:t>Presentation description</a:t>
            </a:r>
          </a:p>
        </p:txBody>
      </p:sp>
      <p:pic>
        <p:nvPicPr>
          <p:cNvPr id="4" name="Grafik 3">
            <a:extLst>
              <a:ext uri="{FF2B5EF4-FFF2-40B4-BE49-F238E27FC236}">
                <a16:creationId xmlns:a16="http://schemas.microsoft.com/office/drawing/2014/main" id="{CBB39316-0B9B-AC28-B9F9-D76D251744F7}"/>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142554762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bg>
      <p:bgPr>
        <a:solidFill>
          <a:schemeClr val="bg1"/>
        </a:solidFill>
        <a:effectLst/>
      </p:bgPr>
    </p:bg>
    <p:spTree>
      <p:nvGrpSpPr>
        <p:cNvPr id="1" name=""/>
        <p:cNvGrpSpPr/>
        <p:nvPr/>
      </p:nvGrpSpPr>
      <p:grpSpPr>
        <a:xfrm>
          <a:off x="0" y="0"/>
          <a:ext cx="0" cy="0"/>
          <a:chOff x="0" y="0"/>
          <a:chExt cx="0" cy="0"/>
        </a:xfrm>
      </p:grpSpPr>
      <p:pic>
        <p:nvPicPr>
          <p:cNvPr id="4" name="Grafik 13">
            <a:extLst>
              <a:ext uri="{FF2B5EF4-FFF2-40B4-BE49-F238E27FC236}">
                <a16:creationId xmlns:a16="http://schemas.microsoft.com/office/drawing/2014/main" id="{5A766D3D-C15A-EE82-7498-75239FD227D7}"/>
              </a:ext>
            </a:extLst>
          </p:cNvPr>
          <p:cNvPicPr>
            <a:picLocks noChangeAspect="1"/>
          </p:cNvPicPr>
          <p:nvPr userDrawn="1"/>
        </p:nvPicPr>
        <p:blipFill rotWithShape="1">
          <a:blip r:embed="rId2"/>
          <a:srcRect/>
          <a:stretch>
            <a:fillRect/>
          </a:stretch>
        </p:blipFill>
        <p:spPr>
          <a:xfrm>
            <a:off x="0" y="270"/>
            <a:ext cx="12210089" cy="6857460"/>
          </a:xfrm>
          <a:prstGeom prst="rect">
            <a:avLst/>
          </a:prstGeom>
        </p:spPr>
      </p:pic>
      <p:sp>
        <p:nvSpPr>
          <p:cNvPr id="5" name="Rechteck">
            <a:extLst>
              <a:ext uri="{FF2B5EF4-FFF2-40B4-BE49-F238E27FC236}">
                <a16:creationId xmlns:a16="http://schemas.microsoft.com/office/drawing/2014/main" id="{9E77F99A-7C99-D1E4-541B-7B0C866691E7}"/>
              </a:ext>
            </a:extLst>
          </p:cNvPr>
          <p:cNvSpPr>
            <a:spLocks/>
          </p:cNvSpPr>
          <p:nvPr userDrawn="1"/>
        </p:nvSpPr>
        <p:spPr>
          <a:xfrm>
            <a:off x="0" y="270"/>
            <a:ext cx="12210089" cy="6858000"/>
          </a:xfrm>
          <a:prstGeom prst="rect">
            <a:avLst/>
          </a:prstGeom>
          <a:solidFill>
            <a:srgbClr val="000000">
              <a:alpha val="55000"/>
            </a:srgbClr>
          </a:solidFill>
          <a:ln w="12700">
            <a:miter lim="400000"/>
          </a:ln>
        </p:spPr>
        <p:txBody>
          <a:bodyPr lIns="50800" tIns="50800" rIns="50800" bIns="50800" anchor="ctr"/>
          <a:lstStyle/>
          <a:p>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white">
          <a:xfrm>
            <a:off x="373063" y="373063"/>
            <a:ext cx="11447462" cy="830997"/>
          </a:xfrm>
        </p:spPr>
        <p:txBody>
          <a:bodyPr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27" name="Group 26">
            <a:extLst>
              <a:ext uri="{FF2B5EF4-FFF2-40B4-BE49-F238E27FC236}">
                <a16:creationId xmlns:a16="http://schemas.microsoft.com/office/drawing/2014/main" id="{010968A5-41FD-32D2-7F90-0191942485BD}"/>
              </a:ext>
            </a:extLst>
          </p:cNvPr>
          <p:cNvGrpSpPr/>
          <p:nvPr userDrawn="1"/>
        </p:nvGrpSpPr>
        <p:grpSpPr>
          <a:xfrm>
            <a:off x="6597756" y="2225331"/>
            <a:ext cx="5088778" cy="4811136"/>
            <a:chOff x="6597756" y="2225331"/>
            <a:chExt cx="5088778" cy="4811136"/>
          </a:xfrm>
        </p:grpSpPr>
        <p:sp>
          <p:nvSpPr>
            <p:cNvPr id="25" name="Freeform: Shape 24">
              <a:extLst>
                <a:ext uri="{FF2B5EF4-FFF2-40B4-BE49-F238E27FC236}">
                  <a16:creationId xmlns:a16="http://schemas.microsoft.com/office/drawing/2014/main" id="{68D77FE9-CC05-6AC2-F340-3D2327F4A3FC}"/>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11E88DBC-A094-B4D9-2C59-BF333ADBB76D}"/>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0F4FFC34-2C72-F723-1336-00BE70E9810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25911519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laceholder">
    <p:bg>
      <p:bgPr>
        <a:solidFill>
          <a:schemeClr val="tx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AE8476C-3A63-D1D8-D079-F3F9989CAAAC}"/>
              </a:ext>
            </a:extLst>
          </p:cNvPr>
          <p:cNvGraphicFramePr>
            <a:graphicFrameLocks noChangeAspect="1"/>
          </p:cNvGraphicFramePr>
          <p:nvPr userDrawn="1">
            <p:custDataLst>
              <p:tags r:id="rId1"/>
            </p:custDataLst>
            <p:extLst>
              <p:ext uri="{D42A27DB-BD31-4B8C-83A1-F6EECF244321}">
                <p14:modId xmlns:p14="http://schemas.microsoft.com/office/powerpoint/2010/main" val="36194108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5" name="think-cell data - do not delete" hidden="1">
                        <a:extLst>
                          <a:ext uri="{FF2B5EF4-FFF2-40B4-BE49-F238E27FC236}">
                            <a16:creationId xmlns:a16="http://schemas.microsoft.com/office/drawing/2014/main" id="{4AE8476C-3A63-D1D8-D079-F3F9989CAA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4" name="Freeform: Shape 23">
            <a:extLst>
              <a:ext uri="{FF2B5EF4-FFF2-40B4-BE49-F238E27FC236}">
                <a16:creationId xmlns:a16="http://schemas.microsoft.com/office/drawing/2014/main" id="{D3002B38-5B80-698E-BB6F-26F6D80F0006}"/>
              </a:ext>
            </a:extLst>
          </p:cNvPr>
          <p:cNvSpPr>
            <a:spLocks/>
          </p:cNvSpPr>
          <p:nvPr userDrawn="1"/>
        </p:nvSpPr>
        <p:spPr bwMode="blackWhite">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a:solidFill>
            <a:srgbClr val="000000">
              <a:alpha val="55000"/>
            </a:srgbClr>
          </a:solidFill>
          <a:ln w="12700">
            <a:miter lim="400000"/>
          </a:ln>
        </p:spPr>
        <p:txBody>
          <a:bodyPr wrap="square" lIns="50800" tIns="50800" rIns="50800" bIns="50800" anchor="ctr">
            <a:noAutofit/>
          </a:bodyPr>
          <a:lstStyle/>
          <a:p>
            <a:endParaRPr lang="en-US" dirty="0">
              <a:latin typeface="Arial" panose="020B0604020202020204" pitchFamily="34" charset="0"/>
              <a:cs typeface="Arial" panose="020B0604020202020204" pitchFamily="34" charset="0"/>
            </a:endParaRPr>
          </a:p>
        </p:txBody>
      </p:sp>
      <p:sp>
        <p:nvSpPr>
          <p:cNvPr id="26" name="Picture Placeholder 25">
            <a:extLst>
              <a:ext uri="{FF2B5EF4-FFF2-40B4-BE49-F238E27FC236}">
                <a16:creationId xmlns:a16="http://schemas.microsoft.com/office/drawing/2014/main" id="{8E65CE29-609E-F244-9891-05422282413A}"/>
              </a:ext>
            </a:extLst>
          </p:cNvPr>
          <p:cNvSpPr>
            <a:spLocks noGrp="1"/>
          </p:cNvSpPr>
          <p:nvPr>
            <p:ph type="pic" sz="quarter" idx="12"/>
          </p:nvPr>
        </p:nvSpPr>
        <p:spPr>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p:spPr>
        <p:txBody>
          <a:bodyPr wrap="square">
            <a:noAutofit/>
          </a:bodyPr>
          <a:lstStyle/>
          <a:p>
            <a:r>
              <a:rPr lang="de-DE"/>
              <a:t>Bild durch Klicken auf Symbol hinzufügen</a:t>
            </a:r>
            <a:endParaRPr lang="en-US"/>
          </a:p>
        </p:txBody>
      </p:sp>
      <p:sp>
        <p:nvSpPr>
          <p:cNvPr id="11" name="Rechteck 12">
            <a:extLst>
              <a:ext uri="{FF2B5EF4-FFF2-40B4-BE49-F238E27FC236}">
                <a16:creationId xmlns:a16="http://schemas.microsoft.com/office/drawing/2014/main" id="{DBB08617-5AF7-C3FE-29A0-1802E616C95A}"/>
              </a:ext>
            </a:extLst>
          </p:cNvPr>
          <p:cNvSpPr>
            <a:spLocks/>
          </p:cNvSpPr>
          <p:nvPr userDrawn="1"/>
        </p:nvSpPr>
        <p:spPr>
          <a:xfrm>
            <a:off x="-2488502" y="-1"/>
            <a:ext cx="2298700" cy="5367867"/>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Please use images from this folder:</a:t>
            </a:r>
            <a:br>
              <a:rPr lang="en-US" sz="1200" dirty="0">
                <a:solidFill>
                  <a:schemeClr val="tx1"/>
                </a:solidFill>
                <a:latin typeface="Arial" panose="020B0604020202020204" pitchFamily="34" charset="0"/>
                <a:cs typeface="Arial" panose="020B0604020202020204" pitchFamily="34" charset="0"/>
              </a:rPr>
            </a:b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 Background Images </a:t>
            </a:r>
            <a:r>
              <a:rPr lang="en-US" sz="1200" b="1" dirty="0" err="1">
                <a:solidFill>
                  <a:schemeClr val="tx1"/>
                </a:solidFill>
                <a:latin typeface="Arial" panose="020B0604020202020204" pitchFamily="34" charset="0"/>
                <a:cs typeface="Arial" panose="020B0604020202020204" pitchFamily="34" charset="0"/>
              </a:rPr>
              <a:t>sw</a:t>
            </a:r>
            <a:r>
              <a:rPr lang="en-US" sz="1200" b="1" dirty="0">
                <a:solidFill>
                  <a:schemeClr val="tx1"/>
                </a:solidFill>
                <a:latin typeface="Arial" panose="020B0604020202020204" pitchFamily="34" charset="0"/>
                <a:cs typeface="Arial" panose="020B0604020202020204" pitchFamily="34" charset="0"/>
              </a:rPr>
              <a:t> 1920x1080</a:t>
            </a:r>
            <a:r>
              <a:rPr lang="en-US" sz="1200" dirty="0">
                <a:solidFill>
                  <a:schemeClr val="tx1"/>
                </a:solidFill>
                <a:latin typeface="Arial" panose="020B0604020202020204" pitchFamily="34" charset="0"/>
                <a:cs typeface="Arial" panose="020B0604020202020204" pitchFamily="34" charset="0"/>
              </a:rPr>
              <a:t>.</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You can find this collection here:</a:t>
            </a:r>
            <a:br>
              <a:rPr lang="en-US" sz="1200" dirty="0">
                <a:solidFill>
                  <a:schemeClr val="tx1"/>
                </a:solidFill>
                <a:latin typeface="Arial" panose="020B0604020202020204" pitchFamily="34" charset="0"/>
                <a:cs typeface="Arial" panose="020B0604020202020204" pitchFamily="34" charset="0"/>
              </a:rPr>
            </a:br>
            <a:r>
              <a:rPr lang="en-US" sz="1200" b="1" dirty="0">
                <a:solidFill>
                  <a:schemeClr val="tx1"/>
                </a:solidFill>
                <a:latin typeface="Arial" panose="020B0604020202020204" pitchFamily="34" charset="0"/>
                <a:cs typeface="Arial" panose="020B0604020202020204" pitchFamily="34" charset="0"/>
              </a:rPr>
              <a:t>Intranet – About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 Company Facts –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a:t>
            </a:r>
          </a:p>
          <a:p>
            <a:pPr>
              <a:spcAft>
                <a:spcPts val="300"/>
              </a:spcAft>
            </a:pPr>
            <a:endParaRPr lang="en-US" sz="1200" b="1" dirty="0">
              <a:solidFill>
                <a:schemeClr val="tx1"/>
              </a:solidFill>
              <a:latin typeface="Arial" panose="020B0604020202020204" pitchFamily="34" charset="0"/>
              <a:cs typeface="Arial" panose="020B0604020202020204" pitchFamily="34" charset="0"/>
            </a:endParaRPr>
          </a:p>
          <a:p>
            <a:pPr>
              <a:spcAft>
                <a:spcPts val="600"/>
              </a:spcAft>
            </a:pPr>
            <a:r>
              <a:rPr lang="en-US" sz="1200" dirty="0"/>
              <a:t>If you use the </a:t>
            </a:r>
            <a:r>
              <a:rPr lang="en-US" sz="1200" b="1" dirty="0"/>
              <a:t>title slide with the image placeholder</a:t>
            </a:r>
            <a:r>
              <a:rPr lang="en-US" sz="1200" dirty="0"/>
              <a:t>, please insert your image </a:t>
            </a:r>
            <a:br>
              <a:rPr lang="en-US" sz="1200" dirty="0"/>
            </a:br>
            <a:r>
              <a:rPr lang="en-US" sz="1200" dirty="0"/>
              <a:t>and set its </a:t>
            </a:r>
            <a:r>
              <a:rPr lang="en-US" sz="1200" b="1" dirty="0"/>
              <a:t>transparency</a:t>
            </a:r>
            <a:r>
              <a:rPr lang="en-US" sz="1200" dirty="0"/>
              <a:t> to </a:t>
            </a:r>
            <a:r>
              <a:rPr lang="en-US" sz="1200" b="1" dirty="0"/>
              <a:t>50%</a:t>
            </a:r>
            <a:r>
              <a:rPr lang="en-US" sz="1200" dirty="0"/>
              <a:t> </a:t>
            </a:r>
          </a:p>
          <a:p>
            <a:pPr>
              <a:spcAft>
                <a:spcPts val="600"/>
              </a:spcAft>
            </a:pPr>
            <a:r>
              <a:rPr lang="en-US" sz="1200" dirty="0"/>
              <a:t>(Picture Format → </a:t>
            </a:r>
            <a:br>
              <a:rPr lang="en-US" sz="1200" dirty="0"/>
            </a:br>
            <a:r>
              <a:rPr lang="en-US" sz="1200" dirty="0"/>
              <a:t>Picture Transparency → 50%).</a:t>
            </a:r>
          </a:p>
          <a:p>
            <a:pPr>
              <a:spcAft>
                <a:spcPts val="600"/>
              </a:spcAft>
            </a:pPr>
            <a:r>
              <a:rPr lang="en-US" sz="1200" dirty="0"/>
              <a:t>When using this slide, inserting an image is mandatory – do not use the black background.</a:t>
            </a:r>
            <a:endParaRPr lang="en-US" sz="1200" b="1" dirty="0"/>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blackWhite">
          <a:xfrm>
            <a:off x="373063" y="373063"/>
            <a:ext cx="11447462" cy="830997"/>
          </a:xfrm>
        </p:spPr>
        <p:txBody>
          <a:bodyPr vert="horz"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black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black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black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black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19" name="Group 18">
            <a:extLst>
              <a:ext uri="{FF2B5EF4-FFF2-40B4-BE49-F238E27FC236}">
                <a16:creationId xmlns:a16="http://schemas.microsoft.com/office/drawing/2014/main" id="{07520C57-5E5D-DB50-3769-4784B35DE6AE}"/>
              </a:ext>
            </a:extLst>
          </p:cNvPr>
          <p:cNvGrpSpPr>
            <a:grpSpLocks/>
          </p:cNvGrpSpPr>
          <p:nvPr userDrawn="1"/>
        </p:nvGrpSpPr>
        <p:grpSpPr>
          <a:xfrm>
            <a:off x="6597756" y="2225331"/>
            <a:ext cx="5088778" cy="4811136"/>
            <a:chOff x="6597756" y="2225331"/>
            <a:chExt cx="5088778" cy="4811136"/>
          </a:xfrm>
        </p:grpSpPr>
        <p:sp>
          <p:nvSpPr>
            <p:cNvPr id="20" name="Freeform: Shape 19">
              <a:extLst>
                <a:ext uri="{FF2B5EF4-FFF2-40B4-BE49-F238E27FC236}">
                  <a16:creationId xmlns:a16="http://schemas.microsoft.com/office/drawing/2014/main" id="{6F32EA48-1DF4-3D3A-5586-7E84648EA4D7}"/>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64A9AD83-0ACC-5A60-B880-53E7D831B0B7}"/>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B475815D-A84D-8187-CE2C-EBE4C33CA93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1291707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divider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2178A092-4712-C262-2FCB-E37DDCD7F55F}"/>
              </a:ext>
            </a:extLst>
          </p:cNvPr>
          <p:cNvGraphicFramePr>
            <a:graphicFrameLocks noChangeAspect="1"/>
          </p:cNvGraphicFramePr>
          <p:nvPr userDrawn="1">
            <p:custDataLst>
              <p:tags r:id="rId1"/>
            </p:custDataLst>
            <p:extLst>
              <p:ext uri="{D42A27DB-BD31-4B8C-83A1-F6EECF244321}">
                <p14:modId xmlns:p14="http://schemas.microsoft.com/office/powerpoint/2010/main" val="5737024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12" name="think-cell data - do not delete" hidden="1">
                        <a:extLst>
                          <a:ext uri="{FF2B5EF4-FFF2-40B4-BE49-F238E27FC236}">
                            <a16:creationId xmlns:a16="http://schemas.microsoft.com/office/drawing/2014/main" id="{2178A092-4712-C262-2FCB-E37DDCD7F55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498598"/>
          </a:xfrm>
        </p:spPr>
        <p:txBody>
          <a:bodyPr vert="horz" lIns="0" tIns="0" rIns="0" bIns="0" anchor="t">
            <a:spAutoFit/>
          </a:bodyPr>
          <a:lstStyle>
            <a:lvl1pPr algn="l">
              <a:defRPr sz="3500">
                <a:solidFill>
                  <a:schemeClr val="tx1"/>
                </a:solidFill>
                <a:latin typeface="+mj-lt"/>
              </a:defRPr>
            </a:lvl1pPr>
          </a:lstStyle>
          <a:p>
            <a:r>
              <a:rPr lang="en-US" dirty="0"/>
              <a:t>Chapter title</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pic>
        <p:nvPicPr>
          <p:cNvPr id="9" name="Grafik 8">
            <a:extLst>
              <a:ext uri="{FF2B5EF4-FFF2-40B4-BE49-F238E27FC236}">
                <a16:creationId xmlns:a16="http://schemas.microsoft.com/office/drawing/2014/main" id="{66F77653-073C-6AA9-DAB2-02927701D10B}"/>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4200446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text list white backgroun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ABF1462E-821F-E0BE-6720-CB0771694BAA}"/>
              </a:ext>
            </a:extLst>
          </p:cNvPr>
          <p:cNvGraphicFramePr>
            <a:graphicFrameLocks noChangeAspect="1"/>
          </p:cNvGraphicFramePr>
          <p:nvPr userDrawn="1">
            <p:custDataLst>
              <p:tags r:id="rId1"/>
            </p:custDataLst>
            <p:extLst>
              <p:ext uri="{D42A27DB-BD31-4B8C-83A1-F6EECF244321}">
                <p14:modId xmlns:p14="http://schemas.microsoft.com/office/powerpoint/2010/main" val="31754380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6" name="think-cell data - do not delete" hidden="1">
                        <a:extLst>
                          <a:ext uri="{FF2B5EF4-FFF2-40B4-BE49-F238E27FC236}">
                            <a16:creationId xmlns:a16="http://schemas.microsoft.com/office/drawing/2014/main" id="{ABF1462E-821F-E0BE-6720-CB0771694BA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1200"/>
              </a:spcAft>
              <a:buClr>
                <a:schemeClr val="tx2"/>
              </a:buClr>
              <a:buFont typeface="+mj-lt"/>
              <a:buAutoNum type="arabicPeriod"/>
              <a:defRPr/>
            </a:lvl1pPr>
          </a:lstStyle>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spcAft>
                <a:spcPts val="0"/>
              </a:spcAft>
              <a:buNone/>
              <a:defRPr sz="900"/>
            </a:lvl1pPr>
            <a:lvl2pPr marL="0" indent="0">
              <a:spcAft>
                <a:spcPts val="0"/>
              </a:spcAft>
              <a:buNone/>
              <a:defRPr sz="900"/>
            </a:lvl2pPr>
            <a:lvl3pPr marL="0" indent="0">
              <a:spcAft>
                <a:spcPts val="0"/>
              </a:spcAft>
              <a:buNone/>
              <a:defRPr sz="900"/>
            </a:lvl3pPr>
            <a:lvl4pPr marL="0" indent="0">
              <a:spcAft>
                <a:spcPts val="0"/>
              </a:spcAft>
              <a:buNone/>
              <a:defRPr sz="900"/>
            </a:lvl4pPr>
            <a:lvl5pPr marL="0" indent="0">
              <a:spcAft>
                <a:spcPts val="0"/>
              </a:spcAft>
              <a:buNone/>
              <a:defRPr sz="900"/>
            </a:lvl5pPr>
            <a:lvl6pPr marL="0" indent="0">
              <a:spcAft>
                <a:spcPts val="0"/>
              </a:spcAft>
              <a:buNone/>
              <a:defRPr sz="900"/>
            </a:lvl6pPr>
            <a:lvl7pPr marL="0" indent="0">
              <a:spcAft>
                <a:spcPts val="0"/>
              </a:spcAft>
              <a:buNone/>
              <a:defRPr sz="900"/>
            </a:lvl7pPr>
            <a:lvl8pPr marL="0" indent="0">
              <a:spcAft>
                <a:spcPts val="0"/>
              </a:spcAft>
              <a:buNone/>
              <a:defRPr sz="900"/>
            </a:lvl8pPr>
            <a:lvl9pPr marL="0" indent="0">
              <a:spcAft>
                <a:spcPts val="0"/>
              </a:spcAft>
              <a:buNone/>
              <a:defRPr sz="900"/>
            </a:lvl9pPr>
          </a:lstStyle>
          <a:p>
            <a:pPr marL="0" lvl="0"/>
            <a:r>
              <a:rPr lang="en-US" dirty="0"/>
              <a:t>Please add chapter title</a:t>
            </a:r>
            <a:endParaRPr lang="en-US" sz="900" dirty="0"/>
          </a:p>
        </p:txBody>
      </p:sp>
    </p:spTree>
    <p:extLst>
      <p:ext uri="{BB962C8B-B14F-4D97-AF65-F5344CB8AC3E}">
        <p14:creationId xmlns:p14="http://schemas.microsoft.com/office/powerpoint/2010/main" val="29223869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text list grey background">
    <p:bg>
      <p:bgPr>
        <a:solidFill>
          <a:schemeClr val="bg2"/>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242A970C-00C3-B51C-45CA-D053C2244486}"/>
              </a:ext>
            </a:extLst>
          </p:cNvPr>
          <p:cNvGraphicFramePr>
            <a:graphicFrameLocks noChangeAspect="1"/>
          </p:cNvGraphicFramePr>
          <p:nvPr userDrawn="1">
            <p:custDataLst>
              <p:tags r:id="rId1"/>
            </p:custDataLst>
            <p:extLst>
              <p:ext uri="{D42A27DB-BD31-4B8C-83A1-F6EECF244321}">
                <p14:modId xmlns:p14="http://schemas.microsoft.com/office/powerpoint/2010/main" val="10622701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6" name="think-cell data - do not delete" hidden="1">
                        <a:extLst>
                          <a:ext uri="{FF2B5EF4-FFF2-40B4-BE49-F238E27FC236}">
                            <a16:creationId xmlns:a16="http://schemas.microsoft.com/office/drawing/2014/main" id="{242A970C-00C3-B51C-45CA-D053C224448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600"/>
              </a:spcAft>
              <a:buClr>
                <a:schemeClr val="tx2"/>
              </a:buClr>
              <a:buFont typeface="+mj-lt"/>
              <a:buAutoNum type="arabicPeriod"/>
              <a:defRPr lang="en-US" sz="1800" kern="1200" dirty="0">
                <a:solidFill>
                  <a:schemeClr val="tx1"/>
                </a:solidFill>
                <a:latin typeface="+mn-lt"/>
                <a:ea typeface="+mn-ea"/>
                <a:cs typeface="+mn-cs"/>
              </a:defRPr>
            </a:lvl1pPr>
          </a:lstStyle>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lang="en-US" sz="900" kern="1200" dirty="0" smtClean="0">
                <a:solidFill>
                  <a:schemeClr val="tx1"/>
                </a:solidFill>
                <a:latin typeface="+mn-lt"/>
                <a:ea typeface="+mn-ea"/>
                <a:cs typeface="+mn-cs"/>
              </a:defRPr>
            </a:lvl2pPr>
            <a:lvl3pPr marL="0" indent="0">
              <a:buNone/>
              <a:defRPr lang="en-US" sz="900" kern="1200" dirty="0" smtClean="0">
                <a:solidFill>
                  <a:schemeClr val="tx1"/>
                </a:solidFill>
                <a:latin typeface="+mn-lt"/>
                <a:ea typeface="+mn-ea"/>
                <a:cs typeface="+mn-cs"/>
              </a:defRPr>
            </a:lvl3pPr>
            <a:lvl4pPr marL="0" indent="0">
              <a:buNone/>
              <a:defRPr lang="en-US" sz="900" kern="1200" dirty="0" smtClean="0">
                <a:solidFill>
                  <a:schemeClr val="tx1"/>
                </a:solidFill>
                <a:latin typeface="+mn-lt"/>
                <a:ea typeface="+mn-ea"/>
                <a:cs typeface="+mn-cs"/>
              </a:defRPr>
            </a:lvl4pPr>
            <a:lvl5pPr marL="0" indent="0">
              <a:buNone/>
              <a:defRPr lang="en-US" sz="900" kern="1200" dirty="0" smtClean="0">
                <a:solidFill>
                  <a:schemeClr val="tx1"/>
                </a:solidFill>
                <a:latin typeface="+mn-lt"/>
                <a:ea typeface="+mn-ea"/>
                <a:cs typeface="+mn-cs"/>
              </a:defRPr>
            </a:lvl5pPr>
            <a:lvl6pPr marL="0" indent="0">
              <a:buNone/>
              <a:defRPr lang="en-US" sz="900" kern="1200" dirty="0" smtClean="0">
                <a:solidFill>
                  <a:schemeClr val="tx1"/>
                </a:solidFill>
                <a:latin typeface="+mn-lt"/>
                <a:ea typeface="+mn-ea"/>
                <a:cs typeface="+mn-cs"/>
              </a:defRPr>
            </a:lvl6pPr>
            <a:lvl7pPr marL="0" indent="0">
              <a:buNone/>
              <a:defRPr lang="en-US" sz="900" kern="1200" dirty="0" smtClean="0">
                <a:solidFill>
                  <a:schemeClr val="tx1"/>
                </a:solidFill>
                <a:latin typeface="+mn-lt"/>
                <a:ea typeface="+mn-ea"/>
                <a:cs typeface="+mn-cs"/>
              </a:defRPr>
            </a:lvl7pPr>
            <a:lvl8pPr marL="0" indent="0">
              <a:buNone/>
              <a:defRPr lang="en-US" sz="900" kern="1200" dirty="0" smtClean="0">
                <a:solidFill>
                  <a:schemeClr val="tx1"/>
                </a:solidFill>
                <a:latin typeface="+mn-lt"/>
                <a:ea typeface="+mn-ea"/>
                <a:cs typeface="+mn-cs"/>
              </a:defRPr>
            </a:lvl8pPr>
            <a:lvl9pPr marL="0" indent="0">
              <a:buNone/>
              <a:defRPr lang="en-US" sz="900" kern="1200" dirty="0">
                <a:solidFill>
                  <a:schemeClr val="tx1"/>
                </a:solidFill>
                <a:latin typeface="+mn-lt"/>
                <a:ea typeface="+mn-ea"/>
                <a:cs typeface="+mn-cs"/>
              </a:defRPr>
            </a:lvl9pPr>
          </a:lstStyle>
          <a:p>
            <a:pPr lvl="0"/>
            <a:r>
              <a:rPr lang="en-US" dirty="0"/>
              <a:t>Please add chapter title</a:t>
            </a:r>
          </a:p>
        </p:txBody>
      </p:sp>
    </p:spTree>
    <p:extLst>
      <p:ext uri="{BB962C8B-B14F-4D97-AF65-F5344CB8AC3E}">
        <p14:creationId xmlns:p14="http://schemas.microsoft.com/office/powerpoint/2010/main" val="2241900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dirty="0"/>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Tree>
    <p:extLst>
      <p:ext uri="{BB962C8B-B14F-4D97-AF65-F5344CB8AC3E}">
        <p14:creationId xmlns:p14="http://schemas.microsoft.com/office/powerpoint/2010/main" val="132963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bullet points on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94931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bullet points on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3918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bullet points two column white background">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40A459E-5386-0A57-4541-79BDC3011258}"/>
              </a:ext>
            </a:extLst>
          </p:cNvPr>
          <p:cNvGraphicFramePr>
            <a:graphicFrameLocks noChangeAspect="1"/>
          </p:cNvGraphicFramePr>
          <p:nvPr userDrawn="1">
            <p:custDataLst>
              <p:tags r:id="rId1"/>
            </p:custDataLst>
            <p:extLst>
              <p:ext uri="{D42A27DB-BD31-4B8C-83A1-F6EECF244321}">
                <p14:modId xmlns:p14="http://schemas.microsoft.com/office/powerpoint/2010/main" val="36076240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8" name="think-cell data - do not delete" hidden="1">
                        <a:extLst>
                          <a:ext uri="{FF2B5EF4-FFF2-40B4-BE49-F238E27FC236}">
                            <a16:creationId xmlns:a16="http://schemas.microsoft.com/office/drawing/2014/main" id="{340A459E-5386-0A57-4541-79BDC301125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lgn="l">
              <a:buNone/>
              <a:defRPr sz="900"/>
            </a:lvl2pPr>
            <a:lvl3pPr marL="0" indent="0" algn="l">
              <a:buNone/>
              <a:defRPr sz="900"/>
            </a:lvl3pPr>
            <a:lvl4pPr marL="0" indent="0" algn="l">
              <a:buNone/>
              <a:defRPr sz="900"/>
            </a:lvl4pPr>
            <a:lvl5pPr marL="0" indent="0" algn="l">
              <a:buNone/>
              <a:defRPr sz="900"/>
            </a:lvl5pPr>
            <a:lvl6pPr marL="0" indent="0" algn="l">
              <a:buNone/>
              <a:defRPr sz="900"/>
            </a:lvl6pPr>
            <a:lvl7pPr marL="0" indent="0" algn="l">
              <a:buNone/>
              <a:defRPr sz="900"/>
            </a:lvl7pPr>
            <a:lvl8pPr marL="0" indent="0" algn="l">
              <a:buNone/>
              <a:defRPr sz="900"/>
            </a:lvl8pPr>
            <a:lvl9pPr marL="0" indent="0" algn="l">
              <a:buNone/>
              <a:defRPr sz="900"/>
            </a:lvl9pPr>
          </a:lstStyle>
          <a:p>
            <a:pPr lvl="0"/>
            <a:r>
              <a:rPr lang="en-US" dirty="0"/>
              <a:t>Please add chapter title</a:t>
            </a:r>
          </a:p>
        </p:txBody>
      </p:sp>
    </p:spTree>
    <p:extLst>
      <p:ext uri="{BB962C8B-B14F-4D97-AF65-F5344CB8AC3E}">
        <p14:creationId xmlns:p14="http://schemas.microsoft.com/office/powerpoint/2010/main" val="335859144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ullet points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105543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two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389353598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252147367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bullet points thre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12698579"/>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ullet points thre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44515023"/>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ullet points four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87969"/>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bullet points four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58772003"/>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left image right half side white background">
    <p:bg>
      <p:bgPr>
        <a:solidFill>
          <a:schemeClr val="bg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9BCE1AC-B81E-618D-B379-D9F69D09E522}"/>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415794182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left image right half side grey background">
    <p:bg>
      <p:bgPr>
        <a:solidFill>
          <a:schemeClr val="bg2"/>
        </a:solidFill>
        <a:effectLst/>
      </p:bgPr>
    </p:bg>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9F6284A0-22D9-A809-F02A-EBC9F8A1F3C4}"/>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1447631483"/>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full slide white background">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328954435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full slide grey background">
    <p:bg>
      <p:bgPr>
        <a:solidFill>
          <a:schemeClr val="bg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777683520"/>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fullscreen">
    <p:bg>
      <p:bgPr>
        <a:solidFill>
          <a:schemeClr val="bg1"/>
        </a:solidFill>
        <a:effectLst/>
      </p:bgPr>
    </p:bg>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2EB5264C-2D5D-9574-27AF-D173FAE112A0}"/>
              </a:ext>
            </a:extLst>
          </p:cNvPr>
          <p:cNvSpPr>
            <a:spLocks noGrp="1"/>
          </p:cNvSpPr>
          <p:nvPr>
            <p:ph type="pic" sz="quarter" idx="19"/>
          </p:nvPr>
        </p:nvSpPr>
        <p:spPr>
          <a:xfrm>
            <a:off x="0" y="0"/>
            <a:ext cx="12192000" cy="6858000"/>
          </a:xfrm>
          <a:custGeom>
            <a:avLst/>
            <a:gdLst>
              <a:gd name="connsiteX0" fmla="*/ 11588297 w 12192000"/>
              <a:gd name="connsiteY0" fmla="*/ 6482964 h 6858000"/>
              <a:gd name="connsiteX1" fmla="*/ 11588297 w 12192000"/>
              <a:gd name="connsiteY1" fmla="*/ 6621463 h 6858000"/>
              <a:gd name="connsiteX2" fmla="*/ 11604172 w 12192000"/>
              <a:gd name="connsiteY2" fmla="*/ 6621463 h 6858000"/>
              <a:gd name="connsiteX3" fmla="*/ 11604172 w 12192000"/>
              <a:gd name="connsiteY3" fmla="*/ 6482964 h 6858000"/>
              <a:gd name="connsiteX4" fmla="*/ 625138 w 12192000"/>
              <a:gd name="connsiteY4" fmla="*/ 6253686 h 6858000"/>
              <a:gd name="connsiteX5" fmla="*/ 373138 w 12192000"/>
              <a:gd name="connsiteY5" fmla="*/ 6505686 h 6858000"/>
              <a:gd name="connsiteX6" fmla="*/ 625138 w 12192000"/>
              <a:gd name="connsiteY6" fmla="*/ 6757686 h 6858000"/>
              <a:gd name="connsiteX7" fmla="*/ 877138 w 12192000"/>
              <a:gd name="connsiteY7" fmla="*/ 6505686 h 6858000"/>
              <a:gd name="connsiteX8" fmla="*/ 625138 w 12192000"/>
              <a:gd name="connsiteY8" fmla="*/ 6253686 h 6858000"/>
              <a:gd name="connsiteX9" fmla="*/ 0 w 12192000"/>
              <a:gd name="connsiteY9" fmla="*/ 0 h 6858000"/>
              <a:gd name="connsiteX10" fmla="*/ 12192000 w 12192000"/>
              <a:gd name="connsiteY10" fmla="*/ 0 h 6858000"/>
              <a:gd name="connsiteX11" fmla="*/ 12192000 w 12192000"/>
              <a:gd name="connsiteY11" fmla="*/ 6858000 h 6858000"/>
              <a:gd name="connsiteX12" fmla="*/ 0 w 12192000"/>
              <a:gd name="connsiteY1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8000">
                <a:moveTo>
                  <a:pt x="11588297" y="6482964"/>
                </a:moveTo>
                <a:lnTo>
                  <a:pt x="11588297" y="6621463"/>
                </a:lnTo>
                <a:lnTo>
                  <a:pt x="11604172" y="6621463"/>
                </a:lnTo>
                <a:lnTo>
                  <a:pt x="11604172" y="6482964"/>
                </a:lnTo>
                <a:close/>
                <a:moveTo>
                  <a:pt x="625138" y="6253686"/>
                </a:moveTo>
                <a:cubicBezTo>
                  <a:pt x="485797" y="6253686"/>
                  <a:pt x="373138" y="6366345"/>
                  <a:pt x="373138" y="6505686"/>
                </a:cubicBezTo>
                <a:cubicBezTo>
                  <a:pt x="373138" y="6645027"/>
                  <a:pt x="485797" y="6757686"/>
                  <a:pt x="625138" y="6757686"/>
                </a:cubicBezTo>
                <a:cubicBezTo>
                  <a:pt x="764479" y="6757686"/>
                  <a:pt x="877138" y="6645027"/>
                  <a:pt x="877138" y="6505686"/>
                </a:cubicBezTo>
                <a:cubicBezTo>
                  <a:pt x="877138" y="6366345"/>
                  <a:pt x="764479" y="6253686"/>
                  <a:pt x="625138" y="6253686"/>
                </a:cubicBezTo>
                <a:close/>
                <a:moveTo>
                  <a:pt x="0" y="0"/>
                </a:moveTo>
                <a:lnTo>
                  <a:pt x="12192000" y="0"/>
                </a:lnTo>
                <a:lnTo>
                  <a:pt x="12192000" y="6858000"/>
                </a:lnTo>
                <a:lnTo>
                  <a:pt x="0" y="6858000"/>
                </a:lnTo>
                <a:close/>
              </a:path>
            </a:pathLst>
          </a:custGeom>
          <a:blipFill>
            <a:blip r:embed="rId2"/>
            <a:stretch>
              <a:fillRect/>
            </a:stretch>
          </a:blipFill>
        </p:spPr>
        <p:txBody>
          <a:bodyPr wrap="square">
            <a:noAutofit/>
          </a:bodyPr>
          <a:lstStyle>
            <a:lvl1pPr>
              <a:defRPr/>
            </a:lvl1pPr>
          </a:lstStyle>
          <a:p>
            <a:r>
              <a:rPr lang="de-DE"/>
              <a:t>Bild durch Klicken auf Symbol hinzufügen</a:t>
            </a:r>
            <a:endParaRPr lang="en-US" dirty="0"/>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
        <p:nvSpPr>
          <p:cNvPr id="2" name="Title 1">
            <a:extLst>
              <a:ext uri="{FF2B5EF4-FFF2-40B4-BE49-F238E27FC236}">
                <a16:creationId xmlns:a16="http://schemas.microsoft.com/office/drawing/2014/main" id="{BFD25581-4362-FB11-A968-6293542D65A8}"/>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6" name="Text Placeholder 6">
            <a:extLst>
              <a:ext uri="{FF2B5EF4-FFF2-40B4-BE49-F238E27FC236}">
                <a16:creationId xmlns:a16="http://schemas.microsoft.com/office/drawing/2014/main" id="{A0C27B7E-0F2A-81C0-7993-E73AB597F187}"/>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Tree>
    <p:extLst>
      <p:ext uri="{BB962C8B-B14F-4D97-AF65-F5344CB8AC3E}">
        <p14:creationId xmlns:p14="http://schemas.microsoft.com/office/powerpoint/2010/main" val="20807039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placeholder full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326534813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placeholder full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1079744964"/>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quot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3"/>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40755575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quot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2"/>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17834071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D7FE9896-5211-23DE-0A2A-059929C8D9CA}"/>
              </a:ext>
            </a:extLst>
          </p:cNvPr>
          <p:cNvGraphicFramePr>
            <a:graphicFrameLocks noChangeAspect="1"/>
          </p:cNvGraphicFramePr>
          <p:nvPr userDrawn="1">
            <p:custDataLst>
              <p:tags r:id="rId1"/>
            </p:custDataLst>
            <p:extLst>
              <p:ext uri="{D42A27DB-BD31-4B8C-83A1-F6EECF244321}">
                <p14:modId xmlns:p14="http://schemas.microsoft.com/office/powerpoint/2010/main" val="300455135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12" name="think-cell data - do not delete" hidden="1">
                        <a:extLst>
                          <a:ext uri="{FF2B5EF4-FFF2-40B4-BE49-F238E27FC236}">
                            <a16:creationId xmlns:a16="http://schemas.microsoft.com/office/drawing/2014/main" id="{D7FE9896-5211-23DE-0A2A-059929C8D9C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42050"/>
            <a:ext cx="4699000" cy="174625"/>
          </a:xfrm>
        </p:spPr>
        <p:txBody>
          <a:bodyPr lIns="0" tIns="0" rIns="0" bIns="0" anchor="b">
            <a:no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Nathalie Nuber</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grpSp>
        <p:nvGrpSpPr>
          <p:cNvPr id="3" name="Group 2">
            <a:extLst>
              <a:ext uri="{FF2B5EF4-FFF2-40B4-BE49-F238E27FC236}">
                <a16:creationId xmlns:a16="http://schemas.microsoft.com/office/drawing/2014/main" id="{2A0F817F-E69A-891D-CC85-5FA713C72954}"/>
              </a:ext>
            </a:extLst>
          </p:cNvPr>
          <p:cNvGrpSpPr/>
          <p:nvPr userDrawn="1"/>
        </p:nvGrpSpPr>
        <p:grpSpPr bwMode="gray">
          <a:xfrm>
            <a:off x="6466690" y="2107484"/>
            <a:ext cx="5338938" cy="4959307"/>
            <a:chOff x="6466690" y="2107484"/>
            <a:chExt cx="5338938" cy="4959307"/>
          </a:xfrm>
        </p:grpSpPr>
        <p:sp>
          <p:nvSpPr>
            <p:cNvPr id="4" name="Freeform: Shape 3">
              <a:extLst>
                <a:ext uri="{FF2B5EF4-FFF2-40B4-BE49-F238E27FC236}">
                  <a16:creationId xmlns:a16="http://schemas.microsoft.com/office/drawing/2014/main" id="{0BAEAD06-A4AE-9AE9-9683-066F48BA476D}"/>
                </a:ext>
              </a:extLst>
            </p:cNvPr>
            <p:cNvSpPr>
              <a:spLocks/>
            </p:cNvSpPr>
            <p:nvPr userDrawn="1"/>
          </p:nvSpPr>
          <p:spPr bwMode="gray">
            <a:xfrm rot="21132644">
              <a:off x="6466690" y="2107484"/>
              <a:ext cx="5338938" cy="4959307"/>
            </a:xfrm>
            <a:custGeom>
              <a:avLst/>
              <a:gdLst>
                <a:gd name="connsiteX0" fmla="*/ 2942695 w 5338938"/>
                <a:gd name="connsiteY0" fmla="*/ 13764 h 4959307"/>
                <a:gd name="connsiteX1" fmla="*/ 5338938 w 5338938"/>
                <a:gd name="connsiteY1" fmla="*/ 2669470 h 4959307"/>
                <a:gd name="connsiteX2" fmla="*/ 4095493 w 5338938"/>
                <a:gd name="connsiteY2" fmla="*/ 4927456 h 4959307"/>
                <a:gd name="connsiteX3" fmla="*/ 4041196 w 5338938"/>
                <a:gd name="connsiteY3" fmla="*/ 4959307 h 4959307"/>
                <a:gd name="connsiteX4" fmla="*/ 735181 w 5338938"/>
                <a:gd name="connsiteY4" fmla="*/ 4507070 h 4959307"/>
                <a:gd name="connsiteX5" fmla="*/ 609013 w 5338938"/>
                <a:gd name="connsiteY5" fmla="*/ 4368228 h 4959307"/>
                <a:gd name="connsiteX6" fmla="*/ 1 w 5338938"/>
                <a:gd name="connsiteY6" fmla="*/ 2669470 h 4959307"/>
                <a:gd name="connsiteX7" fmla="*/ 2669469 w 5338938"/>
                <a:gd name="connsiteY7" fmla="*/ 1 h 4959307"/>
                <a:gd name="connsiteX8" fmla="*/ 2942695 w 5338938"/>
                <a:gd name="connsiteY8" fmla="*/ 13764 h 4959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8938" h="4959307">
                  <a:moveTo>
                    <a:pt x="2942695" y="13764"/>
                  </a:moveTo>
                  <a:cubicBezTo>
                    <a:pt x="4290042" y="150280"/>
                    <a:pt x="5338938" y="1285666"/>
                    <a:pt x="5338938" y="2669470"/>
                  </a:cubicBezTo>
                  <a:cubicBezTo>
                    <a:pt x="5338938" y="3620835"/>
                    <a:pt x="4843170" y="4454784"/>
                    <a:pt x="4095493" y="4927456"/>
                  </a:cubicBezTo>
                  <a:lnTo>
                    <a:pt x="4041196" y="4959307"/>
                  </a:lnTo>
                  <a:lnTo>
                    <a:pt x="735181" y="4507070"/>
                  </a:lnTo>
                  <a:lnTo>
                    <a:pt x="609013" y="4368228"/>
                  </a:lnTo>
                  <a:cubicBezTo>
                    <a:pt x="228427" y="3906920"/>
                    <a:pt x="0" y="3315245"/>
                    <a:pt x="1" y="2669470"/>
                  </a:cubicBezTo>
                  <a:cubicBezTo>
                    <a:pt x="0" y="1193413"/>
                    <a:pt x="1193413" y="0"/>
                    <a:pt x="2669469" y="1"/>
                  </a:cubicBezTo>
                  <a:cubicBezTo>
                    <a:pt x="2761723" y="1"/>
                    <a:pt x="2852872" y="4663"/>
                    <a:pt x="2942695" y="13764"/>
                  </a:cubicBezTo>
                  <a:close/>
                </a:path>
              </a:pathLst>
            </a:custGeom>
            <a:solidFill>
              <a:schemeClr val="bg1"/>
            </a:solidFill>
            <a:ln w="1748" cap="flat">
              <a:solidFill>
                <a:srgbClr val="FF6E00"/>
              </a:solid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FFE94909-5B35-59E7-12FF-2AC456D63924}"/>
                </a:ext>
              </a:extLst>
            </p:cNvPr>
            <p:cNvGrpSpPr>
              <a:grpSpLocks/>
            </p:cNvGrpSpPr>
            <p:nvPr userDrawn="1"/>
          </p:nvGrpSpPr>
          <p:grpSpPr bwMode="gray">
            <a:xfrm>
              <a:off x="6597756" y="2225331"/>
              <a:ext cx="5088778" cy="4811136"/>
              <a:chOff x="6597756" y="2225331"/>
              <a:chExt cx="5088778" cy="4811136"/>
            </a:xfrm>
          </p:grpSpPr>
          <p:sp>
            <p:nvSpPr>
              <p:cNvPr id="6" name="Freeform: Shape 5">
                <a:extLst>
                  <a:ext uri="{FF2B5EF4-FFF2-40B4-BE49-F238E27FC236}">
                    <a16:creationId xmlns:a16="http://schemas.microsoft.com/office/drawing/2014/main" id="{F3B259AE-A8F4-CD19-0A90-1579A649A368}"/>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251B03F1-E9B4-DAF1-36B2-7945759CD4DF}"/>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C1FC8AC2-AE34-2A49-16F6-68483CB8918A}"/>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462642456"/>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Kapitel Motivati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6E7D5-A3E9-4D1C-BEFD-13A951568046}"/>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8FAF8D95-BAE0-43D3-B78B-3A9BCA7C5056}"/>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84D3E36A-0375-4574-9ECF-05281791E916}"/>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A7D54B2A-FE1E-491E-820C-88688C2EC05E}"/>
              </a:ext>
            </a:extLst>
          </p:cNvPr>
          <p:cNvSpPr>
            <a:spLocks noGrp="1"/>
          </p:cNvSpPr>
          <p:nvPr>
            <p:ph type="sldNum" sz="quarter" idx="12"/>
          </p:nvPr>
        </p:nvSpPr>
        <p:spPr/>
        <p:txBody>
          <a:bodyPr/>
          <a:lstStyle/>
          <a:p>
            <a:fld id="{617A55A3-44BB-4139-9302-9EA9303F0EA3}" type="slidenum">
              <a:rPr lang="en-US" smtClean="0"/>
              <a:pPr/>
              <a:t>‹Nr.›</a:t>
            </a:fld>
            <a:endParaRPr lang="en-US"/>
          </a:p>
        </p:txBody>
      </p:sp>
      <p:sp>
        <p:nvSpPr>
          <p:cNvPr id="7" name="Text Placeholder 6">
            <a:extLst>
              <a:ext uri="{FF2B5EF4-FFF2-40B4-BE49-F238E27FC236}">
                <a16:creationId xmlns:a16="http://schemas.microsoft.com/office/drawing/2014/main" id="{FF66FA45-3491-4DD1-B16E-41706FD21B6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B0BB925A-767C-44AE-9B2F-41E76A36EA07}"/>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Kapitel Grundlage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9D9AF-4F8A-411C-AD2C-1BE611315FEB}"/>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3A9A4473-6C53-4EE2-8865-14211CC0CE89}"/>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8464A652-21EA-4049-887D-F4DD823BBB3D}"/>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2EFEDC5A-CDCA-4838-B1A0-EA3B5FC930AB}"/>
              </a:ext>
            </a:extLst>
          </p:cNvPr>
          <p:cNvSpPr>
            <a:spLocks noGrp="1"/>
          </p:cNvSpPr>
          <p:nvPr>
            <p:ph type="sldNum" sz="quarter" idx="12"/>
          </p:nvPr>
        </p:nvSpPr>
        <p:spPr/>
        <p:txBody>
          <a:bodyPr/>
          <a:lstStyle/>
          <a:p>
            <a:fld id="{31E90DE7-99C2-4E38-A0F9-E92AC06DD161}" type="slidenum">
              <a:rPr lang="en-US" smtClean="0"/>
              <a:pPr/>
              <a:t>‹Nr.›</a:t>
            </a:fld>
            <a:endParaRPr lang="en-US"/>
          </a:p>
        </p:txBody>
      </p:sp>
      <p:sp>
        <p:nvSpPr>
          <p:cNvPr id="7" name="Text Placeholder 6">
            <a:extLst>
              <a:ext uri="{FF2B5EF4-FFF2-40B4-BE49-F238E27FC236}">
                <a16:creationId xmlns:a16="http://schemas.microsoft.com/office/drawing/2014/main" id="{72943631-2D4C-48E3-98EC-E45986CDEB8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D48D5D9B-53D8-4368-B86F-6D55665E178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Kapitel Methodik">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C5566-CB90-4851-AC7E-B4012DCD301B}"/>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E61C28F0-E73C-43CA-B068-0BFD3587C210}"/>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6D409AFB-F879-4DE9-B68A-847A3919B337}"/>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34492AAB-80B8-4DB8-93D7-1BEE7699361B}"/>
              </a:ext>
            </a:extLst>
          </p:cNvPr>
          <p:cNvSpPr>
            <a:spLocks noGrp="1"/>
          </p:cNvSpPr>
          <p:nvPr>
            <p:ph type="sldNum" sz="quarter" idx="12"/>
          </p:nvPr>
        </p:nvSpPr>
        <p:spPr/>
        <p:txBody>
          <a:bodyPr/>
          <a:lstStyle/>
          <a:p>
            <a:fld id="{252615AB-1776-4686-8AEE-450BA95E6494}" type="slidenum">
              <a:rPr lang="en-US" smtClean="0"/>
              <a:pPr/>
              <a:t>‹Nr.›</a:t>
            </a:fld>
            <a:endParaRPr lang="en-US"/>
          </a:p>
        </p:txBody>
      </p:sp>
      <p:sp>
        <p:nvSpPr>
          <p:cNvPr id="7" name="Text Placeholder 6">
            <a:extLst>
              <a:ext uri="{FF2B5EF4-FFF2-40B4-BE49-F238E27FC236}">
                <a16:creationId xmlns:a16="http://schemas.microsoft.com/office/drawing/2014/main" id="{BBF2C4C5-7CD3-4A5F-AA2B-A3619CDD6CC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2073CB8F-626D-4542-97DE-6B99673515F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Kapitel Ergebniss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FE92F-27F8-4F8D-82D7-E7F7C4AF7369}"/>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C0225851-5669-432F-9C14-0286F0829C47}"/>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59827881-3681-4B92-BA96-B7996E41617B}"/>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98EB8462-CAF1-4E3E-B5B7-43BCD5979406}"/>
              </a:ext>
            </a:extLst>
          </p:cNvPr>
          <p:cNvSpPr>
            <a:spLocks noGrp="1"/>
          </p:cNvSpPr>
          <p:nvPr>
            <p:ph type="sldNum" sz="quarter" idx="12"/>
          </p:nvPr>
        </p:nvSpPr>
        <p:spPr/>
        <p:txBody>
          <a:bodyPr/>
          <a:lstStyle/>
          <a:p>
            <a:fld id="{5006DCBF-A9D9-4FF3-A628-30975133313A}" type="slidenum">
              <a:rPr lang="en-US" smtClean="0"/>
              <a:pPr/>
              <a:t>‹Nr.›</a:t>
            </a:fld>
            <a:endParaRPr lang="en-US"/>
          </a:p>
        </p:txBody>
      </p:sp>
      <p:sp>
        <p:nvSpPr>
          <p:cNvPr id="7" name="Text Placeholder 6">
            <a:extLst>
              <a:ext uri="{FF2B5EF4-FFF2-40B4-BE49-F238E27FC236}">
                <a16:creationId xmlns:a16="http://schemas.microsoft.com/office/drawing/2014/main" id="{D6376AAA-C09B-42E2-90F6-A2514EB0AF3F}"/>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D5ED46F4-7B2E-4E5E-AC3C-BDE4CBEC874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Kapitel Fazi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CC7B5-D79D-4B55-94E3-39CF6483A516}"/>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9C07B452-0719-4425-A7F8-54C36B6CAAFD}"/>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A35D69B5-BF8E-4F66-B66C-2BED5C480899}"/>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DE8EFFB3-BA92-432F-B118-FE269136A6D3}"/>
              </a:ext>
            </a:extLst>
          </p:cNvPr>
          <p:cNvSpPr>
            <a:spLocks noGrp="1"/>
          </p:cNvSpPr>
          <p:nvPr>
            <p:ph type="sldNum" sz="quarter" idx="12"/>
          </p:nvPr>
        </p:nvSpPr>
        <p:spPr/>
        <p:txBody>
          <a:bodyPr/>
          <a:lstStyle/>
          <a:p>
            <a:fld id="{3F62E580-D15F-4F89-A8E4-28CAB8220D7D}" type="slidenum">
              <a:rPr lang="en-US" smtClean="0"/>
              <a:pPr/>
              <a:t>‹Nr.›</a:t>
            </a:fld>
            <a:endParaRPr lang="en-US"/>
          </a:p>
        </p:txBody>
      </p:sp>
      <p:sp>
        <p:nvSpPr>
          <p:cNvPr id="7" name="Text Placeholder 6">
            <a:extLst>
              <a:ext uri="{FF2B5EF4-FFF2-40B4-BE49-F238E27FC236}">
                <a16:creationId xmlns:a16="http://schemas.microsoft.com/office/drawing/2014/main" id="{0F05A35E-2FEF-4D84-A8F8-50E5CDD41C8E}"/>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7AC2DBCE-A64B-483B-B67C-E9473C90EBE9}"/>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Kapitel Ausblick">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DD3C1-FD5A-4E8E-AAF4-0D5D0C17C33F}"/>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F84CD679-CDF7-42DF-B818-EF2155903AB3}"/>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FED66A7E-DF73-465F-AC88-A495C59807DC}"/>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E8675AA0-D1C8-44D7-9E58-FFF4360ECFB4}"/>
              </a:ext>
            </a:extLst>
          </p:cNvPr>
          <p:cNvSpPr>
            <a:spLocks noGrp="1"/>
          </p:cNvSpPr>
          <p:nvPr>
            <p:ph type="sldNum" sz="quarter" idx="12"/>
          </p:nvPr>
        </p:nvSpPr>
        <p:spPr/>
        <p:txBody>
          <a:bodyPr/>
          <a:lstStyle/>
          <a:p>
            <a:fld id="{6E2D37CC-D281-421C-A09E-D496F6C042AB}" type="slidenum">
              <a:rPr lang="en-US" smtClean="0"/>
              <a:pPr/>
              <a:t>‹Nr.›</a:t>
            </a:fld>
            <a:endParaRPr lang="en-US"/>
          </a:p>
        </p:txBody>
      </p:sp>
      <p:sp>
        <p:nvSpPr>
          <p:cNvPr id="7" name="Text Placeholder 6">
            <a:extLst>
              <a:ext uri="{FF2B5EF4-FFF2-40B4-BE49-F238E27FC236}">
                <a16:creationId xmlns:a16="http://schemas.microsoft.com/office/drawing/2014/main" id="{7080FF35-1524-430C-8855-6AA004EAF59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B1521004-721F-4B19-B563-BE0DFADB49D0}"/>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2.jp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oleObject" Target="../embeddings/oleObject1.bin"/><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E570FB4C-14D3-D471-76FD-B83B18415E1E}"/>
              </a:ext>
            </a:extLst>
          </p:cNvPr>
          <p:cNvGraphicFramePr>
            <a:graphicFrameLocks noChangeAspect="1"/>
          </p:cNvGraphicFramePr>
          <p:nvPr userDrawn="1">
            <p:custDataLst>
              <p:tags r:id="rId36"/>
            </p:custDataLst>
            <p:extLst>
              <p:ext uri="{D42A27DB-BD31-4B8C-83A1-F6EECF244321}">
                <p14:modId xmlns:p14="http://schemas.microsoft.com/office/powerpoint/2010/main" val="40484549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7" imgW="473" imgH="473" progId="TCLayout.ActiveDocument.1">
                  <p:embed/>
                </p:oleObj>
              </mc:Choice>
              <mc:Fallback>
                <p:oleObj name="think-cell Folie" r:id="rId37" imgW="473" imgH="473" progId="TCLayout.ActiveDocument.1">
                  <p:embed/>
                  <p:pic>
                    <p:nvPicPr>
                      <p:cNvPr id="8" name="think-cell data - do not delete" hidden="1">
                        <a:extLst>
                          <a:ext uri="{FF2B5EF4-FFF2-40B4-BE49-F238E27FC236}">
                            <a16:creationId xmlns:a16="http://schemas.microsoft.com/office/drawing/2014/main" id="{E570FB4C-14D3-D471-76FD-B83B18415E1E}"/>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7DD7D270-4A74-8FD0-3727-36351EE9E73F}"/>
              </a:ext>
            </a:extLst>
          </p:cNvPr>
          <p:cNvSpPr>
            <a:spLocks noGrp="1"/>
          </p:cNvSpPr>
          <p:nvPr>
            <p:ph type="title"/>
          </p:nvPr>
        </p:nvSpPr>
        <p:spPr>
          <a:xfrm>
            <a:off x="373063" y="650060"/>
            <a:ext cx="11447462" cy="553998"/>
          </a:xfrm>
          <a:prstGeom prst="rect">
            <a:avLst/>
          </a:prstGeom>
        </p:spPr>
        <p:txBody>
          <a:bodyPr vert="horz" lIns="0" tIns="0" rIns="0" bIns="0" rtlCol="0" anchor="t">
            <a:spAutoFit/>
          </a:bodyPr>
          <a:lstStyle/>
          <a:p>
            <a:r>
              <a:rPr lang="de-DE"/>
              <a:t>Mastertitelformat bearbeiten</a:t>
            </a:r>
            <a:endParaRPr lang="en-US" dirty="0"/>
          </a:p>
        </p:txBody>
      </p:sp>
      <p:sp>
        <p:nvSpPr>
          <p:cNvPr id="3" name="Text Placeholder 2">
            <a:extLst>
              <a:ext uri="{FF2B5EF4-FFF2-40B4-BE49-F238E27FC236}">
                <a16:creationId xmlns:a16="http://schemas.microsoft.com/office/drawing/2014/main" id="{70F023B7-7FA3-4C51-F71D-B66D0E5532CD}"/>
              </a:ext>
            </a:extLst>
          </p:cNvPr>
          <p:cNvSpPr>
            <a:spLocks noGrp="1"/>
          </p:cNvSpPr>
          <p:nvPr>
            <p:ph type="body" idx="1"/>
          </p:nvPr>
        </p:nvSpPr>
        <p:spPr>
          <a:xfrm>
            <a:off x="373063" y="1635126"/>
            <a:ext cx="11447462" cy="4573587"/>
          </a:xfrm>
          <a:prstGeom prst="rect">
            <a:avLst/>
          </a:prstGeom>
        </p:spPr>
        <p:txBody>
          <a:bodyPr vert="horz" lIns="0" tIns="0" rIns="0" bIns="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a:extLst>
              <a:ext uri="{FF2B5EF4-FFF2-40B4-BE49-F238E27FC236}">
                <a16:creationId xmlns:a16="http://schemas.microsoft.com/office/drawing/2014/main" id="{0C33F049-BC03-8E77-73DB-ECD8DE4B7193}"/>
              </a:ext>
            </a:extLst>
          </p:cNvPr>
          <p:cNvSpPr>
            <a:spLocks noGrp="1"/>
          </p:cNvSpPr>
          <p:nvPr>
            <p:ph type="dt" sz="half" idx="2"/>
          </p:nvPr>
        </p:nvSpPr>
        <p:spPr>
          <a:xfrm>
            <a:off x="10444922" y="6482964"/>
            <a:ext cx="1058860" cy="138499"/>
          </a:xfrm>
          <a:prstGeom prst="rect">
            <a:avLst/>
          </a:prstGeom>
        </p:spPr>
        <p:txBody>
          <a:bodyPr vert="horz" wrap="square" lIns="0" tIns="0" rIns="0" bIns="0" rtlCol="0" anchor="b">
            <a:spAutoFit/>
          </a:bodyPr>
          <a:lstStyle>
            <a:lvl1pPr algn="r">
              <a:defRPr sz="900">
                <a:solidFill>
                  <a:schemeClr val="tx1"/>
                </a:solidFill>
              </a:defRPr>
            </a:lvl1pPr>
          </a:lstStyle>
          <a:p>
            <a:r>
              <a:rPr lang="en-US"/>
              <a:t>01/01/2026</a:t>
            </a:r>
            <a:endParaRPr lang="en-US" dirty="0"/>
          </a:p>
        </p:txBody>
      </p:sp>
      <p:sp>
        <p:nvSpPr>
          <p:cNvPr id="5" name="Footer Placeholder 4">
            <a:extLst>
              <a:ext uri="{FF2B5EF4-FFF2-40B4-BE49-F238E27FC236}">
                <a16:creationId xmlns:a16="http://schemas.microsoft.com/office/drawing/2014/main" id="{1BBB3F0D-8E3C-AF84-65AC-B33EC880DE80}"/>
              </a:ext>
            </a:extLst>
          </p:cNvPr>
          <p:cNvSpPr>
            <a:spLocks noGrp="1"/>
          </p:cNvSpPr>
          <p:nvPr>
            <p:ph type="ftr" sz="quarter" idx="3"/>
          </p:nvPr>
        </p:nvSpPr>
        <p:spPr>
          <a:xfrm>
            <a:off x="952318" y="6482964"/>
            <a:ext cx="3527607" cy="138499"/>
          </a:xfrm>
          <a:prstGeom prst="rect">
            <a:avLst/>
          </a:prstGeom>
        </p:spPr>
        <p:txBody>
          <a:bodyPr vert="horz" wrap="square" lIns="0" tIns="0" rIns="0" bIns="0" rtlCol="0" anchor="b">
            <a:spAutoFit/>
          </a:bodyPr>
          <a:lstStyle>
            <a:lvl1pPr algn="l">
              <a:defRPr sz="900">
                <a:solidFill>
                  <a:schemeClr val="tx1"/>
                </a:solidFill>
              </a:defRPr>
            </a:lvl1pPr>
          </a:lstStyle>
          <a:p>
            <a:r>
              <a:rPr lang="en-US" dirty="0"/>
              <a:t>Please add presentation title</a:t>
            </a:r>
          </a:p>
        </p:txBody>
      </p:sp>
      <p:sp>
        <p:nvSpPr>
          <p:cNvPr id="6" name="Slide Number Placeholder 5">
            <a:extLst>
              <a:ext uri="{FF2B5EF4-FFF2-40B4-BE49-F238E27FC236}">
                <a16:creationId xmlns:a16="http://schemas.microsoft.com/office/drawing/2014/main" id="{2AE0BEDD-665C-0E3B-84AE-32D620530179}"/>
              </a:ext>
            </a:extLst>
          </p:cNvPr>
          <p:cNvSpPr>
            <a:spLocks noGrp="1"/>
          </p:cNvSpPr>
          <p:nvPr>
            <p:ph type="sldNum" sz="quarter" idx="4"/>
          </p:nvPr>
        </p:nvSpPr>
        <p:spPr>
          <a:xfrm>
            <a:off x="11623675" y="6344464"/>
            <a:ext cx="196850" cy="276999"/>
          </a:xfrm>
          <a:prstGeom prst="rect">
            <a:avLst/>
          </a:prstGeom>
        </p:spPr>
        <p:txBody>
          <a:bodyPr vert="horz" wrap="square" lIns="0" tIns="0" rIns="0" bIns="0" rtlCol="0" anchor="b">
            <a:spAutoFit/>
          </a:bodyPr>
          <a:lstStyle>
            <a:lvl1pPr algn="r">
              <a:defRPr sz="900">
                <a:solidFill>
                  <a:schemeClr val="tx1"/>
                </a:solidFill>
              </a:defRPr>
            </a:lvl1pPr>
          </a:lstStyle>
          <a:p>
            <a:fld id="{AFC0DE47-E009-49FD-9AD1-65414DD64D1A}" type="slidenum">
              <a:rPr lang="en-US" smtClean="0"/>
              <a:pPr/>
              <a:t>‹Nr.›</a:t>
            </a:fld>
            <a:endParaRPr lang="en-US" dirty="0"/>
          </a:p>
        </p:txBody>
      </p:sp>
      <p:grpSp>
        <p:nvGrpSpPr>
          <p:cNvPr id="34" name="Group 33">
            <a:extLst>
              <a:ext uri="{FF2B5EF4-FFF2-40B4-BE49-F238E27FC236}">
                <a16:creationId xmlns:a16="http://schemas.microsoft.com/office/drawing/2014/main" id="{72D6DB15-3A3C-A01A-E51C-D63AC65773C7}"/>
              </a:ext>
            </a:extLst>
          </p:cNvPr>
          <p:cNvGrpSpPr/>
          <p:nvPr userDrawn="1"/>
        </p:nvGrpSpPr>
        <p:grpSpPr bwMode="gray">
          <a:xfrm>
            <a:off x="373138" y="6253686"/>
            <a:ext cx="504000" cy="504000"/>
            <a:chOff x="374726" y="6255274"/>
            <a:chExt cx="504000" cy="504000"/>
          </a:xfrm>
        </p:grpSpPr>
        <p:sp>
          <p:nvSpPr>
            <p:cNvPr id="31" name="Freeform: Shape 30">
              <a:extLst>
                <a:ext uri="{FF2B5EF4-FFF2-40B4-BE49-F238E27FC236}">
                  <a16:creationId xmlns:a16="http://schemas.microsoft.com/office/drawing/2014/main" id="{6DD3A6E2-D0AC-A01F-DA6A-914E1B3CDF3E}"/>
                </a:ext>
              </a:extLst>
            </p:cNvPr>
            <p:cNvSpPr/>
            <p:nvPr/>
          </p:nvSpPr>
          <p:spPr bwMode="gray">
            <a:xfrm>
              <a:off x="374726" y="6255274"/>
              <a:ext cx="504000" cy="504000"/>
            </a:xfrm>
            <a:custGeom>
              <a:avLst/>
              <a:gdLst>
                <a:gd name="connsiteX0" fmla="*/ 252000 w 504000"/>
                <a:gd name="connsiteY0" fmla="*/ 0 h 504000"/>
                <a:gd name="connsiteX1" fmla="*/ 504000 w 504000"/>
                <a:gd name="connsiteY1" fmla="*/ 252000 h 504000"/>
                <a:gd name="connsiteX2" fmla="*/ 252000 w 504000"/>
                <a:gd name="connsiteY2" fmla="*/ 504000 h 504000"/>
                <a:gd name="connsiteX3" fmla="*/ 0 w 504000"/>
                <a:gd name="connsiteY3" fmla="*/ 252000 h 504000"/>
                <a:gd name="connsiteX4" fmla="*/ 252000 w 504000"/>
                <a:gd name="connsiteY4" fmla="*/ 0 h 50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000" h="504000">
                  <a:moveTo>
                    <a:pt x="252000" y="0"/>
                  </a:moveTo>
                  <a:cubicBezTo>
                    <a:pt x="391341" y="0"/>
                    <a:pt x="504000" y="112659"/>
                    <a:pt x="504000" y="252000"/>
                  </a:cubicBezTo>
                  <a:cubicBezTo>
                    <a:pt x="504000" y="391341"/>
                    <a:pt x="391341" y="504000"/>
                    <a:pt x="252000" y="504000"/>
                  </a:cubicBezTo>
                  <a:cubicBezTo>
                    <a:pt x="112659" y="504000"/>
                    <a:pt x="0" y="391341"/>
                    <a:pt x="0" y="252000"/>
                  </a:cubicBezTo>
                  <a:cubicBezTo>
                    <a:pt x="0" y="112659"/>
                    <a:pt x="112659" y="0"/>
                    <a:pt x="252000" y="0"/>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1FEB18C8-5D15-EE0D-3549-8A98320EC764}"/>
                </a:ext>
              </a:extLst>
            </p:cNvPr>
            <p:cNvSpPr/>
            <p:nvPr/>
          </p:nvSpPr>
          <p:spPr bwMode="gray">
            <a:xfrm>
              <a:off x="421568" y="6315754"/>
              <a:ext cx="407943" cy="323152"/>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3" h="323152">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62259" y="45064"/>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E463BEB1-1A28-BD9D-D4D3-61DF6C6AFD78}"/>
                </a:ext>
              </a:extLst>
            </p:cNvPr>
            <p:cNvSpPr/>
            <p:nvPr/>
          </p:nvSpPr>
          <p:spPr bwMode="gray">
            <a:xfrm>
              <a:off x="421568" y="6356265"/>
              <a:ext cx="88941" cy="88941"/>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
        <p:nvSpPr>
          <p:cNvPr id="38" name="Freeform: Shape 37">
            <a:extLst>
              <a:ext uri="{FF2B5EF4-FFF2-40B4-BE49-F238E27FC236}">
                <a16:creationId xmlns:a16="http://schemas.microsoft.com/office/drawing/2014/main" id="{0693B4EA-7DB8-B21C-9F67-D5891F9F00C8}"/>
              </a:ext>
            </a:extLst>
          </p:cNvPr>
          <p:cNvSpPr>
            <a:spLocks/>
          </p:cNvSpPr>
          <p:nvPr userDrawn="1"/>
        </p:nvSpPr>
        <p:spPr>
          <a:xfrm>
            <a:off x="11588297" y="6482964"/>
            <a:ext cx="15875" cy="138499"/>
          </a:xfrm>
          <a:custGeom>
            <a:avLst/>
            <a:gdLst>
              <a:gd name="connsiteX0" fmla="*/ 0 w 15875"/>
              <a:gd name="connsiteY0" fmla="*/ 0 h 144463"/>
              <a:gd name="connsiteX1" fmla="*/ 15875 w 15875"/>
              <a:gd name="connsiteY1" fmla="*/ 0 h 144463"/>
              <a:gd name="connsiteX2" fmla="*/ 15875 w 15875"/>
              <a:gd name="connsiteY2" fmla="*/ 144463 h 144463"/>
              <a:gd name="connsiteX3" fmla="*/ 0 w 15875"/>
              <a:gd name="connsiteY3" fmla="*/ 144463 h 144463"/>
              <a:gd name="connsiteX4" fmla="*/ 0 w 15875"/>
              <a:gd name="connsiteY4" fmla="*/ 0 h 1444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75" h="144463">
                <a:moveTo>
                  <a:pt x="0" y="0"/>
                </a:moveTo>
                <a:lnTo>
                  <a:pt x="15875" y="0"/>
                </a:lnTo>
                <a:lnTo>
                  <a:pt x="15875" y="144463"/>
                </a:lnTo>
                <a:lnTo>
                  <a:pt x="0" y="144463"/>
                </a:lnTo>
                <a:lnTo>
                  <a:pt x="0" y="0"/>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dirty="0">
              <a:solidFill>
                <a:schemeClr val="bg1"/>
              </a:solidFill>
            </a:endParaRPr>
          </a:p>
        </p:txBody>
      </p:sp>
      <p:sp>
        <p:nvSpPr>
          <p:cNvPr id="9" name="Textfeld 8">
            <a:extLst>
              <a:ext uri="{FF2B5EF4-FFF2-40B4-BE49-F238E27FC236}">
                <a16:creationId xmlns:a16="http://schemas.microsoft.com/office/drawing/2014/main" id="{38AE55F5-0817-F586-D926-F58CE0560107}"/>
              </a:ext>
            </a:extLst>
          </p:cNvPr>
          <p:cNvSpPr txBox="1"/>
          <p:nvPr userDrawn="1">
            <p:extLst>
              <p:ext uri="{1162E1C5-73C7-4A58-AE30-91384D911F3F}">
                <p184:classification xmlns:p184="http://schemas.microsoft.com/office/powerpoint/2018/4/main" val="ftr"/>
              </p:ext>
            </p:extLst>
          </p:nvPr>
        </p:nvSpPr>
        <p:spPr>
          <a:xfrm>
            <a:off x="5838000" y="6642100"/>
            <a:ext cx="544512" cy="152400"/>
          </a:xfrm>
          <a:prstGeom prst="rect">
            <a:avLst/>
          </a:prstGeom>
        </p:spPr>
        <p:txBody>
          <a:bodyPr horzOverflow="overflow" lIns="0" tIns="0" rIns="0" bIns="0">
            <a:spAutoFit/>
          </a:bodyPr>
          <a:lstStyle/>
          <a:p>
            <a:pPr algn="l"/>
            <a:r>
              <a:rPr lang="de-DE" sz="1000">
                <a:solidFill>
                  <a:srgbClr val="000000">
                    <a:alpha val="50000"/>
                  </a:srgbClr>
                </a:solidFill>
                <a:latin typeface="Calibri" panose="020F0502020204030204" pitchFamily="34" charset="0"/>
                <a:ea typeface="Calibri" panose="020F0502020204030204" pitchFamily="34" charset="0"/>
                <a:cs typeface="Calibri" panose="020F0502020204030204" pitchFamily="34" charset="0"/>
              </a:rPr>
              <a:t>INTERNAL</a:t>
            </a:r>
          </a:p>
        </p:txBody>
      </p:sp>
      <p:pic>
        <p:nvPicPr>
          <p:cNvPr id="10" name="Grafik 9">
            <a:extLst>
              <a:ext uri="{FF2B5EF4-FFF2-40B4-BE49-F238E27FC236}">
                <a16:creationId xmlns:a16="http://schemas.microsoft.com/office/drawing/2014/main" id="{727B1DEA-EB29-6A94-4985-61118C0049BA}"/>
              </a:ext>
            </a:extLst>
          </p:cNvPr>
          <p:cNvPicPr>
            <a:picLocks noChangeAspect="1"/>
          </p:cNvPicPr>
          <p:nvPr userDrawn="1"/>
        </p:nvPicPr>
        <p:blipFill>
          <a:blip r:embed="rId39"/>
          <a:stretch>
            <a:fillRect/>
          </a:stretch>
        </p:blipFill>
        <p:spPr>
          <a:xfrm>
            <a:off x="10212655" y="269051"/>
            <a:ext cx="1687068" cy="932688"/>
          </a:xfrm>
          <a:prstGeom prst="rect">
            <a:avLst/>
          </a:prstGeom>
        </p:spPr>
      </p:pic>
    </p:spTree>
    <p:extLst>
      <p:ext uri="{BB962C8B-B14F-4D97-AF65-F5344CB8AC3E}">
        <p14:creationId xmlns:p14="http://schemas.microsoft.com/office/powerpoint/2010/main" val="1299563448"/>
      </p:ext>
    </p:extLst>
  </p:cSld>
  <p:clrMap bg1="dk1" tx1="lt1" bg2="dk2" tx2="lt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Lst>
  <p:hf hdr="0"/>
  <p:txStyles>
    <p:titleStyle>
      <a:lvl1pPr algn="l" defTabSz="914400" rtl="0" eaLnBrk="1" latinLnBrk="0" hangingPunct="1">
        <a:lnSpc>
          <a:spcPct val="90000"/>
        </a:lnSpc>
        <a:spcBef>
          <a:spcPct val="0"/>
        </a:spcBef>
        <a:buNone/>
        <a:defRPr sz="4000" kern="1200">
          <a:solidFill>
            <a:schemeClr val="tx2"/>
          </a:solidFill>
          <a:latin typeface="+mj-lt"/>
          <a:ea typeface="+mj-ea"/>
          <a:cs typeface="+mj-cs"/>
        </a:defRPr>
      </a:lvl1pPr>
    </p:titleStyle>
    <p:bodyStyle>
      <a:lvl1pPr marL="18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1pPr>
      <a:lvl2pPr marL="3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2pPr>
      <a:lvl3pPr marL="5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4pPr>
      <a:lvl5pPr marL="90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5pPr>
      <a:lvl6pPr marL="108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6pPr>
      <a:lvl7pPr marL="12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7pPr>
      <a:lvl8pPr marL="14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8pPr>
      <a:lvl9pPr marL="16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34" userDrawn="1">
          <p15:clr>
            <a:srgbClr val="F26B43"/>
          </p15:clr>
        </p15:guide>
        <p15:guide id="4" pos="7446" userDrawn="1">
          <p15:clr>
            <a:srgbClr val="F26B43"/>
          </p15:clr>
        </p15:guide>
        <p15:guide id="5" orient="horz" pos="1029" userDrawn="1">
          <p15:clr>
            <a:srgbClr val="F26B43"/>
          </p15:clr>
        </p15:guide>
        <p15:guide id="6" orient="horz" pos="3911" userDrawn="1">
          <p15:clr>
            <a:srgbClr val="F26B43"/>
          </p15:clr>
        </p15:guide>
        <p15:guide id="7" orient="horz" pos="4042" userDrawn="1">
          <p15:clr>
            <a:srgbClr val="F26B43"/>
          </p15:clr>
        </p15:guide>
        <p15:guide id="8" orient="horz" pos="4171" userDrawn="1">
          <p15:clr>
            <a:srgbClr val="F26B43"/>
          </p15:clr>
        </p15:guide>
        <p15:guide id="9" orient="horz" pos="234" userDrawn="1">
          <p15:clr>
            <a:srgbClr val="F26B43"/>
          </p15:clr>
        </p15:guide>
        <p15:guide id="10" orient="horz" pos="4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9.xml"/><Relationship Id="rId5" Type="http://schemas.openxmlformats.org/officeDocument/2006/relationships/image" Target="../media/image1.emf"/><Relationship Id="rId4" Type="http://schemas.openxmlformats.org/officeDocument/2006/relationships/oleObject" Target="../embeddings/oleObject9.bin"/></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5.xml"/><Relationship Id="rId1" Type="http://schemas.openxmlformats.org/officeDocument/2006/relationships/tags" Target="../tags/tag10.xml"/><Relationship Id="rId5" Type="http://schemas.openxmlformats.org/officeDocument/2006/relationships/image" Target="../media/image1.emf"/><Relationship Id="rId4" Type="http://schemas.openxmlformats.org/officeDocument/2006/relationships/oleObject" Target="../embeddings/oleObject10.bin"/></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71FE449C-25CA-1564-3038-AC87F4EB84DD}"/>
              </a:ext>
            </a:extLst>
          </p:cNvPr>
          <p:cNvGraphicFramePr>
            <a:graphicFrameLocks noChangeAspect="1"/>
          </p:cNvGraphicFramePr>
          <p:nvPr>
            <p:custDataLst>
              <p:tags r:id="rId1"/>
            </p:custDataLst>
            <p:extLst>
              <p:ext uri="{D42A27DB-BD31-4B8C-83A1-F6EECF244321}">
                <p14:modId xmlns:p14="http://schemas.microsoft.com/office/powerpoint/2010/main" val="22944213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73" imgH="473" progId="TCLayout.ActiveDocument.1">
                  <p:embed/>
                </p:oleObj>
              </mc:Choice>
              <mc:Fallback>
                <p:oleObj name="think-cell Folie" r:id="rId4" imgW="473" imgH="473" progId="TCLayout.ActiveDocument.1">
                  <p:embed/>
                  <p:pic>
                    <p:nvPicPr>
                      <p:cNvPr id="13" name="think-cell data - do not delete" hidden="1">
                        <a:extLst>
                          <a:ext uri="{FF2B5EF4-FFF2-40B4-BE49-F238E27FC236}">
                            <a16:creationId xmlns:a16="http://schemas.microsoft.com/office/drawing/2014/main" id="{71FE449C-25CA-1564-3038-AC87F4EB84D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60D8FCC8-2D2D-9A7B-20F3-97E87C38D8BB}"/>
              </a:ext>
            </a:extLst>
          </p:cNvPr>
          <p:cNvSpPr>
            <a:spLocks noGrp="1"/>
          </p:cNvSpPr>
          <p:nvPr>
            <p:ph type="ctrTitle"/>
          </p:nvPr>
        </p:nvSpPr>
        <p:spPr>
          <a:xfrm>
            <a:off x="373063" y="373063"/>
            <a:ext cx="11447462" cy="2300000"/>
          </a:xfrm>
        </p:spPr>
        <p:txBody>
          <a:bodyPr vert="horz">
            <a:normAutofit/>
          </a:bodyPr>
          <a:lstStyle/>
          <a:p>
            <a:r>
              <a:rPr lang="en-US" sz="4400" noProof="0"/>
              <a:t>Functional Testing of Security in Industrial Gateways under the New Machinery Regulation</a:t>
            </a:r>
          </a:p>
        </p:txBody>
      </p:sp>
      <p:sp>
        <p:nvSpPr>
          <p:cNvPr id="3" name="Subtitle 2">
            <a:extLst>
              <a:ext uri="{FF2B5EF4-FFF2-40B4-BE49-F238E27FC236}">
                <a16:creationId xmlns:a16="http://schemas.microsoft.com/office/drawing/2014/main" id="{AC8966D1-86EC-D96F-3FE7-3AAF5B8CB21C}"/>
              </a:ext>
            </a:extLst>
          </p:cNvPr>
          <p:cNvSpPr>
            <a:spLocks noGrp="1"/>
          </p:cNvSpPr>
          <p:nvPr>
            <p:ph type="subTitle" idx="1"/>
          </p:nvPr>
        </p:nvSpPr>
        <p:spPr>
          <a:xfrm>
            <a:off x="373063" y="2860000"/>
            <a:ext cx="9000000" cy="654025"/>
          </a:xfrm>
        </p:spPr>
        <p:txBody>
          <a:bodyPr/>
          <a:lstStyle/>
          <a:p>
            <a:r>
              <a:rPr lang="de-DE" sz="2000" noProof="0" dirty="0"/>
              <a:t>Bachelorarbeit T3_3300 </a:t>
            </a:r>
            <a:endParaRPr lang="de-DE" sz="2000" dirty="0"/>
          </a:p>
          <a:p>
            <a:r>
              <a:rPr lang="de-DE" sz="2000" noProof="0" dirty="0"/>
              <a:t>Elektrotechnik, Studienrichtung Automation</a:t>
            </a:r>
          </a:p>
        </p:txBody>
      </p:sp>
      <p:sp>
        <p:nvSpPr>
          <p:cNvPr id="4" name="Text Placeholder 3">
            <a:extLst>
              <a:ext uri="{FF2B5EF4-FFF2-40B4-BE49-F238E27FC236}">
                <a16:creationId xmlns:a16="http://schemas.microsoft.com/office/drawing/2014/main" id="{EDD1E42B-3899-70F4-E49E-8EFAB5F04DE1}"/>
              </a:ext>
            </a:extLst>
          </p:cNvPr>
          <p:cNvSpPr>
            <a:spLocks noGrp="1"/>
          </p:cNvSpPr>
          <p:nvPr>
            <p:ph type="body" sz="quarter" idx="10"/>
          </p:nvPr>
        </p:nvSpPr>
        <p:spPr>
          <a:xfrm>
            <a:off x="373063" y="5700000"/>
            <a:ext cx="9000000" cy="450000"/>
          </a:xfrm>
        </p:spPr>
        <p:txBody>
          <a:bodyPr wrap="square">
            <a:normAutofit/>
          </a:bodyPr>
          <a:lstStyle/>
          <a:p>
            <a:r>
              <a:rPr lang="de-DE" sz="2000" noProof="0" dirty="0"/>
              <a:t>22.09.2026</a:t>
            </a:r>
          </a:p>
        </p:txBody>
      </p:sp>
      <p:sp>
        <p:nvSpPr>
          <p:cNvPr id="5" name="Text Placeholder 4">
            <a:extLst>
              <a:ext uri="{FF2B5EF4-FFF2-40B4-BE49-F238E27FC236}">
                <a16:creationId xmlns:a16="http://schemas.microsoft.com/office/drawing/2014/main" id="{8EB822ED-6D0F-9018-1045-7C6E314E674E}"/>
              </a:ext>
            </a:extLst>
          </p:cNvPr>
          <p:cNvSpPr>
            <a:spLocks noGrp="1"/>
          </p:cNvSpPr>
          <p:nvPr>
            <p:ph type="body" sz="quarter" idx="11"/>
          </p:nvPr>
        </p:nvSpPr>
        <p:spPr>
          <a:xfrm>
            <a:off x="1397000" y="6232009"/>
            <a:ext cx="4699000" cy="184666"/>
          </a:xfrm>
        </p:spPr>
        <p:txBody>
          <a:bodyPr/>
          <a:lstStyle/>
          <a:p>
            <a:r>
              <a:rPr lang="de-DE" dirty="0"/>
              <a:t>Nathalie Nuber</a:t>
            </a:r>
          </a:p>
        </p:txBody>
      </p:sp>
    </p:spTree>
    <p:extLst>
      <p:ext uri="{BB962C8B-B14F-4D97-AF65-F5344CB8AC3E}">
        <p14:creationId xmlns:p14="http://schemas.microsoft.com/office/powerpoint/2010/main" val="322736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84AD65BA-CBF2-F95F-DA6F-643668DAB23D}"/>
              </a:ext>
            </a:extLst>
          </p:cNvPr>
          <p:cNvGraphicFramePr>
            <a:graphicFrameLocks noChangeAspect="1"/>
          </p:cNvGraphicFramePr>
          <p:nvPr>
            <p:custDataLst>
              <p:tags r:id="rId1"/>
            </p:custDataLst>
            <p:extLst>
              <p:ext uri="{D42A27DB-BD31-4B8C-83A1-F6EECF244321}">
                <p14:modId xmlns:p14="http://schemas.microsoft.com/office/powerpoint/2010/main" val="35904222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73" imgH="473" progId="TCLayout.ActiveDocument.1">
                  <p:embed/>
                </p:oleObj>
              </mc:Choice>
              <mc:Fallback>
                <p:oleObj name="think-cell Folie" r:id="rId4" imgW="473" imgH="473" progId="TCLayout.ActiveDocument.1">
                  <p:embed/>
                  <p:pic>
                    <p:nvPicPr>
                      <p:cNvPr id="8" name="think-cell data - do not delete" hidden="1">
                        <a:extLst>
                          <a:ext uri="{FF2B5EF4-FFF2-40B4-BE49-F238E27FC236}">
                            <a16:creationId xmlns:a16="http://schemas.microsoft.com/office/drawing/2014/main" id="{84AD65BA-CBF2-F95F-DA6F-643668DAB23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E1CBE85C-D6EF-0AC1-871B-FD3E0DC23C5D}"/>
              </a:ext>
            </a:extLst>
          </p:cNvPr>
          <p:cNvSpPr>
            <a:spLocks noGrp="1"/>
          </p:cNvSpPr>
          <p:nvPr>
            <p:ph type="title"/>
          </p:nvPr>
        </p:nvSpPr>
        <p:spPr>
          <a:xfrm>
            <a:off x="373063" y="650591"/>
            <a:ext cx="11447462" cy="553998"/>
          </a:xfrm>
        </p:spPr>
        <p:txBody>
          <a:bodyPr>
            <a:normAutofit/>
          </a:bodyPr>
          <a:lstStyle/>
          <a:p>
            <a:r>
              <a:rPr lang="de-DE"/>
              <a:t>Der Weg von der Pflicht zum Prüfergebnis</a:t>
            </a:r>
          </a:p>
        </p:txBody>
      </p:sp>
      <p:sp>
        <p:nvSpPr>
          <p:cNvPr id="13" name="Date Placeholder 12">
            <a:extLst>
              <a:ext uri="{FF2B5EF4-FFF2-40B4-BE49-F238E27FC236}">
                <a16:creationId xmlns:a16="http://schemas.microsoft.com/office/drawing/2014/main" id="{FB84C756-F134-14F6-69BA-D2A95B659785}"/>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14" name="Footer Placeholder 13">
            <a:extLst>
              <a:ext uri="{FF2B5EF4-FFF2-40B4-BE49-F238E27FC236}">
                <a16:creationId xmlns:a16="http://schemas.microsoft.com/office/drawing/2014/main" id="{131E2C5C-6DA1-E39E-43E6-0749C0EE911B}"/>
              </a:ext>
            </a:extLst>
          </p:cNvPr>
          <p:cNvSpPr>
            <a:spLocks noGrp="1"/>
          </p:cNvSpPr>
          <p:nvPr>
            <p:ph type="ftr" sz="quarter" idx="11"/>
          </p:nvPr>
        </p:nvSpPr>
        <p:spPr>
          <a:xfrm>
            <a:off x="952318" y="6482964"/>
            <a:ext cx="6000000" cy="138499"/>
          </a:xfrm>
        </p:spPr>
        <p:txBody>
          <a:bodyPr/>
          <a:lstStyle/>
          <a:p>
            <a:r>
              <a:rPr lang="en-US" noProof="0"/>
              <a:t>Functional Testing of Security in Industrial Gateways under the New Machinery Regulation</a:t>
            </a:r>
          </a:p>
        </p:txBody>
      </p:sp>
      <p:sp>
        <p:nvSpPr>
          <p:cNvPr id="15" name="Slide Number Placeholder 14">
            <a:extLst>
              <a:ext uri="{FF2B5EF4-FFF2-40B4-BE49-F238E27FC236}">
                <a16:creationId xmlns:a16="http://schemas.microsoft.com/office/drawing/2014/main" id="{6C4A42A5-47D7-BAF3-B241-5017EFC10BD2}"/>
              </a:ext>
            </a:extLst>
          </p:cNvPr>
          <p:cNvSpPr>
            <a:spLocks noGrp="1"/>
          </p:cNvSpPr>
          <p:nvPr>
            <p:ph type="sldNum" sz="quarter" idx="12"/>
          </p:nvPr>
        </p:nvSpPr>
        <p:spPr>
          <a:xfrm>
            <a:off x="11623675" y="6344464"/>
            <a:ext cx="196850" cy="276999"/>
          </a:xfrm>
        </p:spPr>
        <p:txBody>
          <a:bodyPr/>
          <a:lstStyle/>
          <a:p>
            <a:fld id="{AFC0DE47-E009-49FD-9AD1-65414DD64D1A}" type="slidenum">
              <a:rPr lang="en-US" noProof="0" smtClean="0"/>
              <a:pPr/>
              <a:t>2</a:t>
            </a:fld>
            <a:endParaRPr lang="en-US" noProof="0"/>
          </a:p>
        </p:txBody>
      </p:sp>
      <p:sp>
        <p:nvSpPr>
          <p:cNvPr id="5" name="Text Placeholder 4">
            <a:extLst>
              <a:ext uri="{FF2B5EF4-FFF2-40B4-BE49-F238E27FC236}">
                <a16:creationId xmlns:a16="http://schemas.microsoft.com/office/drawing/2014/main" id="{5C1ED7AE-7FE4-9AF6-6AA8-5251FF0F1298}"/>
              </a:ext>
            </a:extLst>
          </p:cNvPr>
          <p:cNvSpPr>
            <a:spLocks noGrp="1"/>
          </p:cNvSpPr>
          <p:nvPr>
            <p:ph type="body" sz="quarter" idx="13"/>
          </p:nvPr>
        </p:nvSpPr>
        <p:spPr>
          <a:xfrm>
            <a:off x="373063" y="373592"/>
            <a:ext cx="11447462" cy="276999"/>
          </a:xfrm>
        </p:spPr>
        <p:txBody>
          <a:bodyPr/>
          <a:lstStyle/>
          <a:p>
            <a:endParaRPr lang="de-DE" noProof="0"/>
          </a:p>
        </p:txBody>
      </p:sp>
      <p:sp>
        <p:nvSpPr>
          <p:cNvPr id="22" name="Text Placeholder 21">
            <a:extLst>
              <a:ext uri="{FF2B5EF4-FFF2-40B4-BE49-F238E27FC236}">
                <a16:creationId xmlns:a16="http://schemas.microsoft.com/office/drawing/2014/main" id="{C4E9FEF3-553A-56D6-83C1-5AFF042A8B11}"/>
              </a:ext>
            </a:extLst>
          </p:cNvPr>
          <p:cNvSpPr>
            <a:spLocks noGrp="1"/>
          </p:cNvSpPr>
          <p:nvPr>
            <p:ph type="body" sz="quarter" idx="14"/>
          </p:nvPr>
        </p:nvSpPr>
        <p:spPr>
          <a:xfrm>
            <a:off x="952318" y="6278566"/>
            <a:ext cx="6000000" cy="138112"/>
          </a:xfrm>
        </p:spPr>
        <p:txBody>
          <a:bodyPr vert="horz">
            <a:noAutofit/>
          </a:bodyPr>
          <a:lstStyle/>
          <a:p>
            <a:r>
              <a:rPr lang="en-US" noProof="0"/>
              <a:t>Agenda</a:t>
            </a:r>
          </a:p>
        </p:txBody>
      </p:sp>
      <p:sp>
        <p:nvSpPr>
          <p:cNvPr id="60" name="Autor Fusszeile"/>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200" name="Kapitelachse"/>
          <p:cNvSpPr/>
          <p:nvPr/>
        </p:nvSpPr>
        <p:spPr>
          <a:xfrm>
            <a:off x="1500000" y="1360000"/>
            <a:ext cx="24000" cy="4295200"/>
          </a:xfrm>
          <a:prstGeom prst="rect">
            <a:avLst/>
          </a:prstGeom>
          <a:solidFill>
            <a:srgbClr val="D9D9D9"/>
          </a:solidFill>
          <a:ln>
            <a:noFill/>
          </a:ln>
        </p:spPr>
        <p:txBody>
          <a:bodyPr wrap="square" lIns="0" tIns="0" rIns="0" bIns="0" anchor="ctr">
            <a:normAutofit/>
          </a:bodyPr>
          <a:lstStyle/>
          <a:p>
            <a:endParaRPr lang="de-DE"/>
          </a:p>
        </p:txBody>
      </p:sp>
      <p:sp>
        <p:nvSpPr>
          <p:cNvPr id="201" name="Kapitelpunkt 1"/>
          <p:cNvSpPr/>
          <p:nvPr/>
        </p:nvSpPr>
        <p:spPr>
          <a:xfrm>
            <a:off x="1412000" y="1689520"/>
            <a:ext cx="200000" cy="200000"/>
          </a:xfrm>
          <a:prstGeom prst="ellipse">
            <a:avLst/>
          </a:prstGeom>
          <a:solidFill>
            <a:srgbClr val="FF6E00"/>
          </a:solidFill>
          <a:ln>
            <a:noFill/>
          </a:ln>
        </p:spPr>
        <p:txBody>
          <a:bodyPr wrap="square" lIns="0" tIns="0" rIns="0" bIns="0" anchor="ctr">
            <a:normAutofit fontScale="62500" lnSpcReduction="20000"/>
          </a:bodyPr>
          <a:lstStyle/>
          <a:p>
            <a:endParaRPr lang="de-DE"/>
          </a:p>
        </p:txBody>
      </p:sp>
      <p:sp>
        <p:nvSpPr>
          <p:cNvPr id="202" name="Kapitelziffer 1"/>
          <p:cNvSpPr/>
          <p:nvPr/>
        </p:nvSpPr>
        <p:spPr>
          <a:xfrm>
            <a:off x="100000" y="1529520"/>
            <a:ext cx="1200000" cy="520000"/>
          </a:xfrm>
          <a:prstGeom prst="rect">
            <a:avLst/>
          </a:prstGeom>
          <a:noFill/>
          <a:ln>
            <a:noFill/>
          </a:ln>
        </p:spPr>
        <p:txBody>
          <a:bodyPr wrap="square" lIns="0" tIns="0" rIns="0" bIns="0" anchor="ctr">
            <a:normAutofit lnSpcReduction="10000"/>
          </a:bodyPr>
          <a:lstStyle/>
          <a:p>
            <a:pPr algn="r"/>
            <a:r>
              <a:rPr lang="de-DE" sz="3600" b="1">
                <a:solidFill>
                  <a:srgbClr val="FF6E00"/>
                </a:solidFill>
              </a:rPr>
              <a:t>01</a:t>
            </a:r>
          </a:p>
        </p:txBody>
      </p:sp>
      <p:sp>
        <p:nvSpPr>
          <p:cNvPr id="203" name="Kapitelname 1"/>
          <p:cNvSpPr/>
          <p:nvPr/>
        </p:nvSpPr>
        <p:spPr>
          <a:xfrm>
            <a:off x="1900000" y="154952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Motivation und Grundlagen</a:t>
            </a:r>
          </a:p>
        </p:txBody>
      </p:sp>
      <p:sp>
        <p:nvSpPr>
          <p:cNvPr id="205" name="Kapitelpunkt 2"/>
          <p:cNvSpPr/>
          <p:nvPr/>
        </p:nvSpPr>
        <p:spPr>
          <a:xfrm>
            <a:off x="1437000" y="257356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06" name="Kapitelziffer 2"/>
          <p:cNvSpPr/>
          <p:nvPr/>
        </p:nvSpPr>
        <p:spPr>
          <a:xfrm>
            <a:off x="100000" y="238856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02</a:t>
            </a:r>
          </a:p>
        </p:txBody>
      </p:sp>
      <p:sp>
        <p:nvSpPr>
          <p:cNvPr id="207" name="Kapitelname 2"/>
          <p:cNvSpPr/>
          <p:nvPr/>
        </p:nvSpPr>
        <p:spPr>
          <a:xfrm>
            <a:off x="1900000" y="240856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Methodik</a:t>
            </a:r>
          </a:p>
        </p:txBody>
      </p:sp>
      <p:sp>
        <p:nvSpPr>
          <p:cNvPr id="209" name="Kapitelpunkt 3"/>
          <p:cNvSpPr/>
          <p:nvPr/>
        </p:nvSpPr>
        <p:spPr>
          <a:xfrm>
            <a:off x="1437000" y="343260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0" name="Kapitelziffer 3"/>
          <p:cNvSpPr/>
          <p:nvPr/>
        </p:nvSpPr>
        <p:spPr>
          <a:xfrm>
            <a:off x="100000" y="324760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03</a:t>
            </a:r>
          </a:p>
        </p:txBody>
      </p:sp>
      <p:sp>
        <p:nvSpPr>
          <p:cNvPr id="211" name="Kapitelname 3"/>
          <p:cNvSpPr/>
          <p:nvPr/>
        </p:nvSpPr>
        <p:spPr>
          <a:xfrm>
            <a:off x="1900000" y="326760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Ergebnisse</a:t>
            </a:r>
          </a:p>
        </p:txBody>
      </p:sp>
      <p:sp>
        <p:nvSpPr>
          <p:cNvPr id="213" name="Kapitelpunkt 4"/>
          <p:cNvSpPr/>
          <p:nvPr/>
        </p:nvSpPr>
        <p:spPr>
          <a:xfrm>
            <a:off x="1437000" y="429164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4" name="Kapitelziffer 4"/>
          <p:cNvSpPr/>
          <p:nvPr/>
        </p:nvSpPr>
        <p:spPr>
          <a:xfrm>
            <a:off x="100000" y="410664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04</a:t>
            </a:r>
          </a:p>
        </p:txBody>
      </p:sp>
      <p:sp>
        <p:nvSpPr>
          <p:cNvPr id="215" name="Kapitelname 4"/>
          <p:cNvSpPr/>
          <p:nvPr/>
        </p:nvSpPr>
        <p:spPr>
          <a:xfrm>
            <a:off x="1900000" y="412664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Fazit</a:t>
            </a:r>
          </a:p>
        </p:txBody>
      </p:sp>
      <p:sp>
        <p:nvSpPr>
          <p:cNvPr id="217" name="Kapitelpunkt 5"/>
          <p:cNvSpPr/>
          <p:nvPr/>
        </p:nvSpPr>
        <p:spPr>
          <a:xfrm>
            <a:off x="1437000" y="515068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8" name="Kapitelziffer 5"/>
          <p:cNvSpPr/>
          <p:nvPr/>
        </p:nvSpPr>
        <p:spPr>
          <a:xfrm>
            <a:off x="100000" y="496568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05</a:t>
            </a:r>
          </a:p>
        </p:txBody>
      </p:sp>
      <p:sp>
        <p:nvSpPr>
          <p:cNvPr id="219" name="Kapitelname 5"/>
          <p:cNvSpPr/>
          <p:nvPr/>
        </p:nvSpPr>
        <p:spPr>
          <a:xfrm>
            <a:off x="1900000" y="498568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Ausblick</a:t>
            </a:r>
          </a:p>
        </p:txBody>
      </p:sp>
    </p:spTree>
    <p:extLst>
      <p:ext uri="{BB962C8B-B14F-4D97-AF65-F5344CB8AC3E}">
        <p14:creationId xmlns:p14="http://schemas.microsoft.com/office/powerpoint/2010/main" val="3108043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a:t>Das Gateway verbindet zwei Welten mit gegensätzlichen Schutzzielen</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3</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130" name="IT-Titel"/>
          <p:cNvSpPr txBox="1"/>
          <p:nvPr/>
        </p:nvSpPr>
        <p:spPr>
          <a:xfrm>
            <a:off x="600000" y="1890000"/>
            <a:ext cx="2600000" cy="340000"/>
          </a:xfrm>
          <a:prstGeom prst="rect">
            <a:avLst/>
          </a:prstGeom>
          <a:noFill/>
        </p:spPr>
        <p:txBody>
          <a:bodyPr wrap="square" lIns="0" tIns="0" rIns="0" bIns="0" anchor="t">
            <a:normAutofit/>
          </a:bodyPr>
          <a:lstStyle/>
          <a:p>
            <a:pPr algn="ctr">
              <a:lnSpc>
                <a:spcPct val="105000"/>
              </a:lnSpc>
            </a:pPr>
            <a:r>
              <a:rPr lang="de-DE" sz="2000" b="1">
                <a:solidFill>
                  <a:srgbClr val="2F6690"/>
                </a:solidFill>
              </a:rPr>
              <a:t>IT</a:t>
            </a:r>
          </a:p>
        </p:txBody>
      </p:sp>
      <p:sp>
        <p:nvSpPr>
          <p:cNvPr id="131" name="OT-Titel"/>
          <p:cNvSpPr txBox="1"/>
          <p:nvPr/>
        </p:nvSpPr>
        <p:spPr>
          <a:xfrm>
            <a:off x="8992000" y="1890000"/>
            <a:ext cx="2600000" cy="340000"/>
          </a:xfrm>
          <a:prstGeom prst="rect">
            <a:avLst/>
          </a:prstGeom>
          <a:noFill/>
        </p:spPr>
        <p:txBody>
          <a:bodyPr wrap="square" lIns="0" tIns="0" rIns="0" bIns="0" anchor="t">
            <a:normAutofit/>
          </a:bodyPr>
          <a:lstStyle/>
          <a:p>
            <a:pPr algn="ctr">
              <a:lnSpc>
                <a:spcPct val="105000"/>
              </a:lnSpc>
            </a:pPr>
            <a:r>
              <a:rPr lang="de-DE" sz="2000" b="1">
                <a:solidFill>
                  <a:srgbClr val="30343A"/>
                </a:solidFill>
              </a:rPr>
              <a:t>OT</a:t>
            </a:r>
          </a:p>
        </p:txBody>
      </p:sp>
      <p:sp>
        <p:nvSpPr>
          <p:cNvPr id="140" name="Gateway"/>
          <p:cNvSpPr/>
          <p:nvPr/>
        </p:nvSpPr>
        <p:spPr>
          <a:xfrm>
            <a:off x="5496000" y="3180000"/>
            <a:ext cx="1200000" cy="1200000"/>
          </a:xfrm>
          <a:prstGeom prst="roundRect">
            <a:avLst/>
          </a:prstGeom>
          <a:solidFill>
            <a:srgbClr val="30343A"/>
          </a:solidFill>
          <a:ln>
            <a:noFill/>
          </a:ln>
        </p:spPr>
        <p:txBody>
          <a:bodyPr wrap="square" lIns="0" tIns="0" rIns="0" bIns="0" anchor="ctr">
            <a:normAutofit/>
          </a:bodyPr>
          <a:lstStyle/>
          <a:p>
            <a:pPr algn="ctr"/>
            <a:r>
              <a:rPr lang="de-DE" sz="2000" b="1" dirty="0">
                <a:solidFill>
                  <a:srgbClr val="FFFFFF"/>
                </a:solidFill>
              </a:rPr>
              <a:t>Gateway</a:t>
            </a:r>
          </a:p>
        </p:txBody>
      </p:sp>
      <p:sp>
        <p:nvSpPr>
          <p:cNvPr id="150" name="IT-Pfad"/>
          <p:cNvSpPr/>
          <p:nvPr/>
        </p:nvSpPr>
        <p:spPr>
          <a:xfrm flipH="1">
            <a:off x="3300000" y="3780000"/>
            <a:ext cx="2196000" cy="0"/>
          </a:xfrm>
          <a:prstGeom prst="line">
            <a:avLst/>
          </a:prstGeom>
          <a:ln w="28575" cap="rnd">
            <a:solidFill>
              <a:srgbClr val="2F6690"/>
            </a:solidFill>
            <a:prstDash val="dash"/>
            <a:tailEnd type="triangle"/>
          </a:ln>
        </p:spPr>
        <p:txBody>
          <a:bodyPr/>
          <a:lstStyle/>
          <a:p>
            <a:endParaRPr lang="de-DE"/>
          </a:p>
        </p:txBody>
      </p:sp>
      <p:sp>
        <p:nvSpPr>
          <p:cNvPr id="151" name="OT-Pfad"/>
          <p:cNvSpPr/>
          <p:nvPr/>
        </p:nvSpPr>
        <p:spPr>
          <a:xfrm>
            <a:off x="6696000" y="3780000"/>
            <a:ext cx="2196000" cy="0"/>
          </a:xfrm>
          <a:prstGeom prst="line">
            <a:avLst/>
          </a:prstGeom>
          <a:ln w="28575">
            <a:solidFill>
              <a:srgbClr val="FF6E00"/>
            </a:solidFill>
            <a:prstDash val="solid"/>
            <a:tailEnd type="triangle"/>
          </a:ln>
        </p:spPr>
        <p:txBody>
          <a:bodyPr/>
          <a:lstStyle/>
          <a:p>
            <a:endParaRPr lang="de-DE"/>
          </a:p>
        </p:txBody>
      </p:sp>
      <p:sp>
        <p:nvSpPr>
          <p:cNvPr id="6" name="IT-Pfad-Label"/>
          <p:cNvSpPr txBox="1"/>
          <p:nvPr/>
        </p:nvSpPr>
        <p:spPr>
          <a:xfrm>
            <a:off x="3300000" y="3030000"/>
            <a:ext cx="2196000" cy="690000"/>
          </a:xfrm>
          <a:prstGeom prst="rect">
            <a:avLst/>
          </a:prstGeom>
          <a:noFill/>
        </p:spPr>
        <p:txBody>
          <a:bodyPr wrap="square" lIns="0" tIns="0" rIns="0" bIns="0" anchor="b">
            <a:normAutofit/>
          </a:bodyPr>
          <a:lstStyle/>
          <a:p>
            <a:pPr algn="ctr">
              <a:lnSpc>
                <a:spcPct val="105000"/>
              </a:lnSpc>
            </a:pPr>
            <a:r>
              <a:rPr lang="de-DE" sz="2000" b="0" dirty="0">
                <a:solidFill>
                  <a:srgbClr val="2F6690"/>
                </a:solidFill>
              </a:rPr>
              <a:t>HTTP-Diagnose,</a:t>
            </a:r>
            <a:br>
              <a:rPr lang="de-DE" sz="2000" dirty="0"/>
            </a:br>
            <a:r>
              <a:rPr lang="de-DE" sz="2000" b="0" dirty="0">
                <a:solidFill>
                  <a:srgbClr val="2F6690"/>
                </a:solidFill>
              </a:rPr>
              <a:t>IT-Pfad</a:t>
            </a:r>
          </a:p>
        </p:txBody>
      </p:sp>
      <p:sp>
        <p:nvSpPr>
          <p:cNvPr id="9" name="OT-Pfad-Label"/>
          <p:cNvSpPr txBox="1"/>
          <p:nvPr/>
        </p:nvSpPr>
        <p:spPr>
          <a:xfrm>
            <a:off x="6696000" y="2650000"/>
            <a:ext cx="2196000" cy="970000"/>
          </a:xfrm>
          <a:prstGeom prst="rect">
            <a:avLst/>
          </a:prstGeom>
          <a:noFill/>
        </p:spPr>
        <p:txBody>
          <a:bodyPr wrap="square" lIns="0" tIns="0" rIns="0" bIns="0" anchor="b">
            <a:normAutofit/>
          </a:bodyPr>
          <a:lstStyle/>
          <a:p>
            <a:pPr algn="ctr">
              <a:lnSpc>
                <a:spcPct val="105000"/>
              </a:lnSpc>
            </a:pPr>
            <a:r>
              <a:rPr lang="de-DE" sz="2000" b="0">
                <a:solidFill>
                  <a:srgbClr val="30343A"/>
                </a:solidFill>
              </a:rPr>
              <a:t>PROFINET / PROFIsafe,</a:t>
            </a:r>
            <a:br>
              <a:rPr lang="de-DE" sz="2000"/>
            </a:br>
            <a:r>
              <a:rPr lang="de-DE" sz="2000" b="0">
                <a:solidFill>
                  <a:srgbClr val="30343A"/>
                </a:solidFill>
              </a:rPr>
              <a:t>zyklisch, OT-Pfad</a:t>
            </a:r>
          </a:p>
        </p:txBody>
      </p:sp>
      <p:sp>
        <p:nvSpPr>
          <p:cNvPr id="300" name="IT-Ebene 1"/>
          <p:cNvSpPr/>
          <p:nvPr/>
        </p:nvSpPr>
        <p:spPr>
          <a:xfrm>
            <a:off x="600000" y="2480000"/>
            <a:ext cx="2600000" cy="652000"/>
          </a:xfrm>
          <a:custGeom>
            <a:avLst/>
            <a:gdLst/>
            <a:ahLst/>
            <a:cxnLst/>
            <a:rect l="0" t="0" r="r" b="b"/>
            <a:pathLst>
              <a:path w="2600000" h="652000">
                <a:moveTo>
                  <a:pt x="0" y="0"/>
                </a:moveTo>
                <a:lnTo>
                  <a:pt x="2600000" y="0"/>
                </a:lnTo>
                <a:lnTo>
                  <a:pt x="2166666" y="652000"/>
                </a:lnTo>
                <a:lnTo>
                  <a:pt x="433333" y="652000"/>
                </a:lnTo>
                <a:close/>
              </a:path>
            </a:pathLst>
          </a:custGeom>
          <a:solidFill>
            <a:srgbClr val="BBD7EE"/>
          </a:solidFill>
          <a:ln>
            <a:noFill/>
          </a:ln>
        </p:spPr>
        <p:txBody>
          <a:bodyPr/>
          <a:lstStyle/>
          <a:p>
            <a:endParaRPr lang="de-DE"/>
          </a:p>
        </p:txBody>
      </p:sp>
      <p:sp>
        <p:nvSpPr>
          <p:cNvPr id="310" name="IT-Label 1"/>
          <p:cNvSpPr txBox="1"/>
          <p:nvPr/>
        </p:nvSpPr>
        <p:spPr>
          <a:xfrm>
            <a:off x="600000" y="2648500"/>
            <a:ext cx="2600000" cy="330000"/>
          </a:xfrm>
          <a:prstGeom prst="rect">
            <a:avLst/>
          </a:prstGeom>
          <a:noFill/>
        </p:spPr>
        <p:txBody>
          <a:bodyPr wrap="square" lIns="0" tIns="0" rIns="0" bIns="0" anchor="ctr">
            <a:noAutofit/>
          </a:bodyPr>
          <a:lstStyle/>
          <a:p>
            <a:pPr algn="ctr"/>
            <a:r>
              <a:rPr lang="en-US" sz="2000" b="1">
                <a:solidFill>
                  <a:srgbClr val="1F4E79"/>
                </a:solidFill>
              </a:rPr>
              <a:t>Confidentiality</a:t>
            </a:r>
          </a:p>
        </p:txBody>
      </p:sp>
      <p:sp>
        <p:nvSpPr>
          <p:cNvPr id="301" name="IT-Ebene 2"/>
          <p:cNvSpPr/>
          <p:nvPr/>
        </p:nvSpPr>
        <p:spPr>
          <a:xfrm>
            <a:off x="1033334" y="3147000"/>
            <a:ext cx="1733332" cy="652000"/>
          </a:xfrm>
          <a:custGeom>
            <a:avLst/>
            <a:gdLst/>
            <a:ahLst/>
            <a:cxnLst/>
            <a:rect l="0" t="0" r="r" b="b"/>
            <a:pathLst>
              <a:path w="1733332" h="652000">
                <a:moveTo>
                  <a:pt x="0" y="0"/>
                </a:moveTo>
                <a:lnTo>
                  <a:pt x="1733333" y="0"/>
                </a:lnTo>
                <a:lnTo>
                  <a:pt x="1300000" y="652000"/>
                </a:lnTo>
                <a:lnTo>
                  <a:pt x="433333" y="652000"/>
                </a:lnTo>
                <a:close/>
              </a:path>
            </a:pathLst>
          </a:custGeom>
          <a:solidFill>
            <a:srgbClr val="5B9BD5"/>
          </a:solidFill>
          <a:ln>
            <a:noFill/>
          </a:ln>
        </p:spPr>
        <p:txBody>
          <a:bodyPr/>
          <a:lstStyle/>
          <a:p>
            <a:endParaRPr lang="de-DE"/>
          </a:p>
        </p:txBody>
      </p:sp>
      <p:sp>
        <p:nvSpPr>
          <p:cNvPr id="311" name="IT-Label 2"/>
          <p:cNvSpPr txBox="1"/>
          <p:nvPr/>
        </p:nvSpPr>
        <p:spPr>
          <a:xfrm>
            <a:off x="600000" y="3315500"/>
            <a:ext cx="2600000" cy="330000"/>
          </a:xfrm>
          <a:prstGeom prst="rect">
            <a:avLst/>
          </a:prstGeom>
          <a:noFill/>
        </p:spPr>
        <p:txBody>
          <a:bodyPr wrap="square" lIns="0" tIns="0" rIns="0" bIns="0" anchor="ctr">
            <a:noAutofit/>
          </a:bodyPr>
          <a:lstStyle/>
          <a:p>
            <a:pPr algn="ctr"/>
            <a:r>
              <a:rPr lang="en-US" sz="2000" b="1">
                <a:solidFill>
                  <a:srgbClr val="FFFFFF"/>
                </a:solidFill>
              </a:rPr>
              <a:t>Integrity</a:t>
            </a:r>
          </a:p>
        </p:txBody>
      </p:sp>
      <p:sp>
        <p:nvSpPr>
          <p:cNvPr id="302" name="IT-Ebene 3"/>
          <p:cNvSpPr/>
          <p:nvPr/>
        </p:nvSpPr>
        <p:spPr>
          <a:xfrm>
            <a:off x="1466667" y="3814000"/>
            <a:ext cx="866666" cy="652000"/>
          </a:xfrm>
          <a:custGeom>
            <a:avLst/>
            <a:gdLst/>
            <a:ahLst/>
            <a:cxnLst/>
            <a:rect l="0" t="0" r="r" b="b"/>
            <a:pathLst>
              <a:path w="866666" h="652000">
                <a:moveTo>
                  <a:pt x="0" y="0"/>
                </a:moveTo>
                <a:lnTo>
                  <a:pt x="866666" y="0"/>
                </a:lnTo>
                <a:lnTo>
                  <a:pt x="433333" y="652000"/>
                </a:lnTo>
                <a:lnTo>
                  <a:pt x="433333" y="652000"/>
                </a:lnTo>
                <a:close/>
              </a:path>
            </a:pathLst>
          </a:custGeom>
          <a:solidFill>
            <a:srgbClr val="1F4E79"/>
          </a:solidFill>
          <a:ln>
            <a:noFill/>
          </a:ln>
        </p:spPr>
        <p:txBody>
          <a:bodyPr/>
          <a:lstStyle/>
          <a:p>
            <a:endParaRPr lang="de-DE"/>
          </a:p>
        </p:txBody>
      </p:sp>
      <p:sp>
        <p:nvSpPr>
          <p:cNvPr id="312" name="IT-Label 3"/>
          <p:cNvSpPr txBox="1"/>
          <p:nvPr/>
        </p:nvSpPr>
        <p:spPr>
          <a:xfrm>
            <a:off x="600000" y="4312500"/>
            <a:ext cx="2600000" cy="330000"/>
          </a:xfrm>
          <a:prstGeom prst="rect">
            <a:avLst/>
          </a:prstGeom>
          <a:noFill/>
        </p:spPr>
        <p:txBody>
          <a:bodyPr wrap="square" lIns="0" tIns="0" rIns="0" bIns="0" anchor="ctr">
            <a:noAutofit/>
          </a:bodyPr>
          <a:lstStyle/>
          <a:p>
            <a:pPr algn="ctr"/>
            <a:r>
              <a:rPr lang="en-US" sz="2000" b="1">
                <a:solidFill>
                  <a:srgbClr val="1F4E79"/>
                </a:solidFill>
              </a:rPr>
              <a:t>Availability</a:t>
            </a:r>
          </a:p>
        </p:txBody>
      </p:sp>
      <p:sp>
        <p:nvSpPr>
          <p:cNvPr id="321" name="OT-Ebene 2"/>
          <p:cNvSpPr/>
          <p:nvPr/>
        </p:nvSpPr>
        <p:spPr>
          <a:xfrm>
            <a:off x="9425334" y="3147000"/>
            <a:ext cx="1733332" cy="652000"/>
          </a:xfrm>
          <a:custGeom>
            <a:avLst/>
            <a:gdLst/>
            <a:ahLst/>
            <a:cxnLst/>
            <a:rect l="0" t="0" r="r" b="b"/>
            <a:pathLst>
              <a:path w="1733332" h="652000">
                <a:moveTo>
                  <a:pt x="433333" y="0"/>
                </a:moveTo>
                <a:lnTo>
                  <a:pt x="1300000" y="0"/>
                </a:lnTo>
                <a:lnTo>
                  <a:pt x="1733333" y="652000"/>
                </a:lnTo>
                <a:lnTo>
                  <a:pt x="0" y="652000"/>
                </a:lnTo>
                <a:close/>
              </a:path>
            </a:pathLst>
          </a:custGeom>
          <a:solidFill>
            <a:srgbClr val="6E757E"/>
          </a:solidFill>
          <a:ln>
            <a:noFill/>
          </a:ln>
        </p:spPr>
        <p:txBody>
          <a:bodyPr/>
          <a:lstStyle/>
          <a:p>
            <a:endParaRPr lang="de-DE"/>
          </a:p>
        </p:txBody>
      </p:sp>
      <p:sp>
        <p:nvSpPr>
          <p:cNvPr id="331" name="OT-Label 2"/>
          <p:cNvSpPr txBox="1"/>
          <p:nvPr/>
        </p:nvSpPr>
        <p:spPr>
          <a:xfrm>
            <a:off x="8992000" y="3315500"/>
            <a:ext cx="2600000" cy="330000"/>
          </a:xfrm>
          <a:prstGeom prst="rect">
            <a:avLst/>
          </a:prstGeom>
          <a:noFill/>
        </p:spPr>
        <p:txBody>
          <a:bodyPr wrap="square" lIns="0" tIns="0" rIns="0" bIns="0" anchor="ctr">
            <a:noAutofit/>
          </a:bodyPr>
          <a:lstStyle/>
          <a:p>
            <a:pPr algn="ctr"/>
            <a:r>
              <a:rPr lang="en-US" sz="2000" b="1">
                <a:solidFill>
                  <a:srgbClr val="FFFFFF"/>
                </a:solidFill>
              </a:rPr>
              <a:t>Integrity</a:t>
            </a:r>
          </a:p>
        </p:txBody>
      </p:sp>
      <p:sp>
        <p:nvSpPr>
          <p:cNvPr id="322" name="OT-Ebene 3"/>
          <p:cNvSpPr/>
          <p:nvPr/>
        </p:nvSpPr>
        <p:spPr>
          <a:xfrm>
            <a:off x="8992000" y="3814000"/>
            <a:ext cx="2600000" cy="652000"/>
          </a:xfrm>
          <a:custGeom>
            <a:avLst/>
            <a:gdLst/>
            <a:ahLst/>
            <a:cxnLst/>
            <a:rect l="0" t="0" r="r" b="b"/>
            <a:pathLst>
              <a:path w="2600000" h="652000">
                <a:moveTo>
                  <a:pt x="433333" y="0"/>
                </a:moveTo>
                <a:lnTo>
                  <a:pt x="2166666" y="0"/>
                </a:lnTo>
                <a:lnTo>
                  <a:pt x="2600000" y="652000"/>
                </a:lnTo>
                <a:lnTo>
                  <a:pt x="0" y="652000"/>
                </a:lnTo>
                <a:close/>
              </a:path>
            </a:pathLst>
          </a:custGeom>
          <a:solidFill>
            <a:srgbClr val="30343A"/>
          </a:solidFill>
          <a:ln>
            <a:noFill/>
          </a:ln>
        </p:spPr>
        <p:txBody>
          <a:bodyPr/>
          <a:lstStyle/>
          <a:p>
            <a:endParaRPr lang="de-DE"/>
          </a:p>
        </p:txBody>
      </p:sp>
      <p:sp>
        <p:nvSpPr>
          <p:cNvPr id="332" name="OT-Label 3"/>
          <p:cNvSpPr txBox="1"/>
          <p:nvPr/>
        </p:nvSpPr>
        <p:spPr>
          <a:xfrm>
            <a:off x="8992000" y="3982500"/>
            <a:ext cx="2600000" cy="330000"/>
          </a:xfrm>
          <a:prstGeom prst="rect">
            <a:avLst/>
          </a:prstGeom>
          <a:noFill/>
        </p:spPr>
        <p:txBody>
          <a:bodyPr wrap="square" lIns="0" tIns="0" rIns="0" bIns="0" anchor="ctr">
            <a:noAutofit/>
          </a:bodyPr>
          <a:lstStyle/>
          <a:p>
            <a:pPr algn="ctr"/>
            <a:r>
              <a:rPr lang="en-US" sz="2000" b="1">
                <a:solidFill>
                  <a:srgbClr val="FFFFFF"/>
                </a:solidFill>
              </a:rPr>
              <a:t>Confidentiality</a:t>
            </a:r>
          </a:p>
        </p:txBody>
      </p:sp>
      <p:sp>
        <p:nvSpPr>
          <p:cNvPr id="320" name="OT-Ebene 1"/>
          <p:cNvSpPr/>
          <p:nvPr/>
        </p:nvSpPr>
        <p:spPr>
          <a:xfrm>
            <a:off x="9858667" y="2480000"/>
            <a:ext cx="866666" cy="652000"/>
          </a:xfrm>
          <a:custGeom>
            <a:avLst/>
            <a:gdLst/>
            <a:ahLst/>
            <a:cxnLst/>
            <a:rect l="0" t="0" r="r" b="b"/>
            <a:pathLst>
              <a:path w="866666" h="652000">
                <a:moveTo>
                  <a:pt x="433333" y="0"/>
                </a:moveTo>
                <a:lnTo>
                  <a:pt x="433333" y="0"/>
                </a:lnTo>
                <a:lnTo>
                  <a:pt x="866666" y="652000"/>
                </a:lnTo>
                <a:lnTo>
                  <a:pt x="0" y="652000"/>
                </a:lnTo>
                <a:close/>
              </a:path>
            </a:pathLst>
          </a:custGeom>
          <a:solidFill>
            <a:srgbClr val="FF6E00"/>
          </a:solidFill>
          <a:ln>
            <a:noFill/>
          </a:ln>
        </p:spPr>
        <p:txBody>
          <a:bodyPr/>
          <a:lstStyle/>
          <a:p>
            <a:endParaRPr lang="de-DE"/>
          </a:p>
        </p:txBody>
      </p:sp>
      <p:sp>
        <p:nvSpPr>
          <p:cNvPr id="330" name="OT-Label 1"/>
          <p:cNvSpPr txBox="1"/>
          <p:nvPr/>
        </p:nvSpPr>
        <p:spPr>
          <a:xfrm>
            <a:off x="8992000" y="2348500"/>
            <a:ext cx="2600000" cy="330000"/>
          </a:xfrm>
          <a:prstGeom prst="rect">
            <a:avLst/>
          </a:prstGeom>
          <a:noFill/>
        </p:spPr>
        <p:txBody>
          <a:bodyPr wrap="square" lIns="0" tIns="0" rIns="0" bIns="0" anchor="ctr">
            <a:noAutofit/>
          </a:bodyPr>
          <a:lstStyle/>
          <a:p>
            <a:pPr algn="ctr"/>
            <a:r>
              <a:rPr lang="en-US" sz="2000" b="1" dirty="0">
                <a:solidFill>
                  <a:srgbClr val="30343A"/>
                </a:solidFill>
              </a:rPr>
              <a:t>Availability</a:t>
            </a:r>
          </a:p>
        </p:txBody>
      </p:sp>
      <p:sp>
        <p:nvSpPr>
          <p:cNvPr id="340" name="OT-Availability-Ring"/>
          <p:cNvSpPr/>
          <p:nvPr/>
        </p:nvSpPr>
        <p:spPr>
          <a:xfrm>
            <a:off x="9581334" y="2284400"/>
            <a:ext cx="1421332" cy="925840"/>
          </a:xfrm>
          <a:prstGeom prst="roundRect">
            <a:avLst>
              <a:gd name="adj" fmla="val 12000"/>
            </a:avLst>
          </a:prstGeom>
          <a:noFill/>
          <a:ln w="38100">
            <a:solidFill>
              <a:srgbClr val="FF6E00"/>
            </a:solidFill>
          </a:ln>
        </p:spPr>
        <p:txBody>
          <a:bodyPr/>
          <a:lstStyle/>
          <a:p>
            <a:endParaRPr lang="de-DE"/>
          </a:p>
        </p:txBody>
      </p:sp>
      <p:sp>
        <p:nvSpPr>
          <p:cNvPr id="33" name="Kapitelpunkt 1">
            <a:extLst>
              <a:ext uri="{FF2B5EF4-FFF2-40B4-BE49-F238E27FC236}">
                <a16:creationId xmlns:a16="http://schemas.microsoft.com/office/drawing/2014/main" id="{6E8E013F-7166-0F4C-3D33-B51370155872}"/>
              </a:ext>
            </a:extLst>
          </p:cNvPr>
          <p:cNvSpPr/>
          <p:nvPr/>
        </p:nvSpPr>
        <p:spPr>
          <a:xfrm>
            <a:off x="373063" y="5925000"/>
            <a:ext cx="110000" cy="110000"/>
          </a:xfrm>
          <a:prstGeom prst="ellipse">
            <a:avLst/>
          </a:prstGeom>
          <a:solidFill>
            <a:srgbClr val="FF6E00"/>
          </a:solidFill>
          <a:ln>
            <a:noFill/>
          </a:ln>
        </p:spPr>
        <p:txBody>
          <a:bodyPr/>
          <a:lstStyle/>
          <a:p>
            <a:endParaRPr lang="de-DE"/>
          </a:p>
        </p:txBody>
      </p:sp>
      <p:sp>
        <p:nvSpPr>
          <p:cNvPr id="35" name="Kapitelname 1">
            <a:extLst>
              <a:ext uri="{FF2B5EF4-FFF2-40B4-BE49-F238E27FC236}">
                <a16:creationId xmlns:a16="http://schemas.microsoft.com/office/drawing/2014/main" id="{C221F941-D958-49D8-5AA4-5CE2730CA36B}"/>
              </a:ext>
            </a:extLst>
          </p:cNvPr>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37" name="Kapitelpunkt 2">
            <a:extLst>
              <a:ext uri="{FF2B5EF4-FFF2-40B4-BE49-F238E27FC236}">
                <a16:creationId xmlns:a16="http://schemas.microsoft.com/office/drawing/2014/main" id="{FAC516BF-3DE1-062E-2202-010F65179FA7}"/>
              </a:ext>
            </a:extLst>
          </p:cNvPr>
          <p:cNvSpPr/>
          <p:nvPr/>
        </p:nvSpPr>
        <p:spPr>
          <a:xfrm>
            <a:off x="2900000" y="5925000"/>
            <a:ext cx="110000" cy="110000"/>
          </a:xfrm>
          <a:prstGeom prst="ellipse">
            <a:avLst/>
          </a:prstGeom>
          <a:solidFill>
            <a:srgbClr val="C9CDD2"/>
          </a:solidFill>
          <a:ln>
            <a:noFill/>
          </a:ln>
        </p:spPr>
        <p:txBody>
          <a:bodyPr/>
          <a:lstStyle/>
          <a:p>
            <a:endParaRPr lang="de-DE"/>
          </a:p>
        </p:txBody>
      </p:sp>
      <p:sp>
        <p:nvSpPr>
          <p:cNvPr id="41" name="Kapitelpunkt 3">
            <a:extLst>
              <a:ext uri="{FF2B5EF4-FFF2-40B4-BE49-F238E27FC236}">
                <a16:creationId xmlns:a16="http://schemas.microsoft.com/office/drawing/2014/main" id="{5D135A0C-9C21-AC69-7024-C58F0DD72E6D}"/>
              </a:ext>
            </a:extLst>
          </p:cNvPr>
          <p:cNvSpPr/>
          <p:nvPr/>
        </p:nvSpPr>
        <p:spPr>
          <a:xfrm>
            <a:off x="5150000" y="5925000"/>
            <a:ext cx="110000" cy="110000"/>
          </a:xfrm>
          <a:prstGeom prst="ellipse">
            <a:avLst/>
          </a:prstGeom>
          <a:solidFill>
            <a:srgbClr val="C9CDD2"/>
          </a:solidFill>
          <a:ln>
            <a:noFill/>
          </a:ln>
        </p:spPr>
        <p:txBody>
          <a:bodyPr/>
          <a:lstStyle/>
          <a:p>
            <a:endParaRPr lang="de-DE"/>
          </a:p>
        </p:txBody>
      </p:sp>
      <p:sp>
        <p:nvSpPr>
          <p:cNvPr id="43" name="Kapitelname 3">
            <a:extLst>
              <a:ext uri="{FF2B5EF4-FFF2-40B4-BE49-F238E27FC236}">
                <a16:creationId xmlns:a16="http://schemas.microsoft.com/office/drawing/2014/main" id="{10721603-EAC4-8789-65F1-BD6C61274D3C}"/>
              </a:ext>
            </a:extLst>
          </p:cNvPr>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45" name="Kapitelpunkt 4">
            <a:extLst>
              <a:ext uri="{FF2B5EF4-FFF2-40B4-BE49-F238E27FC236}">
                <a16:creationId xmlns:a16="http://schemas.microsoft.com/office/drawing/2014/main" id="{B8CFB04D-1A70-327A-BD8D-928EE86C85A6}"/>
              </a:ext>
            </a:extLst>
          </p:cNvPr>
          <p:cNvSpPr/>
          <p:nvPr/>
        </p:nvSpPr>
        <p:spPr>
          <a:xfrm>
            <a:off x="7300000" y="5925000"/>
            <a:ext cx="110000" cy="110000"/>
          </a:xfrm>
          <a:prstGeom prst="ellipse">
            <a:avLst/>
          </a:prstGeom>
          <a:solidFill>
            <a:srgbClr val="C9CDD2"/>
          </a:solidFill>
          <a:ln>
            <a:noFill/>
          </a:ln>
        </p:spPr>
        <p:txBody>
          <a:bodyPr/>
          <a:lstStyle/>
          <a:p>
            <a:endParaRPr lang="de-DE"/>
          </a:p>
        </p:txBody>
      </p:sp>
      <p:sp>
        <p:nvSpPr>
          <p:cNvPr id="47" name="Kapitelname 4">
            <a:extLst>
              <a:ext uri="{FF2B5EF4-FFF2-40B4-BE49-F238E27FC236}">
                <a16:creationId xmlns:a16="http://schemas.microsoft.com/office/drawing/2014/main" id="{9649C337-42CB-98D2-73B7-F54BE5BC97E3}"/>
              </a:ext>
            </a:extLst>
          </p:cNvPr>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49" name="Kapitelpunkt 5">
            <a:extLst>
              <a:ext uri="{FF2B5EF4-FFF2-40B4-BE49-F238E27FC236}">
                <a16:creationId xmlns:a16="http://schemas.microsoft.com/office/drawing/2014/main" id="{65EF22A3-F618-B98A-E0AE-B27C1AB6373E}"/>
              </a:ext>
            </a:extLst>
          </p:cNvPr>
          <p:cNvSpPr/>
          <p:nvPr/>
        </p:nvSpPr>
        <p:spPr>
          <a:xfrm>
            <a:off x="9350000" y="5925000"/>
            <a:ext cx="110000" cy="110000"/>
          </a:xfrm>
          <a:prstGeom prst="ellipse">
            <a:avLst/>
          </a:prstGeom>
          <a:solidFill>
            <a:srgbClr val="C9CDD2"/>
          </a:solidFill>
          <a:ln>
            <a:noFill/>
          </a:ln>
        </p:spPr>
        <p:txBody>
          <a:bodyPr/>
          <a:lstStyle/>
          <a:p>
            <a:endParaRPr lang="de-DE"/>
          </a:p>
        </p:txBody>
      </p:sp>
      <p:sp>
        <p:nvSpPr>
          <p:cNvPr id="51" name="Kapitelname 5">
            <a:extLst>
              <a:ext uri="{FF2B5EF4-FFF2-40B4-BE49-F238E27FC236}">
                <a16:creationId xmlns:a16="http://schemas.microsoft.com/office/drawing/2014/main" id="{C693EE1D-EB1B-A9E4-8EC3-6FF70EFE2C35}"/>
              </a:ext>
            </a:extLst>
          </p:cNvPr>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11" name="Autor Fusszeile">
            <a:extLst>
              <a:ext uri="{FF2B5EF4-FFF2-40B4-BE49-F238E27FC236}">
                <a16:creationId xmlns:a16="http://schemas.microsoft.com/office/drawing/2014/main" id="{BF65664E-7B25-BDFE-C7B5-428F43386A3F}"/>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2" name="Date Placeholder 12">
            <a:extLst>
              <a:ext uri="{FF2B5EF4-FFF2-40B4-BE49-F238E27FC236}">
                <a16:creationId xmlns:a16="http://schemas.microsoft.com/office/drawing/2014/main" id="{7DA7E8BF-B855-A267-8DD9-DA8C551B0408}"/>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A1B19D14-AC43-C063-932F-FA6B568D9253}"/>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0" grpId="0" animBg="1"/>
      <p:bldP spid="151" grpId="0" animBg="1"/>
      <p:bldP spid="6" grpId="0"/>
      <p:bldP spid="9" grpId="0"/>
      <p:bldP spid="34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a:t>Ab 20. Januar 2027 ist Cybersecurity Teil der Konformitätsbewertung</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4</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100" name="Zeitstrahl"/>
          <p:cNvSpPr/>
          <p:nvPr/>
        </p:nvSpPr>
        <p:spPr>
          <a:xfrm>
            <a:off x="700000" y="2687300"/>
            <a:ext cx="900000" cy="25400"/>
          </a:xfrm>
          <a:prstGeom prst="rect">
            <a:avLst/>
          </a:prstGeom>
          <a:solidFill>
            <a:srgbClr val="8A9199"/>
          </a:solidFill>
          <a:ln>
            <a:noFill/>
          </a:ln>
        </p:spPr>
        <p:txBody>
          <a:bodyPr/>
          <a:lstStyle/>
          <a:p>
            <a:endParaRPr lang="de-DE"/>
          </a:p>
        </p:txBody>
      </p:sp>
      <p:sp>
        <p:nvSpPr>
          <p:cNvPr id="101" name="Uebergangslinie"/>
          <p:cNvSpPr/>
          <p:nvPr/>
        </p:nvSpPr>
        <p:spPr>
          <a:xfrm>
            <a:off x="1600000" y="2700000"/>
            <a:ext cx="8500000" cy="0"/>
          </a:xfrm>
          <a:prstGeom prst="line">
            <a:avLst/>
          </a:prstGeom>
          <a:noFill/>
          <a:ln w="28575">
            <a:solidFill>
              <a:srgbClr val="FF6E00"/>
            </a:solidFill>
            <a:prstDash val="dash"/>
          </a:ln>
        </p:spPr>
        <p:txBody>
          <a:bodyPr/>
          <a:lstStyle/>
          <a:p>
            <a:endParaRPr lang="de-DE"/>
          </a:p>
        </p:txBody>
      </p:sp>
      <p:sp>
        <p:nvSpPr>
          <p:cNvPr id="102" name="Punkt links"/>
          <p:cNvSpPr/>
          <p:nvPr/>
        </p:nvSpPr>
        <p:spPr>
          <a:xfrm>
            <a:off x="1500000" y="2600000"/>
            <a:ext cx="200000" cy="200000"/>
          </a:xfrm>
          <a:prstGeom prst="ellipse">
            <a:avLst/>
          </a:prstGeom>
          <a:solidFill>
            <a:srgbClr val="8A9199"/>
          </a:solidFill>
          <a:ln>
            <a:noFill/>
          </a:ln>
        </p:spPr>
        <p:txBody>
          <a:bodyPr/>
          <a:lstStyle/>
          <a:p>
            <a:endParaRPr lang="de-DE"/>
          </a:p>
        </p:txBody>
      </p:sp>
      <p:sp>
        <p:nvSpPr>
          <p:cNvPr id="103" name="Punkt rechts"/>
          <p:cNvSpPr/>
          <p:nvPr/>
        </p:nvSpPr>
        <p:spPr>
          <a:xfrm>
            <a:off x="9890000" y="2490000"/>
            <a:ext cx="420000" cy="420000"/>
          </a:xfrm>
          <a:prstGeom prst="ellipse">
            <a:avLst/>
          </a:prstGeom>
          <a:solidFill>
            <a:srgbClr val="FF6E00"/>
          </a:solidFill>
          <a:ln>
            <a:noFill/>
          </a:ln>
        </p:spPr>
        <p:txBody>
          <a:bodyPr/>
          <a:lstStyle/>
          <a:p>
            <a:endParaRPr lang="de-DE"/>
          </a:p>
        </p:txBody>
      </p:sp>
      <p:sp>
        <p:nvSpPr>
          <p:cNvPr id="104" name="Uebergangslabel"/>
          <p:cNvSpPr txBox="1"/>
          <p:nvPr/>
        </p:nvSpPr>
        <p:spPr>
          <a:xfrm>
            <a:off x="1600000" y="2220000"/>
            <a:ext cx="8500000" cy="330000"/>
          </a:xfrm>
          <a:prstGeom prst="rect">
            <a:avLst/>
          </a:prstGeom>
          <a:noFill/>
          <a:ln>
            <a:noFill/>
          </a:ln>
        </p:spPr>
        <p:txBody>
          <a:bodyPr wrap="square" lIns="0" tIns="0" rIns="0" bIns="0" anchor="t">
            <a:noAutofit/>
          </a:bodyPr>
          <a:lstStyle/>
          <a:p>
            <a:pPr algn="ctr"/>
            <a:r>
              <a:rPr lang="de-DE" sz="2000" b="1">
                <a:solidFill>
                  <a:srgbClr val="FF6E00"/>
                </a:solidFill>
              </a:rPr>
              <a:t>Übergangsfrist</a:t>
            </a:r>
          </a:p>
        </p:txBody>
      </p:sp>
      <p:sp>
        <p:nvSpPr>
          <p:cNvPr id="110" name="Label links"/>
          <p:cNvSpPr txBox="1"/>
          <p:nvPr/>
        </p:nvSpPr>
        <p:spPr>
          <a:xfrm>
            <a:off x="700000" y="2960000"/>
            <a:ext cx="4600000" cy="900000"/>
          </a:xfrm>
          <a:prstGeom prst="rect">
            <a:avLst/>
          </a:prstGeom>
          <a:noFill/>
          <a:ln>
            <a:noFill/>
          </a:ln>
        </p:spPr>
        <p:txBody>
          <a:bodyPr wrap="square" lIns="0" tIns="0" rIns="0" bIns="0" anchor="t">
            <a:noAutofit/>
          </a:bodyPr>
          <a:lstStyle/>
          <a:p>
            <a:pPr algn="l"/>
            <a:r>
              <a:rPr lang="de-DE" sz="2000" b="1" dirty="0">
                <a:solidFill>
                  <a:srgbClr val="30343A"/>
                </a:solidFill>
              </a:rPr>
              <a:t>29.06.2023</a:t>
            </a:r>
          </a:p>
          <a:p>
            <a:pPr algn="l"/>
            <a:r>
              <a:rPr lang="de-DE" sz="2000" b="0" dirty="0">
                <a:solidFill>
                  <a:srgbClr val="5B666F"/>
                </a:solidFill>
              </a:rPr>
              <a:t>Veröffentlichung im Amtsblatt der EU</a:t>
            </a:r>
          </a:p>
        </p:txBody>
      </p:sp>
      <p:sp>
        <p:nvSpPr>
          <p:cNvPr id="111" name="Label rechts"/>
          <p:cNvSpPr txBox="1"/>
          <p:nvPr/>
        </p:nvSpPr>
        <p:spPr>
          <a:xfrm>
            <a:off x="6100000" y="3030000"/>
            <a:ext cx="5700000" cy="1000000"/>
          </a:xfrm>
          <a:prstGeom prst="rect">
            <a:avLst/>
          </a:prstGeom>
          <a:noFill/>
          <a:ln>
            <a:noFill/>
          </a:ln>
        </p:spPr>
        <p:txBody>
          <a:bodyPr wrap="square" lIns="0" tIns="0" rIns="0" bIns="0" anchor="t">
            <a:noAutofit/>
          </a:bodyPr>
          <a:lstStyle/>
          <a:p>
            <a:pPr algn="r"/>
            <a:r>
              <a:rPr lang="de-DE" sz="2000" b="1" dirty="0">
                <a:solidFill>
                  <a:srgbClr val="FF6E00"/>
                </a:solidFill>
              </a:rPr>
              <a:t>20.01.2027 · verbindliche Anwendung</a:t>
            </a:r>
          </a:p>
          <a:p>
            <a:pPr algn="r"/>
            <a:r>
              <a:rPr lang="de-DE" sz="2000" b="0" dirty="0">
                <a:solidFill>
                  <a:srgbClr val="5B666F"/>
                </a:solidFill>
              </a:rPr>
              <a:t>Ablösung der Maschinenrichtlinie 2006/42/EG</a:t>
            </a:r>
          </a:p>
        </p:txBody>
      </p:sp>
      <p:sp>
        <p:nvSpPr>
          <p:cNvPr id="130" name="Karte links"/>
          <p:cNvSpPr txBox="1"/>
          <p:nvPr/>
        </p:nvSpPr>
        <p:spPr>
          <a:xfrm>
            <a:off x="700000" y="3820000"/>
            <a:ext cx="4900000" cy="1750000"/>
          </a:xfrm>
          <a:prstGeom prst="roundRect">
            <a:avLst>
              <a:gd name="adj" fmla="val 6000"/>
            </a:avLst>
          </a:prstGeom>
          <a:solidFill>
            <a:srgbClr val="F2F2F2"/>
          </a:solidFill>
          <a:ln>
            <a:noFill/>
          </a:ln>
        </p:spPr>
        <p:txBody>
          <a:bodyPr wrap="square" lIns="91440" tIns="91440" rIns="91440" bIns="91440" anchor="t">
            <a:noAutofit/>
          </a:bodyPr>
          <a:lstStyle/>
          <a:p>
            <a:pPr algn="l"/>
            <a:r>
              <a:rPr lang="de-DE" sz="2000" b="1" dirty="0">
                <a:solidFill>
                  <a:srgbClr val="30343A"/>
                </a:solidFill>
              </a:rPr>
              <a:t>Maschinenrichtlinie 2006/42/EG</a:t>
            </a:r>
          </a:p>
          <a:p>
            <a:pPr algn="l"/>
            <a:r>
              <a:rPr lang="de-DE" sz="2000" b="0">
                <a:solidFill>
                  <a:srgbClr val="5B666F"/>
                </a:solidFill>
              </a:rPr>
              <a:t>funktionales Verhalten und </a:t>
            </a:r>
            <a:r>
              <a:rPr lang="de-DE" sz="2000" b="0" dirty="0" err="1">
                <a:solidFill>
                  <a:srgbClr val="5B666F"/>
                </a:solidFill>
              </a:rPr>
              <a:t>Safety</a:t>
            </a:r>
            <a:endParaRPr lang="de-DE" sz="2000" b="0" dirty="0">
              <a:solidFill>
                <a:srgbClr val="5B666F"/>
              </a:solidFill>
            </a:endParaRPr>
          </a:p>
          <a:p>
            <a:pPr algn="l"/>
            <a:r>
              <a:rPr lang="de-DE" sz="2000" b="0" dirty="0" err="1">
                <a:solidFill>
                  <a:srgbClr val="5B666F"/>
                </a:solidFill>
              </a:rPr>
              <a:t>Cybersecurity</a:t>
            </a:r>
            <a:r>
              <a:rPr lang="de-DE" sz="2000" b="0" dirty="0">
                <a:solidFill>
                  <a:srgbClr val="5B666F"/>
                </a:solidFill>
              </a:rPr>
              <a:t> nicht verpflichtend</a:t>
            </a:r>
          </a:p>
        </p:txBody>
      </p:sp>
      <p:sp>
        <p:nvSpPr>
          <p:cNvPr id="135" name="Uebergangspfeil"/>
          <p:cNvSpPr/>
          <p:nvPr/>
        </p:nvSpPr>
        <p:spPr>
          <a:xfrm>
            <a:off x="5750000" y="4640000"/>
            <a:ext cx="700000" cy="60000"/>
          </a:xfrm>
          <a:prstGeom prst="rect">
            <a:avLst/>
          </a:prstGeom>
          <a:solidFill>
            <a:srgbClr val="FF6E00"/>
          </a:solidFill>
          <a:ln>
            <a:noFill/>
          </a:ln>
        </p:spPr>
        <p:txBody>
          <a:bodyPr/>
          <a:lstStyle/>
          <a:p>
            <a:endParaRPr lang="de-DE"/>
          </a:p>
        </p:txBody>
      </p:sp>
      <p:sp>
        <p:nvSpPr>
          <p:cNvPr id="136" name="Pfeilspitze"/>
          <p:cNvSpPr/>
          <p:nvPr/>
        </p:nvSpPr>
        <p:spPr>
          <a:xfrm rot="5400000">
            <a:off x="6400000" y="4580000"/>
            <a:ext cx="180000" cy="180000"/>
          </a:xfrm>
          <a:prstGeom prst="triangle">
            <a:avLst/>
          </a:prstGeom>
          <a:solidFill>
            <a:srgbClr val="FF6E00"/>
          </a:solidFill>
          <a:ln>
            <a:noFill/>
          </a:ln>
        </p:spPr>
        <p:txBody>
          <a:bodyPr/>
          <a:lstStyle/>
          <a:p>
            <a:endParaRPr lang="de-DE"/>
          </a:p>
        </p:txBody>
      </p:sp>
      <p:sp>
        <p:nvSpPr>
          <p:cNvPr id="131" name="Karte rechts"/>
          <p:cNvSpPr txBox="1"/>
          <p:nvPr/>
        </p:nvSpPr>
        <p:spPr>
          <a:xfrm>
            <a:off x="6700000" y="3820000"/>
            <a:ext cx="4900000" cy="1750000"/>
          </a:xfrm>
          <a:prstGeom prst="roundRect">
            <a:avLst>
              <a:gd name="adj" fmla="val 6000"/>
            </a:avLst>
          </a:prstGeom>
          <a:solidFill>
            <a:srgbClr val="FF6E00"/>
          </a:solidFill>
          <a:ln>
            <a:noFill/>
          </a:ln>
        </p:spPr>
        <p:txBody>
          <a:bodyPr wrap="square" lIns="91440" tIns="91440" rIns="91440" bIns="91440" anchor="t">
            <a:noAutofit/>
          </a:bodyPr>
          <a:lstStyle/>
          <a:p>
            <a:pPr algn="l"/>
            <a:r>
              <a:rPr lang="de-DE" sz="2000" b="1">
                <a:solidFill>
                  <a:srgbClr val="FFFFFF"/>
                </a:solidFill>
              </a:rPr>
              <a:t>Verordnung (EU) 2023/1230</a:t>
            </a:r>
          </a:p>
          <a:p>
            <a:pPr algn="l"/>
            <a:r>
              <a:rPr lang="de-DE" sz="2000" b="0">
                <a:solidFill>
                  <a:srgbClr val="FFFFFF"/>
                </a:solidFill>
              </a:rPr>
              <a:t>Schutz vor Korruption in der Konformitätsbewertung</a:t>
            </a:r>
          </a:p>
          <a:p>
            <a:pPr algn="l"/>
            <a:r>
              <a:rPr lang="de-DE" sz="2000" b="0">
                <a:solidFill>
                  <a:srgbClr val="FFFFFF"/>
                </a:solidFill>
              </a:rPr>
              <a:t>Anhang III, 1.1.9 und 1.2.1</a:t>
            </a:r>
          </a:p>
          <a:p>
            <a:pPr algn="l"/>
            <a:r>
              <a:rPr lang="de-DE" sz="2000" b="0">
                <a:solidFill>
                  <a:srgbClr val="FFFFFF"/>
                </a:solidFill>
              </a:rPr>
              <a:t>Anhang IV, technische Dokumentation</a:t>
            </a:r>
          </a:p>
        </p:txBody>
      </p:sp>
      <p:sp>
        <p:nvSpPr>
          <p:cNvPr id="31" name="Kapitelpunkt 1">
            <a:extLst>
              <a:ext uri="{FF2B5EF4-FFF2-40B4-BE49-F238E27FC236}">
                <a16:creationId xmlns:a16="http://schemas.microsoft.com/office/drawing/2014/main" id="{CE7F4659-34E8-D3E0-C5F8-4B9BE8F2191E}"/>
              </a:ext>
            </a:extLst>
          </p:cNvPr>
          <p:cNvSpPr/>
          <p:nvPr/>
        </p:nvSpPr>
        <p:spPr>
          <a:xfrm>
            <a:off x="373063" y="5925000"/>
            <a:ext cx="110000" cy="110000"/>
          </a:xfrm>
          <a:prstGeom prst="ellipse">
            <a:avLst/>
          </a:prstGeom>
          <a:solidFill>
            <a:srgbClr val="FF6E00"/>
          </a:solidFill>
          <a:ln>
            <a:noFill/>
          </a:ln>
        </p:spPr>
        <p:txBody>
          <a:bodyPr/>
          <a:lstStyle/>
          <a:p>
            <a:endParaRPr lang="de-DE"/>
          </a:p>
        </p:txBody>
      </p:sp>
      <p:sp>
        <p:nvSpPr>
          <p:cNvPr id="33" name="Kapitelname 1">
            <a:extLst>
              <a:ext uri="{FF2B5EF4-FFF2-40B4-BE49-F238E27FC236}">
                <a16:creationId xmlns:a16="http://schemas.microsoft.com/office/drawing/2014/main" id="{F1C9645C-75E6-2E19-77B3-8B26808F3EF2}"/>
              </a:ext>
            </a:extLst>
          </p:cNvPr>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35" name="Kapitelpunkt 2">
            <a:extLst>
              <a:ext uri="{FF2B5EF4-FFF2-40B4-BE49-F238E27FC236}">
                <a16:creationId xmlns:a16="http://schemas.microsoft.com/office/drawing/2014/main" id="{1DC7813C-1B3D-0B0C-B4A4-EB0DFBCDC21B}"/>
              </a:ext>
            </a:extLst>
          </p:cNvPr>
          <p:cNvSpPr/>
          <p:nvPr/>
        </p:nvSpPr>
        <p:spPr>
          <a:xfrm>
            <a:off x="2900000" y="5925000"/>
            <a:ext cx="110000" cy="110000"/>
          </a:xfrm>
          <a:prstGeom prst="ellipse">
            <a:avLst/>
          </a:prstGeom>
          <a:solidFill>
            <a:srgbClr val="C9CDD2"/>
          </a:solidFill>
          <a:ln>
            <a:noFill/>
          </a:ln>
        </p:spPr>
        <p:txBody>
          <a:bodyPr/>
          <a:lstStyle/>
          <a:p>
            <a:endParaRPr lang="de-DE"/>
          </a:p>
        </p:txBody>
      </p:sp>
      <p:sp>
        <p:nvSpPr>
          <p:cNvPr id="39" name="Kapitelpunkt 3">
            <a:extLst>
              <a:ext uri="{FF2B5EF4-FFF2-40B4-BE49-F238E27FC236}">
                <a16:creationId xmlns:a16="http://schemas.microsoft.com/office/drawing/2014/main" id="{242544FA-B610-F14E-9391-AFE8BDEB7667}"/>
              </a:ext>
            </a:extLst>
          </p:cNvPr>
          <p:cNvSpPr/>
          <p:nvPr/>
        </p:nvSpPr>
        <p:spPr>
          <a:xfrm>
            <a:off x="5150000" y="5925000"/>
            <a:ext cx="110000" cy="110000"/>
          </a:xfrm>
          <a:prstGeom prst="ellipse">
            <a:avLst/>
          </a:prstGeom>
          <a:solidFill>
            <a:srgbClr val="C9CDD2"/>
          </a:solidFill>
          <a:ln>
            <a:noFill/>
          </a:ln>
        </p:spPr>
        <p:txBody>
          <a:bodyPr/>
          <a:lstStyle/>
          <a:p>
            <a:endParaRPr lang="de-DE"/>
          </a:p>
        </p:txBody>
      </p:sp>
      <p:sp>
        <p:nvSpPr>
          <p:cNvPr id="41" name="Kapitelname 3">
            <a:extLst>
              <a:ext uri="{FF2B5EF4-FFF2-40B4-BE49-F238E27FC236}">
                <a16:creationId xmlns:a16="http://schemas.microsoft.com/office/drawing/2014/main" id="{47A52361-68E2-08BD-BB01-9078B62C9FB9}"/>
              </a:ext>
            </a:extLst>
          </p:cNvPr>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43" name="Kapitelpunkt 4">
            <a:extLst>
              <a:ext uri="{FF2B5EF4-FFF2-40B4-BE49-F238E27FC236}">
                <a16:creationId xmlns:a16="http://schemas.microsoft.com/office/drawing/2014/main" id="{212689E3-8CEE-B2A1-F8D5-1809456758D2}"/>
              </a:ext>
            </a:extLst>
          </p:cNvPr>
          <p:cNvSpPr/>
          <p:nvPr/>
        </p:nvSpPr>
        <p:spPr>
          <a:xfrm>
            <a:off x="7300000" y="5925000"/>
            <a:ext cx="110000" cy="110000"/>
          </a:xfrm>
          <a:prstGeom prst="ellipse">
            <a:avLst/>
          </a:prstGeom>
          <a:solidFill>
            <a:srgbClr val="C9CDD2"/>
          </a:solidFill>
          <a:ln>
            <a:noFill/>
          </a:ln>
        </p:spPr>
        <p:txBody>
          <a:bodyPr/>
          <a:lstStyle/>
          <a:p>
            <a:endParaRPr lang="de-DE"/>
          </a:p>
        </p:txBody>
      </p:sp>
      <p:sp>
        <p:nvSpPr>
          <p:cNvPr id="45" name="Kapitelname 4">
            <a:extLst>
              <a:ext uri="{FF2B5EF4-FFF2-40B4-BE49-F238E27FC236}">
                <a16:creationId xmlns:a16="http://schemas.microsoft.com/office/drawing/2014/main" id="{62629689-A60C-76CC-275A-2AF331AA4189}"/>
              </a:ext>
            </a:extLst>
          </p:cNvPr>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47" name="Kapitelpunkt 5">
            <a:extLst>
              <a:ext uri="{FF2B5EF4-FFF2-40B4-BE49-F238E27FC236}">
                <a16:creationId xmlns:a16="http://schemas.microsoft.com/office/drawing/2014/main" id="{744A5D24-32EF-CDAB-C21C-7978734FFEB4}"/>
              </a:ext>
            </a:extLst>
          </p:cNvPr>
          <p:cNvSpPr/>
          <p:nvPr/>
        </p:nvSpPr>
        <p:spPr>
          <a:xfrm>
            <a:off x="9350000" y="5925000"/>
            <a:ext cx="110000" cy="110000"/>
          </a:xfrm>
          <a:prstGeom prst="ellipse">
            <a:avLst/>
          </a:prstGeom>
          <a:solidFill>
            <a:srgbClr val="C9CDD2"/>
          </a:solidFill>
          <a:ln>
            <a:noFill/>
          </a:ln>
        </p:spPr>
        <p:txBody>
          <a:bodyPr/>
          <a:lstStyle/>
          <a:p>
            <a:endParaRPr lang="de-DE"/>
          </a:p>
        </p:txBody>
      </p:sp>
      <p:sp>
        <p:nvSpPr>
          <p:cNvPr id="49" name="Kapitelname 5">
            <a:extLst>
              <a:ext uri="{FF2B5EF4-FFF2-40B4-BE49-F238E27FC236}">
                <a16:creationId xmlns:a16="http://schemas.microsoft.com/office/drawing/2014/main" id="{D08A2274-18E9-4F5B-FFE2-7A80A9AB4538}"/>
              </a:ext>
            </a:extLst>
          </p:cNvPr>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9" name="Autor Fusszeile">
            <a:extLst>
              <a:ext uri="{FF2B5EF4-FFF2-40B4-BE49-F238E27FC236}">
                <a16:creationId xmlns:a16="http://schemas.microsoft.com/office/drawing/2014/main" id="{09E0582E-C4A6-BDF2-5232-6A491FF10D8F}"/>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E5C23329-D585-5430-850B-136397286BEC}"/>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15B6BADE-6E08-707D-9B6F-D2DDE231D676}"/>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dirty="0"/>
              <a:t>Zwischen Prüfpraxis und Regulierung klafft eine </a:t>
            </a:r>
            <a:br>
              <a:rPr lang="de-DE" noProof="0" dirty="0"/>
            </a:br>
            <a:r>
              <a:rPr lang="de-DE" noProof="0" dirty="0"/>
              <a:t>Lücke</a:t>
            </a:r>
          </a:p>
        </p:txBody>
      </p:sp>
      <p:sp>
        <p:nvSpPr>
          <p:cNvPr id="4" name="Footer Placeholder"/>
          <p:cNvSpPr>
            <a:spLocks noGrp="1"/>
          </p:cNvSpPr>
          <p:nvPr>
            <p:ph type="ftr" sz="quarter" idx="11"/>
          </p:nvPr>
        </p:nvSpPr>
        <p:spPr>
          <a:xfrm>
            <a:off x="952318" y="6482964"/>
            <a:ext cx="6000000" cy="138499"/>
          </a:xfrm>
        </p:spPr>
        <p:txBody>
          <a:bodyPr/>
          <a:lstStyle/>
          <a:p>
            <a:r>
              <a:rPr lang="de-DE" noProof="0" dirty="0" err="1"/>
              <a:t>Functional</a:t>
            </a:r>
            <a:r>
              <a:rPr lang="de-DE" noProof="0" dirty="0"/>
              <a:t> </a:t>
            </a:r>
            <a:r>
              <a:rPr lang="de-DE" noProof="0" dirty="0" err="1"/>
              <a:t>Testing</a:t>
            </a:r>
            <a:r>
              <a:rPr lang="de-DE" noProof="0" dirty="0"/>
              <a:t> </a:t>
            </a:r>
            <a:r>
              <a:rPr lang="de-DE" noProof="0" dirty="0" err="1"/>
              <a:t>of</a:t>
            </a:r>
            <a:r>
              <a:rPr lang="de-DE" noProof="0" dirty="0"/>
              <a:t> Security in Industrial Gateways </a:t>
            </a:r>
            <a:r>
              <a:rPr lang="de-DE" noProof="0" dirty="0" err="1"/>
              <a:t>under</a:t>
            </a:r>
            <a:r>
              <a:rPr lang="de-DE" noProof="0" dirty="0"/>
              <a:t> </a:t>
            </a:r>
            <a:r>
              <a:rPr lang="de-DE" noProof="0" dirty="0" err="1"/>
              <a:t>the</a:t>
            </a:r>
            <a:r>
              <a:rPr lang="de-DE" noProof="0" dirty="0"/>
              <a:t>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5</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210" name="Kapitelpunkt 1"/>
          <p:cNvSpPr/>
          <p:nvPr/>
        </p:nvSpPr>
        <p:spPr>
          <a:xfrm>
            <a:off x="373063" y="5925000"/>
            <a:ext cx="110000" cy="110000"/>
          </a:xfrm>
          <a:prstGeom prst="ellipse">
            <a:avLst/>
          </a:prstGeom>
          <a:solidFill>
            <a:srgbClr val="FF6E00"/>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101" name="Luecke-Karte links"/>
          <p:cNvSpPr txBox="1"/>
          <p:nvPr/>
        </p:nvSpPr>
        <p:spPr>
          <a:xfrm>
            <a:off x="688000" y="3270000"/>
            <a:ext cx="3900000" cy="82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30343A"/>
                </a:solidFill>
              </a:rPr>
              <a:t>Pflicht der Maschinenverordnung</a:t>
            </a:r>
          </a:p>
        </p:txBody>
      </p:sp>
      <p:sp>
        <p:nvSpPr>
          <p:cNvPr id="102" name="Luecke-Karte rechts"/>
          <p:cNvSpPr txBox="1"/>
          <p:nvPr/>
        </p:nvSpPr>
        <p:spPr>
          <a:xfrm>
            <a:off x="7580000" y="3270000"/>
            <a:ext cx="3900000" cy="82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30343A"/>
                </a:solidFill>
              </a:rPr>
              <a:t>Testergebnis am Gerät</a:t>
            </a:r>
          </a:p>
        </p:txBody>
      </p:sp>
      <p:sp>
        <p:nvSpPr>
          <p:cNvPr id="103" name="Luecke-Linie links"/>
          <p:cNvSpPr/>
          <p:nvPr/>
        </p:nvSpPr>
        <p:spPr>
          <a:xfrm>
            <a:off x="4688000" y="3680000"/>
            <a:ext cx="900000" cy="0"/>
          </a:xfrm>
          <a:prstGeom prst="line">
            <a:avLst/>
          </a:prstGeom>
          <a:ln w="28575">
            <a:solidFill>
              <a:srgbClr val="9AA1A9"/>
            </a:solidFill>
            <a:prstDash val="dash"/>
          </a:ln>
        </p:spPr>
        <p:txBody>
          <a:bodyPr/>
          <a:lstStyle/>
          <a:p>
            <a:endParaRPr lang="de-DE"/>
          </a:p>
        </p:txBody>
      </p:sp>
      <p:sp>
        <p:nvSpPr>
          <p:cNvPr id="104" name="Luecke-Linie rechts"/>
          <p:cNvSpPr/>
          <p:nvPr/>
        </p:nvSpPr>
        <p:spPr>
          <a:xfrm>
            <a:off x="6688000" y="3680000"/>
            <a:ext cx="900000" cy="0"/>
          </a:xfrm>
          <a:prstGeom prst="line">
            <a:avLst/>
          </a:prstGeom>
          <a:ln w="28575">
            <a:solidFill>
              <a:srgbClr val="9AA1A9"/>
            </a:solidFill>
            <a:prstDash val="dash"/>
          </a:ln>
        </p:spPr>
        <p:txBody>
          <a:bodyPr/>
          <a:lstStyle/>
          <a:p>
            <a:endParaRPr lang="de-DE"/>
          </a:p>
        </p:txBody>
      </p:sp>
      <p:sp>
        <p:nvSpPr>
          <p:cNvPr id="105" name="Luecke-Fragezeichen"/>
          <p:cNvSpPr txBox="1"/>
          <p:nvPr/>
        </p:nvSpPr>
        <p:spPr>
          <a:xfrm>
            <a:off x="5488000" y="2850000"/>
            <a:ext cx="1300000" cy="900000"/>
          </a:xfrm>
          <a:prstGeom prst="rect">
            <a:avLst/>
          </a:prstGeom>
          <a:noFill/>
        </p:spPr>
        <p:txBody>
          <a:bodyPr wrap="square" lIns="0" tIns="0" rIns="0" bIns="0" anchor="ctr">
            <a:noAutofit/>
          </a:bodyPr>
          <a:lstStyle/>
          <a:p>
            <a:pPr algn="ctr"/>
            <a:r>
              <a:rPr lang="de-DE" sz="6600" b="1">
                <a:solidFill>
                  <a:srgbClr val="FF6E00"/>
                </a:solidFill>
              </a:rPr>
              <a:t>?</a:t>
            </a:r>
          </a:p>
        </p:txBody>
      </p:sp>
      <p:sp>
        <p:nvSpPr>
          <p:cNvPr id="106" name="Luecke-Hinweis"/>
          <p:cNvSpPr txBox="1"/>
          <p:nvPr/>
        </p:nvSpPr>
        <p:spPr>
          <a:xfrm>
            <a:off x="4988000" y="4030000"/>
            <a:ext cx="2300000" cy="330000"/>
          </a:xfrm>
          <a:prstGeom prst="rect">
            <a:avLst/>
          </a:prstGeom>
          <a:noFill/>
        </p:spPr>
        <p:txBody>
          <a:bodyPr wrap="square" lIns="0" tIns="0" rIns="0" bIns="0" anchor="ctr">
            <a:noAutofit/>
          </a:bodyPr>
          <a:lstStyle/>
          <a:p>
            <a:pPr algn="ctr"/>
            <a:r>
              <a:rPr lang="de-DE" sz="2000" b="0" dirty="0">
                <a:solidFill>
                  <a:srgbClr val="5B666F"/>
                </a:solidFill>
              </a:rPr>
              <a:t>kein Verfahren</a:t>
            </a:r>
          </a:p>
        </p:txBody>
      </p:sp>
      <p:sp>
        <p:nvSpPr>
          <p:cNvPr id="9" name="Autor Fusszeile">
            <a:extLst>
              <a:ext uri="{FF2B5EF4-FFF2-40B4-BE49-F238E27FC236}">
                <a16:creationId xmlns:a16="http://schemas.microsoft.com/office/drawing/2014/main" id="{04DF1FE4-4B6E-5DA3-A01E-340566DB6D4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2D04F76F-D9A9-30EF-5FBA-DE41F41BF2A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3BF60BBF-CB02-B3AE-A377-03B2DD8B07C4}"/>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a:bodyPr>
          <a:lstStyle/>
          <a:p>
            <a:r>
              <a:rPr lang="de-DE" noProof="0"/>
              <a:t>Drei Fragen leiten die Arbeit</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6</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210" name="Kapitelpunkt 1"/>
          <p:cNvSpPr/>
          <p:nvPr/>
        </p:nvSpPr>
        <p:spPr>
          <a:xfrm>
            <a:off x="373063" y="5925000"/>
            <a:ext cx="110000" cy="110000"/>
          </a:xfrm>
          <a:prstGeom prst="ellipse">
            <a:avLst/>
          </a:prstGeom>
          <a:solidFill>
            <a:srgbClr val="FF6E00"/>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1">
                <a:solidFill>
                  <a:srgbClr val="FF6E00"/>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Luecke-Karte links"/>
          <p:cNvSpPr txBox="1"/>
          <p:nvPr/>
        </p:nvSpPr>
        <p:spPr>
          <a:xfrm>
            <a:off x="1250000" y="1420000"/>
            <a:ext cx="2950000" cy="64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Pflicht der Maschinenverordnung</a:t>
            </a:r>
          </a:p>
        </p:txBody>
      </p:sp>
      <p:sp>
        <p:nvSpPr>
          <p:cNvPr id="102" name="Luecke-Karte rechts"/>
          <p:cNvSpPr txBox="1"/>
          <p:nvPr/>
        </p:nvSpPr>
        <p:spPr>
          <a:xfrm>
            <a:off x="7992000" y="1420000"/>
            <a:ext cx="2950000" cy="64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Testergebnis am Gerät</a:t>
            </a:r>
          </a:p>
        </p:txBody>
      </p:sp>
      <p:sp>
        <p:nvSpPr>
          <p:cNvPr id="103" name="Luecke-Linie links"/>
          <p:cNvSpPr/>
          <p:nvPr/>
        </p:nvSpPr>
        <p:spPr>
          <a:xfrm>
            <a:off x="4400000" y="1740000"/>
            <a:ext cx="650000" cy="0"/>
          </a:xfrm>
          <a:prstGeom prst="line">
            <a:avLst/>
          </a:prstGeom>
          <a:ln w="19050">
            <a:solidFill>
              <a:srgbClr val="9AA1A9"/>
            </a:solidFill>
            <a:prstDash val="dash"/>
          </a:ln>
        </p:spPr>
        <p:txBody>
          <a:bodyPr/>
          <a:lstStyle/>
          <a:p>
            <a:endParaRPr lang="de-DE"/>
          </a:p>
        </p:txBody>
      </p:sp>
      <p:sp>
        <p:nvSpPr>
          <p:cNvPr id="104" name="Luecke-Linie rechts"/>
          <p:cNvSpPr/>
          <p:nvPr/>
        </p:nvSpPr>
        <p:spPr>
          <a:xfrm>
            <a:off x="7150000" y="1740000"/>
            <a:ext cx="650000" cy="0"/>
          </a:xfrm>
          <a:prstGeom prst="line">
            <a:avLst/>
          </a:prstGeom>
          <a:ln w="19050">
            <a:solidFill>
              <a:srgbClr val="9AA1A9"/>
            </a:solidFill>
            <a:prstDash val="dash"/>
          </a:ln>
        </p:spPr>
        <p:txBody>
          <a:bodyPr/>
          <a:lstStyle/>
          <a:p>
            <a:endParaRPr lang="de-DE"/>
          </a:p>
        </p:txBody>
      </p:sp>
      <p:sp>
        <p:nvSpPr>
          <p:cNvPr id="105" name="Luecke-Fragezeichen"/>
          <p:cNvSpPr txBox="1"/>
          <p:nvPr/>
        </p:nvSpPr>
        <p:spPr>
          <a:xfrm>
            <a:off x="5500000" y="1400000"/>
            <a:ext cx="1300000" cy="700000"/>
          </a:xfrm>
          <a:prstGeom prst="rect">
            <a:avLst/>
          </a:prstGeom>
          <a:noFill/>
        </p:spPr>
        <p:txBody>
          <a:bodyPr wrap="square" lIns="0" tIns="0" rIns="0" bIns="0" anchor="ctr">
            <a:noAutofit/>
          </a:bodyPr>
          <a:lstStyle/>
          <a:p>
            <a:pPr algn="ctr"/>
            <a:r>
              <a:rPr lang="de-DE" sz="4000" b="1">
                <a:solidFill>
                  <a:srgbClr val="F7B183"/>
                </a:solidFill>
              </a:rPr>
              <a:t>?</a:t>
            </a:r>
          </a:p>
        </p:txBody>
      </p:sp>
      <p:sp>
        <p:nvSpPr>
          <p:cNvPr id="106" name="Luecke-Hinweis"/>
          <p:cNvSpPr txBox="1"/>
          <p:nvPr/>
        </p:nvSpPr>
        <p:spPr>
          <a:xfrm>
            <a:off x="5000000" y="2040000"/>
            <a:ext cx="2300000" cy="300000"/>
          </a:xfrm>
          <a:prstGeom prst="rect">
            <a:avLst/>
          </a:prstGeom>
          <a:noFill/>
        </p:spPr>
        <p:txBody>
          <a:bodyPr wrap="square" lIns="0" tIns="0" rIns="0" bIns="0" anchor="ctr">
            <a:noAutofit/>
          </a:bodyPr>
          <a:lstStyle/>
          <a:p>
            <a:pPr algn="ctr"/>
            <a:r>
              <a:rPr lang="de-DE" sz="2000" b="0">
                <a:solidFill>
                  <a:srgbClr val="9AA1A9"/>
                </a:solidFill>
              </a:rPr>
              <a:t>kein Verfahren</a:t>
            </a:r>
          </a:p>
        </p:txBody>
      </p:sp>
      <p:sp>
        <p:nvSpPr>
          <p:cNvPr id="110" name="Zielband"/>
          <p:cNvSpPr txBox="1"/>
          <p:nvPr/>
        </p:nvSpPr>
        <p:spPr>
          <a:xfrm>
            <a:off x="700000" y="2460000"/>
            <a:ext cx="10792000" cy="460000"/>
          </a:xfrm>
          <a:prstGeom prst="rect">
            <a:avLst/>
          </a:prstGeom>
          <a:solidFill>
            <a:srgbClr val="FF6E00"/>
          </a:solidFill>
          <a:ln>
            <a:noFill/>
          </a:ln>
        </p:spPr>
        <p:txBody>
          <a:bodyPr wrap="square" lIns="137160" tIns="45720" rIns="137160" bIns="45720" anchor="ctr">
            <a:noAutofit/>
          </a:bodyPr>
          <a:lstStyle/>
          <a:p>
            <a:r>
              <a:rPr lang="de-DE" sz="2000" b="1">
                <a:solidFill>
                  <a:srgbClr val="FFFFFF"/>
                </a:solidFill>
              </a:rPr>
              <a:t>Ziel: systematische, rückverfolgbare Testmethodik</a:t>
            </a:r>
          </a:p>
        </p:txBody>
      </p:sp>
      <p:sp>
        <p:nvSpPr>
          <p:cNvPr id="120" name="Frage-Karte 1"/>
          <p:cNvSpPr txBox="1"/>
          <p:nvPr/>
        </p:nvSpPr>
        <p:spPr>
          <a:xfrm>
            <a:off x="400000" y="3060000"/>
            <a:ext cx="3600000" cy="2400000"/>
          </a:xfrm>
          <a:prstGeom prst="roundRect">
            <a:avLst>
              <a:gd name="adj" fmla="val 5000"/>
            </a:avLst>
          </a:prstGeom>
          <a:noFill/>
          <a:ln w="19050">
            <a:solidFill>
              <a:srgbClr val="D9D9D9"/>
            </a:solidFill>
          </a:ln>
        </p:spPr>
        <p:txBody>
          <a:bodyPr/>
          <a:lstStyle/>
          <a:p>
            <a:endParaRPr lang="de-DE"/>
          </a:p>
        </p:txBody>
      </p:sp>
      <p:sp>
        <p:nvSpPr>
          <p:cNvPr id="121" name="Frage-Chip 1"/>
          <p:cNvSpPr txBox="1"/>
          <p:nvPr/>
        </p:nvSpPr>
        <p:spPr>
          <a:xfrm>
            <a:off x="680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dirty="0">
                <a:solidFill>
                  <a:srgbClr val="FFFFFF"/>
                </a:solidFill>
              </a:rPr>
              <a:t>FF1</a:t>
            </a:r>
          </a:p>
        </p:txBody>
      </p:sp>
      <p:sp>
        <p:nvSpPr>
          <p:cNvPr id="122" name="Frage-Text 1"/>
          <p:cNvSpPr txBox="1"/>
          <p:nvPr/>
        </p:nvSpPr>
        <p:spPr>
          <a:xfrm>
            <a:off x="680000" y="3900000"/>
            <a:ext cx="3040000" cy="1300000"/>
          </a:xfrm>
          <a:prstGeom prst="rect">
            <a:avLst/>
          </a:prstGeom>
          <a:noFill/>
        </p:spPr>
        <p:txBody>
          <a:bodyPr wrap="square" lIns="0" tIns="0" rIns="0" bIns="0" anchor="ctr">
            <a:noAutofit/>
          </a:bodyPr>
          <a:lstStyle/>
          <a:p>
            <a:pPr algn="l"/>
            <a:r>
              <a:rPr lang="de-DE" sz="2000" b="0">
                <a:solidFill>
                  <a:srgbClr val="30343A"/>
                </a:solidFill>
              </a:rPr>
              <a:t>Pflicht zur prüfbaren Anforderung?</a:t>
            </a:r>
          </a:p>
        </p:txBody>
      </p:sp>
      <p:sp>
        <p:nvSpPr>
          <p:cNvPr id="123" name="Frage-Karte 2"/>
          <p:cNvSpPr txBox="1"/>
          <p:nvPr/>
        </p:nvSpPr>
        <p:spPr>
          <a:xfrm>
            <a:off x="4296000" y="3060000"/>
            <a:ext cx="3600000" cy="2400000"/>
          </a:xfrm>
          <a:prstGeom prst="roundRect">
            <a:avLst>
              <a:gd name="adj" fmla="val 5000"/>
            </a:avLst>
          </a:prstGeom>
          <a:noFill/>
          <a:ln w="19050">
            <a:solidFill>
              <a:srgbClr val="D9D9D9"/>
            </a:solidFill>
          </a:ln>
        </p:spPr>
        <p:txBody>
          <a:bodyPr/>
          <a:lstStyle/>
          <a:p>
            <a:endParaRPr lang="de-DE"/>
          </a:p>
        </p:txBody>
      </p:sp>
      <p:sp>
        <p:nvSpPr>
          <p:cNvPr id="124" name="Frage-Chip 2"/>
          <p:cNvSpPr txBox="1"/>
          <p:nvPr/>
        </p:nvSpPr>
        <p:spPr>
          <a:xfrm>
            <a:off x="4576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dirty="0">
                <a:solidFill>
                  <a:srgbClr val="FFFFFF"/>
                </a:solidFill>
              </a:rPr>
              <a:t>FF2</a:t>
            </a:r>
          </a:p>
        </p:txBody>
      </p:sp>
      <p:sp>
        <p:nvSpPr>
          <p:cNvPr id="125" name="Frage-Text 2"/>
          <p:cNvSpPr txBox="1"/>
          <p:nvPr/>
        </p:nvSpPr>
        <p:spPr>
          <a:xfrm>
            <a:off x="4576000" y="3900000"/>
            <a:ext cx="3040000" cy="1300000"/>
          </a:xfrm>
          <a:prstGeom prst="rect">
            <a:avLst/>
          </a:prstGeom>
          <a:noFill/>
        </p:spPr>
        <p:txBody>
          <a:bodyPr wrap="square" lIns="0" tIns="0" rIns="0" bIns="0" anchor="ctr">
            <a:noAutofit/>
          </a:bodyPr>
          <a:lstStyle/>
          <a:p>
            <a:pPr algn="l"/>
            <a:r>
              <a:rPr lang="de-DE" sz="2000" b="0">
                <a:solidFill>
                  <a:srgbClr val="30343A"/>
                </a:solidFill>
              </a:rPr>
              <a:t>Welche Firmentests sind anwendbar?</a:t>
            </a:r>
          </a:p>
        </p:txBody>
      </p:sp>
      <p:sp>
        <p:nvSpPr>
          <p:cNvPr id="126" name="Frage-Karte 3"/>
          <p:cNvSpPr txBox="1"/>
          <p:nvPr/>
        </p:nvSpPr>
        <p:spPr>
          <a:xfrm>
            <a:off x="8192000" y="3060000"/>
            <a:ext cx="3600000" cy="2400000"/>
          </a:xfrm>
          <a:prstGeom prst="roundRect">
            <a:avLst>
              <a:gd name="adj" fmla="val 5000"/>
            </a:avLst>
          </a:prstGeom>
          <a:noFill/>
          <a:ln w="19050">
            <a:solidFill>
              <a:srgbClr val="D9D9D9"/>
            </a:solidFill>
          </a:ln>
        </p:spPr>
        <p:txBody>
          <a:bodyPr/>
          <a:lstStyle/>
          <a:p>
            <a:endParaRPr lang="de-DE"/>
          </a:p>
        </p:txBody>
      </p:sp>
      <p:sp>
        <p:nvSpPr>
          <p:cNvPr id="127" name="Frage-Chip 3"/>
          <p:cNvSpPr txBox="1"/>
          <p:nvPr/>
        </p:nvSpPr>
        <p:spPr>
          <a:xfrm>
            <a:off x="8472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a:solidFill>
                  <a:srgbClr val="FFFFFF"/>
                </a:solidFill>
              </a:rPr>
              <a:t>FF3</a:t>
            </a:r>
          </a:p>
        </p:txBody>
      </p:sp>
      <p:sp>
        <p:nvSpPr>
          <p:cNvPr id="128" name="Frage-Text 3"/>
          <p:cNvSpPr txBox="1"/>
          <p:nvPr/>
        </p:nvSpPr>
        <p:spPr>
          <a:xfrm>
            <a:off x="8472000" y="3900000"/>
            <a:ext cx="3040000" cy="1300000"/>
          </a:xfrm>
          <a:prstGeom prst="rect">
            <a:avLst/>
          </a:prstGeom>
          <a:noFill/>
        </p:spPr>
        <p:txBody>
          <a:bodyPr wrap="square" lIns="0" tIns="0" rIns="0" bIns="0" anchor="ctr">
            <a:noAutofit/>
          </a:bodyPr>
          <a:lstStyle/>
          <a:p>
            <a:pPr algn="l"/>
            <a:r>
              <a:rPr lang="de-DE" sz="2000" b="0">
                <a:solidFill>
                  <a:srgbClr val="30343A"/>
                </a:solidFill>
              </a:rPr>
              <a:t>Was kann Direktzugriff verifizieren, und was nicht?</a:t>
            </a:r>
          </a:p>
        </p:txBody>
      </p:sp>
      <p:sp>
        <p:nvSpPr>
          <p:cNvPr id="9" name="Autor Fusszeile">
            <a:extLst>
              <a:ext uri="{FF2B5EF4-FFF2-40B4-BE49-F238E27FC236}">
                <a16:creationId xmlns:a16="http://schemas.microsoft.com/office/drawing/2014/main" id="{3AC41C30-1E06-5475-22C0-56EFF9EC8957}"/>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11D4C73D-BDC6-BF8C-3E1E-54051DE94593}"/>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50451E5B-9559-2648-14BF-188FABA3EDC7}"/>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dirty="0"/>
              <a:t>Drei Ebenen führen von der Rechtspflicht zur </a:t>
            </a:r>
            <a:br>
              <a:rPr lang="de-DE" noProof="0" dirty="0"/>
            </a:br>
            <a:r>
              <a:rPr lang="de-DE" noProof="0" dirty="0"/>
              <a:t>prüfbaren Anforderung</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7</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Ebene 1"/>
          <p:cNvSpPr txBox="1">
            <a:spLocks/>
          </p:cNvSpPr>
          <p:nvPr/>
        </p:nvSpPr>
        <p:spPr>
          <a:xfrm>
            <a:off x="2300000" y="1620000"/>
            <a:ext cx="6300000" cy="82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2000" b="1">
                <a:solidFill>
                  <a:srgbClr val="30343A"/>
                </a:solidFill>
              </a:rPr>
              <a:t>Verordnung (EU) 2023/1230, Anhang III · Pflicht auf Maschinenebene</a:t>
            </a:r>
          </a:p>
        </p:txBody>
      </p:sp>
      <p:sp>
        <p:nvSpPr>
          <p:cNvPr id="110" name="Pfeil 1"/>
          <p:cNvSpPr/>
          <p:nvPr/>
        </p:nvSpPr>
        <p:spPr>
          <a:xfrm>
            <a:off x="5310000" y="2500000"/>
            <a:ext cx="280000" cy="300000"/>
          </a:xfrm>
          <a:prstGeom prst="downArrow">
            <a:avLst/>
          </a:prstGeom>
          <a:solidFill>
            <a:srgbClr val="FF6E00"/>
          </a:solidFill>
          <a:ln>
            <a:noFill/>
          </a:ln>
        </p:spPr>
        <p:txBody>
          <a:bodyPr/>
          <a:lstStyle/>
          <a:p>
            <a:endParaRPr lang="de-DE"/>
          </a:p>
        </p:txBody>
      </p:sp>
      <p:sp>
        <p:nvSpPr>
          <p:cNvPr id="102" name="Ebene 2"/>
          <p:cNvSpPr txBox="1">
            <a:spLocks/>
          </p:cNvSpPr>
          <p:nvPr/>
        </p:nvSpPr>
        <p:spPr>
          <a:xfrm>
            <a:off x="2300000" y="2880000"/>
            <a:ext cx="6300000" cy="820000"/>
          </a:xfrm>
          <a:prstGeom prst="roundRect">
            <a:avLst>
              <a:gd name="adj" fmla="val 6000"/>
            </a:avLst>
          </a:prstGeom>
          <a:solidFill>
            <a:srgbClr val="FFB273"/>
          </a:solidFill>
          <a:ln>
            <a:noFill/>
          </a:ln>
        </p:spPr>
        <p:txBody>
          <a:bodyPr wrap="square" lIns="91440" tIns="45720" rIns="91440" bIns="45720" anchor="ctr">
            <a:noAutofit/>
          </a:bodyPr>
          <a:lstStyle/>
          <a:p>
            <a:pPr algn="ctr"/>
            <a:r>
              <a:rPr lang="de-DE" sz="2000" b="1" dirty="0" err="1">
                <a:solidFill>
                  <a:srgbClr val="30343A"/>
                </a:solidFill>
              </a:rPr>
              <a:t>prEN</a:t>
            </a:r>
            <a:r>
              <a:rPr lang="de-DE" sz="2000" b="1" dirty="0">
                <a:solidFill>
                  <a:srgbClr val="30343A"/>
                </a:solidFill>
              </a:rPr>
              <a:t> 50742, Ansatz B · technische Auslegung</a:t>
            </a:r>
          </a:p>
        </p:txBody>
      </p:sp>
      <p:sp>
        <p:nvSpPr>
          <p:cNvPr id="111" name="Pfeil 2"/>
          <p:cNvSpPr/>
          <p:nvPr/>
        </p:nvSpPr>
        <p:spPr>
          <a:xfrm>
            <a:off x="5310000" y="3760000"/>
            <a:ext cx="280000" cy="300000"/>
          </a:xfrm>
          <a:prstGeom prst="downArrow">
            <a:avLst/>
          </a:prstGeom>
          <a:solidFill>
            <a:srgbClr val="FF6E00"/>
          </a:solidFill>
          <a:ln>
            <a:noFill/>
          </a:ln>
        </p:spPr>
        <p:txBody>
          <a:bodyPr/>
          <a:lstStyle/>
          <a:p>
            <a:endParaRPr lang="de-DE"/>
          </a:p>
        </p:txBody>
      </p:sp>
      <p:sp>
        <p:nvSpPr>
          <p:cNvPr id="103" name="Ebene 3"/>
          <p:cNvSpPr txBox="1">
            <a:spLocks/>
          </p:cNvSpPr>
          <p:nvPr/>
        </p:nvSpPr>
        <p:spPr>
          <a:xfrm>
            <a:off x="2300000" y="4140000"/>
            <a:ext cx="6300000" cy="820000"/>
          </a:xfrm>
          <a:prstGeom prst="roundRect">
            <a:avLst>
              <a:gd name="adj" fmla="val 6000"/>
            </a:avLst>
          </a:prstGeom>
          <a:solidFill>
            <a:srgbClr val="FF6E00"/>
          </a:solidFill>
          <a:ln>
            <a:noFill/>
          </a:ln>
        </p:spPr>
        <p:txBody>
          <a:bodyPr wrap="square" lIns="91440" tIns="45720" rIns="91440" bIns="45720" anchor="ctr">
            <a:noAutofit/>
          </a:bodyPr>
          <a:lstStyle/>
          <a:p>
            <a:pPr algn="ctr"/>
            <a:r>
              <a:rPr lang="de-DE" sz="2000" b="1">
                <a:solidFill>
                  <a:srgbClr val="FFFFFF"/>
                </a:solidFill>
              </a:rPr>
              <a:t>IEC 62443-4-2 · Component Requirements</a:t>
            </a:r>
          </a:p>
        </p:txBody>
      </p:sp>
      <p:sp>
        <p:nvSpPr>
          <p:cNvPr id="9" name="Autor Fusszeile">
            <a:extLst>
              <a:ext uri="{FF2B5EF4-FFF2-40B4-BE49-F238E27FC236}">
                <a16:creationId xmlns:a16="http://schemas.microsoft.com/office/drawing/2014/main" id="{FE387BC4-2C84-12F0-9374-4C08777BB388}"/>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9FD0340E-1FDD-F6B2-0350-EB39712A569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3">
            <a:extLst>
              <a:ext uri="{FF2B5EF4-FFF2-40B4-BE49-F238E27FC236}">
                <a16:creationId xmlns:a16="http://schemas.microsoft.com/office/drawing/2014/main" id="{098EFD85-6913-5054-8EF9-C358132C4EC2}"/>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Vierzehn prüfbare Anforderungen aus zwei Abschnitten </a:t>
            </a:r>
            <a:br>
              <a:rPr lang="de-DE" sz="2800" b="1" dirty="0"/>
            </a:br>
            <a:r>
              <a:rPr lang="de-DE" sz="2800" b="1" dirty="0"/>
              <a:t>des Anhangs III</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399CC9C-85CB-49B1-8E2D-0B1DA8CCFE7B}" type="slidenum">
              <a:rPr lang="de-DE"/>
              <a:t>8</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300" name="Block A Titel"/>
          <p:cNvSpPr txBox="1"/>
          <p:nvPr/>
        </p:nvSpPr>
        <p:spPr>
          <a:xfrm>
            <a:off x="3150000" y="1560000"/>
            <a:ext cx="3320000" cy="380000"/>
          </a:xfrm>
          <a:prstGeom prst="rect">
            <a:avLst/>
          </a:prstGeom>
          <a:noFill/>
        </p:spPr>
        <p:txBody>
          <a:bodyPr wrap="square" lIns="0" tIns="0" rIns="0" bIns="0" anchor="t">
            <a:normAutofit/>
          </a:bodyPr>
          <a:lstStyle/>
          <a:p>
            <a:r>
              <a:rPr lang="de-DE" sz="2000" b="1">
                <a:solidFill>
                  <a:srgbClr val="5B666F"/>
                </a:solidFill>
              </a:rPr>
              <a:t>Anhang III, 1.1.9</a:t>
            </a:r>
          </a:p>
        </p:txBody>
      </p:sp>
      <p:sp>
        <p:nvSpPr>
          <p:cNvPr id="301" name="Block B Titel"/>
          <p:cNvSpPr txBox="1"/>
          <p:nvPr/>
        </p:nvSpPr>
        <p:spPr>
          <a:xfrm>
            <a:off x="8050000" y="1560000"/>
            <a:ext cx="3320000" cy="380000"/>
          </a:xfrm>
          <a:prstGeom prst="rect">
            <a:avLst/>
          </a:prstGeom>
          <a:noFill/>
        </p:spPr>
        <p:txBody>
          <a:bodyPr wrap="square" lIns="0" tIns="0" rIns="0" bIns="0" anchor="t">
            <a:normAutofit/>
          </a:bodyPr>
          <a:lstStyle/>
          <a:p>
            <a:r>
              <a:rPr lang="de-DE" sz="2000" b="1">
                <a:solidFill>
                  <a:srgbClr val="5B666F"/>
                </a:solidFill>
              </a:rPr>
              <a:t>Anhang III, 1.2.1</a:t>
            </a:r>
          </a:p>
        </p:txBody>
      </p:sp>
      <p:sp>
        <p:nvSpPr>
          <p:cNvPr id="302" name="Linie A"/>
          <p:cNvSpPr/>
          <p:nvPr/>
        </p:nvSpPr>
        <p:spPr>
          <a:xfrm>
            <a:off x="3150000" y="1960000"/>
            <a:ext cx="3320000" cy="0"/>
          </a:xfrm>
          <a:prstGeom prst="line">
            <a:avLst/>
          </a:prstGeom>
          <a:noFill/>
          <a:ln w="12700">
            <a:solidFill>
              <a:srgbClr val="C1C5C8"/>
            </a:solidFill>
          </a:ln>
        </p:spPr>
        <p:txBody>
          <a:bodyPr lIns="91440" tIns="45720" rIns="91440" bIns="45720" anchor="ctr">
            <a:normAutofit fontScale="25000" lnSpcReduction="20000"/>
          </a:bodyPr>
          <a:lstStyle/>
          <a:p>
            <a:endParaRPr lang="de-DE"/>
          </a:p>
        </p:txBody>
      </p:sp>
      <p:sp>
        <p:nvSpPr>
          <p:cNvPr id="303" name="Linie B"/>
          <p:cNvSpPr/>
          <p:nvPr/>
        </p:nvSpPr>
        <p:spPr>
          <a:xfrm>
            <a:off x="8050000" y="1960000"/>
            <a:ext cx="3320000" cy="0"/>
          </a:xfrm>
          <a:prstGeom prst="line">
            <a:avLst/>
          </a:prstGeom>
          <a:noFill/>
          <a:ln w="12700">
            <a:solidFill>
              <a:srgbClr val="C1C5C8"/>
            </a:solidFill>
          </a:ln>
        </p:spPr>
        <p:txBody>
          <a:bodyPr lIns="91440" tIns="45720" rIns="91440" bIns="45720" anchor="ctr">
            <a:normAutofit fontScale="25000" lnSpcReduction="20000"/>
          </a:bodyPr>
          <a:lstStyle/>
          <a:p>
            <a:endParaRPr lang="de-DE"/>
          </a:p>
        </p:txBody>
      </p:sp>
      <p:sp>
        <p:nvSpPr>
          <p:cNvPr id="310" name="RQ-001"/>
          <p:cNvSpPr/>
          <p:nvPr/>
        </p:nvSpPr>
        <p:spPr>
          <a:xfrm>
            <a:off x="3150000" y="2040000"/>
            <a:ext cx="1020000" cy="1020000"/>
          </a:xfrm>
          <a:prstGeom prst="rect">
            <a:avLst/>
          </a:prstGeom>
          <a:solidFill>
            <a:srgbClr val="D9D9D9"/>
          </a:solidFill>
          <a:ln>
            <a:noFill/>
          </a:ln>
        </p:spPr>
        <p:txBody>
          <a:bodyPr lIns="45720" tIns="0" rIns="45720" bIns="0" anchor="ctr">
            <a:normAutofit/>
          </a:bodyPr>
          <a:lstStyle/>
          <a:p>
            <a:pPr algn="ctr"/>
            <a:r>
              <a:rPr lang="de-DE" sz="2000" dirty="0">
                <a:solidFill>
                  <a:srgbClr val="30343A"/>
                </a:solidFill>
              </a:rPr>
              <a:t>RQ-001</a:t>
            </a:r>
          </a:p>
        </p:txBody>
      </p:sp>
      <p:sp>
        <p:nvSpPr>
          <p:cNvPr id="311" name="RQ-002"/>
          <p:cNvSpPr/>
          <p:nvPr/>
        </p:nvSpPr>
        <p:spPr>
          <a:xfrm>
            <a:off x="430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RQ-002</a:t>
            </a:r>
          </a:p>
        </p:txBody>
      </p:sp>
      <p:sp>
        <p:nvSpPr>
          <p:cNvPr id="312" name="RQ-003"/>
          <p:cNvSpPr/>
          <p:nvPr/>
        </p:nvSpPr>
        <p:spPr>
          <a:xfrm>
            <a:off x="54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RQ-003</a:t>
            </a:r>
          </a:p>
        </p:txBody>
      </p:sp>
      <p:sp>
        <p:nvSpPr>
          <p:cNvPr id="313" name="RQ-004"/>
          <p:cNvSpPr/>
          <p:nvPr/>
        </p:nvSpPr>
        <p:spPr>
          <a:xfrm>
            <a:off x="31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RQ-004</a:t>
            </a:r>
          </a:p>
        </p:txBody>
      </p:sp>
      <p:sp>
        <p:nvSpPr>
          <p:cNvPr id="314" name="RQ-005"/>
          <p:cNvSpPr/>
          <p:nvPr/>
        </p:nvSpPr>
        <p:spPr>
          <a:xfrm>
            <a:off x="430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RQ-005</a:t>
            </a:r>
          </a:p>
        </p:txBody>
      </p:sp>
      <p:sp>
        <p:nvSpPr>
          <p:cNvPr id="315" name="RQ-006"/>
          <p:cNvSpPr/>
          <p:nvPr/>
        </p:nvSpPr>
        <p:spPr>
          <a:xfrm>
            <a:off x="54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RQ-006</a:t>
            </a:r>
          </a:p>
        </p:txBody>
      </p:sp>
      <p:sp>
        <p:nvSpPr>
          <p:cNvPr id="316" name="RQ-007"/>
          <p:cNvSpPr/>
          <p:nvPr/>
        </p:nvSpPr>
        <p:spPr>
          <a:xfrm>
            <a:off x="315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RQ-007</a:t>
            </a:r>
          </a:p>
        </p:txBody>
      </p:sp>
      <p:sp>
        <p:nvSpPr>
          <p:cNvPr id="317" name="RQ-008"/>
          <p:cNvSpPr/>
          <p:nvPr/>
        </p:nvSpPr>
        <p:spPr>
          <a:xfrm>
            <a:off x="430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RQ-008</a:t>
            </a:r>
          </a:p>
        </p:txBody>
      </p:sp>
      <p:sp>
        <p:nvSpPr>
          <p:cNvPr id="318" name="RQ-009"/>
          <p:cNvSpPr/>
          <p:nvPr/>
        </p:nvSpPr>
        <p:spPr>
          <a:xfrm>
            <a:off x="545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RQ-009</a:t>
            </a:r>
          </a:p>
        </p:txBody>
      </p:sp>
      <p:sp>
        <p:nvSpPr>
          <p:cNvPr id="319" name="RQ-010"/>
          <p:cNvSpPr/>
          <p:nvPr/>
        </p:nvSpPr>
        <p:spPr>
          <a:xfrm>
            <a:off x="80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RQ-010</a:t>
            </a:r>
          </a:p>
        </p:txBody>
      </p:sp>
      <p:sp>
        <p:nvSpPr>
          <p:cNvPr id="320" name="RQ-011"/>
          <p:cNvSpPr/>
          <p:nvPr/>
        </p:nvSpPr>
        <p:spPr>
          <a:xfrm>
            <a:off x="920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RQ-011</a:t>
            </a:r>
          </a:p>
        </p:txBody>
      </p:sp>
      <p:sp>
        <p:nvSpPr>
          <p:cNvPr id="321" name="RQ-012"/>
          <p:cNvSpPr/>
          <p:nvPr/>
        </p:nvSpPr>
        <p:spPr>
          <a:xfrm>
            <a:off x="103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RQ-012</a:t>
            </a:r>
          </a:p>
        </p:txBody>
      </p:sp>
      <p:sp>
        <p:nvSpPr>
          <p:cNvPr id="322" name="RQ-013"/>
          <p:cNvSpPr/>
          <p:nvPr/>
        </p:nvSpPr>
        <p:spPr>
          <a:xfrm>
            <a:off x="80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RQ-013</a:t>
            </a:r>
          </a:p>
        </p:txBody>
      </p:sp>
      <p:sp>
        <p:nvSpPr>
          <p:cNvPr id="323" name="RQ-014"/>
          <p:cNvSpPr/>
          <p:nvPr/>
        </p:nvSpPr>
        <p:spPr>
          <a:xfrm>
            <a:off x="920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RQ-014</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Ebene 1"/>
          <p:cNvSpPr txBox="1"/>
          <p:nvPr/>
        </p:nvSpPr>
        <p:spPr>
          <a:xfrm>
            <a:off x="400000" y="1700000"/>
            <a:ext cx="2200000" cy="52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2000" b="1">
                <a:solidFill>
                  <a:srgbClr val="30343A"/>
                </a:solidFill>
              </a:rPr>
              <a:t>Verordnung, Anhang III</a:t>
            </a:r>
          </a:p>
        </p:txBody>
      </p:sp>
      <p:sp>
        <p:nvSpPr>
          <p:cNvPr id="110" name="Pfeil 1"/>
          <p:cNvSpPr/>
          <p:nvPr/>
        </p:nvSpPr>
        <p:spPr>
          <a:xfrm>
            <a:off x="1410000" y="2250000"/>
            <a:ext cx="180000" cy="180000"/>
          </a:xfrm>
          <a:prstGeom prst="downArrow">
            <a:avLst/>
          </a:prstGeom>
          <a:solidFill>
            <a:srgbClr val="9AA1A9"/>
          </a:solidFill>
          <a:ln>
            <a:noFill/>
          </a:ln>
        </p:spPr>
        <p:txBody>
          <a:bodyPr/>
          <a:lstStyle/>
          <a:p>
            <a:endParaRPr lang="de-DE"/>
          </a:p>
        </p:txBody>
      </p:sp>
      <p:sp>
        <p:nvSpPr>
          <p:cNvPr id="102" name="Ebene 2"/>
          <p:cNvSpPr txBox="1"/>
          <p:nvPr/>
        </p:nvSpPr>
        <p:spPr>
          <a:xfrm>
            <a:off x="400000" y="2460000"/>
            <a:ext cx="2200000" cy="520000"/>
          </a:xfrm>
          <a:prstGeom prst="roundRect">
            <a:avLst>
              <a:gd name="adj" fmla="val 6000"/>
            </a:avLst>
          </a:prstGeom>
          <a:solidFill>
            <a:srgbClr val="F2F2F2"/>
          </a:solidFill>
          <a:ln>
            <a:noFill/>
          </a:ln>
        </p:spPr>
        <p:txBody>
          <a:bodyPr wrap="square" lIns="91440" tIns="45720" rIns="91440" bIns="45720" anchor="ctr">
            <a:noAutofit/>
          </a:bodyPr>
          <a:lstStyle/>
          <a:p>
            <a:pPr algn="ctr"/>
            <a:r>
              <a:rPr lang="de-DE" sz="2000" b="1" err="1">
                <a:solidFill>
                  <a:srgbClr val="9AA1A9"/>
                </a:solidFill>
              </a:rPr>
              <a:t>prEN</a:t>
            </a:r>
            <a:r>
              <a:rPr lang="de-DE" sz="2000" b="1">
                <a:solidFill>
                  <a:srgbClr val="9AA1A9"/>
                </a:solidFill>
              </a:rPr>
              <a:t> 50742, Approach B</a:t>
            </a:r>
          </a:p>
        </p:txBody>
      </p:sp>
      <p:sp>
        <p:nvSpPr>
          <p:cNvPr id="111" name="Pfeil 2"/>
          <p:cNvSpPr/>
          <p:nvPr/>
        </p:nvSpPr>
        <p:spPr>
          <a:xfrm>
            <a:off x="1410000" y="3010000"/>
            <a:ext cx="180000" cy="180000"/>
          </a:xfrm>
          <a:prstGeom prst="downArrow">
            <a:avLst/>
          </a:prstGeom>
          <a:solidFill>
            <a:srgbClr val="9AA1A9"/>
          </a:solidFill>
          <a:ln>
            <a:noFill/>
          </a:ln>
        </p:spPr>
        <p:txBody>
          <a:bodyPr/>
          <a:lstStyle/>
          <a:p>
            <a:endParaRPr lang="de-DE"/>
          </a:p>
        </p:txBody>
      </p:sp>
      <p:sp>
        <p:nvSpPr>
          <p:cNvPr id="103" name="Ebene 3"/>
          <p:cNvSpPr txBox="1"/>
          <p:nvPr/>
        </p:nvSpPr>
        <p:spPr>
          <a:xfrm>
            <a:off x="400000" y="3220000"/>
            <a:ext cx="2200000" cy="520000"/>
          </a:xfrm>
          <a:prstGeom prst="roundRect">
            <a:avLst>
              <a:gd name="adj" fmla="val 6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IEC 62443-4-2</a:t>
            </a:r>
          </a:p>
        </p:txBody>
      </p:sp>
      <p:sp>
        <p:nvSpPr>
          <p:cNvPr id="130" name="Verbindungspfeil"/>
          <p:cNvSpPr/>
          <p:nvPr/>
        </p:nvSpPr>
        <p:spPr>
          <a:xfrm>
            <a:off x="2660000" y="1870000"/>
            <a:ext cx="400000" cy="180000"/>
          </a:xfrm>
          <a:prstGeom prst="rightArrow">
            <a:avLst/>
          </a:prstGeom>
          <a:solidFill>
            <a:srgbClr val="FF6E00"/>
          </a:solidFill>
          <a:ln>
            <a:noFill/>
          </a:ln>
        </p:spPr>
        <p:txBody>
          <a:bodyPr/>
          <a:lstStyle/>
          <a:p>
            <a:endParaRPr lang="de-DE"/>
          </a:p>
        </p:txBody>
      </p:sp>
      <p:sp>
        <p:nvSpPr>
          <p:cNvPr id="140" name="Mappingpfeil 1"/>
          <p:cNvSpPr/>
          <p:nvPr/>
        </p:nvSpPr>
        <p:spPr>
          <a:xfrm>
            <a:off x="6800000" y="4560000"/>
            <a:ext cx="1700000" cy="140000"/>
          </a:xfrm>
          <a:prstGeom prst="leftArrow">
            <a:avLst/>
          </a:prstGeom>
          <a:solidFill>
            <a:srgbClr val="C1C5C8"/>
          </a:solidFill>
          <a:ln>
            <a:noFill/>
          </a:ln>
        </p:spPr>
        <p:txBody>
          <a:bodyPr/>
          <a:lstStyle/>
          <a:p>
            <a:endParaRPr lang="de-DE"/>
          </a:p>
        </p:txBody>
      </p:sp>
      <p:sp>
        <p:nvSpPr>
          <p:cNvPr id="141" name="Mappinglabel 1"/>
          <p:cNvSpPr txBox="1"/>
          <p:nvPr/>
        </p:nvSpPr>
        <p:spPr>
          <a:xfrm>
            <a:off x="8650000" y="4470000"/>
            <a:ext cx="2800000" cy="320000"/>
          </a:xfrm>
          <a:prstGeom prst="rect">
            <a:avLst/>
          </a:prstGeom>
          <a:noFill/>
        </p:spPr>
        <p:txBody>
          <a:bodyPr wrap="square" lIns="0" tIns="0" rIns="0" bIns="0" anchor="ctr">
            <a:noAutofit/>
          </a:bodyPr>
          <a:lstStyle/>
          <a:p>
            <a:pPr algn="l"/>
            <a:r>
              <a:rPr lang="de-DE" sz="1200" b="0">
                <a:solidFill>
                  <a:srgbClr val="9AA1A9"/>
                </a:solidFill>
              </a:rPr>
              <a:t>Mapping auf prEN 50742</a:t>
            </a:r>
          </a:p>
        </p:txBody>
      </p:sp>
      <p:sp>
        <p:nvSpPr>
          <p:cNvPr id="142" name="Mappingpfeil 2"/>
          <p:cNvSpPr/>
          <p:nvPr/>
        </p:nvSpPr>
        <p:spPr>
          <a:xfrm>
            <a:off x="6800000" y="5060000"/>
            <a:ext cx="1700000" cy="140000"/>
          </a:xfrm>
          <a:prstGeom prst="leftArrow">
            <a:avLst/>
          </a:prstGeom>
          <a:solidFill>
            <a:srgbClr val="C1C5C8"/>
          </a:solidFill>
          <a:ln>
            <a:noFill/>
          </a:ln>
        </p:spPr>
        <p:txBody>
          <a:bodyPr/>
          <a:lstStyle/>
          <a:p>
            <a:endParaRPr lang="de-DE"/>
          </a:p>
        </p:txBody>
      </p:sp>
      <p:sp>
        <p:nvSpPr>
          <p:cNvPr id="143" name="Mappinglabel 2"/>
          <p:cNvSpPr txBox="1"/>
          <p:nvPr/>
        </p:nvSpPr>
        <p:spPr>
          <a:xfrm>
            <a:off x="8650000" y="4970000"/>
            <a:ext cx="2800000" cy="320000"/>
          </a:xfrm>
          <a:prstGeom prst="rect">
            <a:avLst/>
          </a:prstGeom>
          <a:noFill/>
        </p:spPr>
        <p:txBody>
          <a:bodyPr wrap="square" lIns="0" tIns="0" rIns="0" bIns="0" anchor="ctr">
            <a:noAutofit/>
          </a:bodyPr>
          <a:lstStyle/>
          <a:p>
            <a:pPr algn="l"/>
            <a:r>
              <a:rPr lang="de-DE" sz="1200" b="0" dirty="0">
                <a:solidFill>
                  <a:srgbClr val="9AA1A9"/>
                </a:solidFill>
              </a:rPr>
              <a:t>Mapping auf IEC 62443-4-2</a:t>
            </a:r>
          </a:p>
        </p:txBody>
      </p:sp>
      <p:sp>
        <p:nvSpPr>
          <p:cNvPr id="3" name="Autor Fusszeile">
            <a:extLst>
              <a:ext uri="{FF2B5EF4-FFF2-40B4-BE49-F238E27FC236}">
                <a16:creationId xmlns:a16="http://schemas.microsoft.com/office/drawing/2014/main" id="{A1CBD199-E96E-9CDF-69EA-AD41D12F777D}"/>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A5435E4D-2248-3B9D-FC8D-65F7D14A2B4B}"/>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AF1C1444-A178-342C-8054-35290263635B}"/>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2400000" y="480000"/>
            <a:ext cx="9400000" cy="900000"/>
          </a:xfrm>
        </p:spPr>
        <p:txBody>
          <a:bodyPr wrap="square">
            <a:normAutofit/>
          </a:bodyPr>
          <a:lstStyle/>
          <a:p>
            <a:r>
              <a:rPr lang="de-DE" sz="2800" b="1"/>
              <a:t>Die Ableitung am Beispiel RQ-003</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9</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0" name="Ableitung Titel"/>
          <p:cNvSpPr txBox="1"/>
          <p:nvPr/>
        </p:nvSpPr>
        <p:spPr>
          <a:xfrm>
            <a:off x="400000" y="1500000"/>
            <a:ext cx="2600000" cy="280000"/>
          </a:xfrm>
          <a:prstGeom prst="rect">
            <a:avLst/>
          </a:prstGeom>
          <a:noFill/>
        </p:spPr>
        <p:txBody>
          <a:bodyPr wrap="square" lIns="0" tIns="0" rIns="0" bIns="0" anchor="ctr">
            <a:noAutofit/>
          </a:bodyPr>
          <a:lstStyle/>
          <a:p>
            <a:pPr algn="l"/>
            <a:r>
              <a:rPr lang="de-DE" sz="1400" b="1">
                <a:solidFill>
                  <a:srgbClr val="5B666F"/>
                </a:solidFill>
              </a:rPr>
              <a:t>Ableitung</a:t>
            </a:r>
          </a:p>
        </p:txBody>
      </p:sp>
      <p:sp>
        <p:nvSpPr>
          <p:cNvPr id="101" name="Ebene 1"/>
          <p:cNvSpPr txBox="1"/>
          <p:nvPr/>
        </p:nvSpPr>
        <p:spPr>
          <a:xfrm>
            <a:off x="400000" y="1900000"/>
            <a:ext cx="2600000" cy="103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1200" b="1">
                <a:solidFill>
                  <a:srgbClr val="30343A"/>
                </a:solidFill>
              </a:rPr>
              <a:t>Verordnung, Anhang III</a:t>
            </a:r>
          </a:p>
        </p:txBody>
      </p:sp>
      <p:sp>
        <p:nvSpPr>
          <p:cNvPr id="111" name="Pfeil 1"/>
          <p:cNvSpPr/>
          <p:nvPr/>
        </p:nvSpPr>
        <p:spPr>
          <a:xfrm>
            <a:off x="1610000" y="2990000"/>
            <a:ext cx="180000" cy="160000"/>
          </a:xfrm>
          <a:prstGeom prst="downArrow">
            <a:avLst/>
          </a:prstGeom>
          <a:solidFill>
            <a:srgbClr val="FF6E00"/>
          </a:solidFill>
          <a:ln>
            <a:noFill/>
          </a:ln>
        </p:spPr>
        <p:txBody>
          <a:bodyPr/>
          <a:lstStyle/>
          <a:p>
            <a:endParaRPr lang="de-DE"/>
          </a:p>
        </p:txBody>
      </p:sp>
      <p:sp>
        <p:nvSpPr>
          <p:cNvPr id="102" name="Ebene 2"/>
          <p:cNvSpPr txBox="1"/>
          <p:nvPr/>
        </p:nvSpPr>
        <p:spPr>
          <a:xfrm>
            <a:off x="400000" y="3210000"/>
            <a:ext cx="2600000" cy="480000"/>
          </a:xfrm>
          <a:prstGeom prst="roundRect">
            <a:avLst>
              <a:gd name="adj" fmla="val 6000"/>
            </a:avLst>
          </a:prstGeom>
          <a:solidFill>
            <a:srgbClr val="FFB273"/>
          </a:solidFill>
          <a:ln>
            <a:noFill/>
          </a:ln>
        </p:spPr>
        <p:txBody>
          <a:bodyPr wrap="square" lIns="91440" tIns="45720" rIns="91440" bIns="45720" anchor="ctr">
            <a:noAutofit/>
          </a:bodyPr>
          <a:lstStyle/>
          <a:p>
            <a:pPr algn="ctr"/>
            <a:r>
              <a:rPr lang="de-DE" sz="1200" b="1">
                <a:solidFill>
                  <a:srgbClr val="30343A"/>
                </a:solidFill>
              </a:rPr>
              <a:t>prEN 50742, Approach B</a:t>
            </a:r>
          </a:p>
        </p:txBody>
      </p:sp>
      <p:sp>
        <p:nvSpPr>
          <p:cNvPr id="112" name="Pfeil 2"/>
          <p:cNvSpPr/>
          <p:nvPr/>
        </p:nvSpPr>
        <p:spPr>
          <a:xfrm>
            <a:off x="1610000" y="3750000"/>
            <a:ext cx="180000" cy="160000"/>
          </a:xfrm>
          <a:prstGeom prst="downArrow">
            <a:avLst/>
          </a:prstGeom>
          <a:solidFill>
            <a:srgbClr val="FF6E00"/>
          </a:solidFill>
          <a:ln>
            <a:noFill/>
          </a:ln>
        </p:spPr>
        <p:txBody>
          <a:bodyPr/>
          <a:lstStyle/>
          <a:p>
            <a:endParaRPr lang="de-DE"/>
          </a:p>
        </p:txBody>
      </p:sp>
      <p:sp>
        <p:nvSpPr>
          <p:cNvPr id="103" name="Ebene 3"/>
          <p:cNvSpPr txBox="1"/>
          <p:nvPr/>
        </p:nvSpPr>
        <p:spPr>
          <a:xfrm>
            <a:off x="400000" y="3970000"/>
            <a:ext cx="2600000" cy="700000"/>
          </a:xfrm>
          <a:prstGeom prst="roundRect">
            <a:avLst>
              <a:gd name="adj" fmla="val 6000"/>
            </a:avLst>
          </a:prstGeom>
          <a:solidFill>
            <a:srgbClr val="FF6E00"/>
          </a:solidFill>
          <a:ln>
            <a:noFill/>
          </a:ln>
        </p:spPr>
        <p:txBody>
          <a:bodyPr wrap="square" lIns="91440" tIns="45720" rIns="91440" bIns="45720" anchor="ctr">
            <a:noAutofit/>
          </a:bodyPr>
          <a:lstStyle/>
          <a:p>
            <a:pPr algn="ctr"/>
            <a:r>
              <a:rPr lang="de-DE" sz="1200" b="1">
                <a:solidFill>
                  <a:srgbClr val="FFFFFF"/>
                </a:solidFill>
              </a:rPr>
              <a:t>IEC 62443-4-2</a:t>
            </a:r>
          </a:p>
        </p:txBody>
      </p:sp>
      <p:sp>
        <p:nvSpPr>
          <p:cNvPr id="201" name="Stufe 1"/>
          <p:cNvSpPr txBox="1"/>
          <p:nvPr/>
        </p:nvSpPr>
        <p:spPr>
          <a:xfrm>
            <a:off x="3800000" y="1900000"/>
            <a:ext cx="7700000" cy="480000"/>
          </a:xfrm>
          <a:prstGeom prst="roundRect">
            <a:avLst>
              <a:gd name="adj" fmla="val 6000"/>
            </a:avLst>
          </a:prstGeom>
          <a:solidFill>
            <a:srgbClr val="FFE3CC"/>
          </a:solidFill>
          <a:ln>
            <a:noFill/>
          </a:ln>
        </p:spPr>
        <p:txBody>
          <a:bodyPr wrap="square" lIns="91440" tIns="45720" rIns="91440" bIns="45720" anchor="ctr">
            <a:noAutofit/>
          </a:bodyPr>
          <a:lstStyle/>
          <a:p>
            <a:endParaRPr lang="de-DE"/>
          </a:p>
        </p:txBody>
      </p:sp>
      <p:sp>
        <p:nvSpPr>
          <p:cNvPr id="241" name="Stufe 1 Titel"/>
          <p:cNvSpPr txBox="1"/>
          <p:nvPr/>
        </p:nvSpPr>
        <p:spPr>
          <a:xfrm>
            <a:off x="3950000" y="1900000"/>
            <a:ext cx="2350000" cy="480000"/>
          </a:xfrm>
          <a:prstGeom prst="rect">
            <a:avLst/>
          </a:prstGeom>
          <a:noFill/>
        </p:spPr>
        <p:txBody>
          <a:bodyPr wrap="square" lIns="0" tIns="0" rIns="0" bIns="0" anchor="ctr">
            <a:noAutofit/>
          </a:bodyPr>
          <a:lstStyle/>
          <a:p>
            <a:pPr algn="l"/>
            <a:r>
              <a:rPr lang="de-DE" sz="1600" b="1">
                <a:solidFill>
                  <a:srgbClr val="30343A"/>
                </a:solidFill>
              </a:rPr>
              <a:t>Anhang III, 1.1.9</a:t>
            </a:r>
          </a:p>
        </p:txBody>
      </p:sp>
      <p:sp>
        <p:nvSpPr>
          <p:cNvPr id="281" name="Stufe 1 Inhalt"/>
          <p:cNvSpPr txBox="1"/>
          <p:nvPr/>
        </p:nvSpPr>
        <p:spPr>
          <a:xfrm>
            <a:off x="6400000" y="1900000"/>
            <a:ext cx="4950000" cy="480000"/>
          </a:xfrm>
          <a:prstGeom prst="rect">
            <a:avLst/>
          </a:prstGeom>
          <a:noFill/>
        </p:spPr>
        <p:txBody>
          <a:bodyPr wrap="square" lIns="0" tIns="0" rIns="0" bIns="0" anchor="ctr">
            <a:noAutofit/>
          </a:bodyPr>
          <a:lstStyle/>
          <a:p>
            <a:pPr algn="l"/>
            <a:r>
              <a:rPr lang="de-DE" sz="1600" b="0">
                <a:solidFill>
                  <a:srgbClr val="30343A"/>
                </a:solidFill>
              </a:rPr>
              <a:t>Nachweise über Eingriffe sammeln</a:t>
            </a:r>
          </a:p>
        </p:txBody>
      </p:sp>
      <p:sp>
        <p:nvSpPr>
          <p:cNvPr id="202" name="Stufe 2"/>
          <p:cNvSpPr txBox="1"/>
          <p:nvPr/>
        </p:nvSpPr>
        <p:spPr>
          <a:xfrm>
            <a:off x="3800000" y="2450000"/>
            <a:ext cx="7700000" cy="480000"/>
          </a:xfrm>
          <a:prstGeom prst="roundRect">
            <a:avLst>
              <a:gd name="adj" fmla="val 6000"/>
            </a:avLst>
          </a:prstGeom>
          <a:solidFill>
            <a:srgbClr val="FFE3CC"/>
          </a:solidFill>
          <a:ln w="38100">
            <a:solidFill>
              <a:srgbClr val="FF6E00"/>
            </a:solidFill>
          </a:ln>
        </p:spPr>
        <p:txBody>
          <a:bodyPr wrap="square" lIns="91440" tIns="45720" rIns="91440" bIns="45720" anchor="ctr">
            <a:noAutofit/>
          </a:bodyPr>
          <a:lstStyle/>
          <a:p>
            <a:endParaRPr lang="de-DE"/>
          </a:p>
        </p:txBody>
      </p:sp>
      <p:sp>
        <p:nvSpPr>
          <p:cNvPr id="242" name="Stufe 2 Titel"/>
          <p:cNvSpPr txBox="1"/>
          <p:nvPr/>
        </p:nvSpPr>
        <p:spPr>
          <a:xfrm>
            <a:off x="3950000" y="2450000"/>
            <a:ext cx="2350000" cy="480000"/>
          </a:xfrm>
          <a:prstGeom prst="rect">
            <a:avLst/>
          </a:prstGeom>
          <a:noFill/>
        </p:spPr>
        <p:txBody>
          <a:bodyPr wrap="square" lIns="0" tIns="0" rIns="0" bIns="0" anchor="ctr">
            <a:noAutofit/>
          </a:bodyPr>
          <a:lstStyle/>
          <a:p>
            <a:pPr algn="l"/>
            <a:r>
              <a:rPr lang="de-DE" sz="1600" b="1">
                <a:solidFill>
                  <a:srgbClr val="30343A"/>
                </a:solidFill>
              </a:rPr>
              <a:t>RQ-003 · Zurechenbarkeit</a:t>
            </a:r>
          </a:p>
        </p:txBody>
      </p:sp>
      <p:sp>
        <p:nvSpPr>
          <p:cNvPr id="282" name="Stufe 2 Inhalt"/>
          <p:cNvSpPr txBox="1"/>
          <p:nvPr/>
        </p:nvSpPr>
        <p:spPr>
          <a:xfrm>
            <a:off x="6400000" y="2450000"/>
            <a:ext cx="4950000" cy="480000"/>
          </a:xfrm>
          <a:prstGeom prst="rect">
            <a:avLst/>
          </a:prstGeom>
          <a:noFill/>
        </p:spPr>
        <p:txBody>
          <a:bodyPr wrap="square" lIns="0" tIns="0" rIns="0" bIns="0" anchor="ctr">
            <a:noAutofit/>
          </a:bodyPr>
          <a:lstStyle/>
          <a:p>
            <a:pPr algn="l"/>
            <a:r>
              <a:rPr lang="de-DE" sz="1600" b="0">
                <a:solidFill>
                  <a:srgbClr val="30343A"/>
                </a:solidFill>
              </a:rPr>
              <a:t>abgeleitete Anforderung</a:t>
            </a:r>
          </a:p>
        </p:txBody>
      </p:sp>
      <p:sp>
        <p:nvSpPr>
          <p:cNvPr id="203" name="Stufe 3"/>
          <p:cNvSpPr txBox="1"/>
          <p:nvPr/>
        </p:nvSpPr>
        <p:spPr>
          <a:xfrm>
            <a:off x="3800000" y="3210000"/>
            <a:ext cx="7700000" cy="480000"/>
          </a:xfrm>
          <a:prstGeom prst="roundRect">
            <a:avLst>
              <a:gd name="adj" fmla="val 6000"/>
            </a:avLst>
          </a:prstGeom>
          <a:solidFill>
            <a:srgbClr val="FFB273"/>
          </a:solidFill>
          <a:ln>
            <a:noFill/>
          </a:ln>
        </p:spPr>
        <p:txBody>
          <a:bodyPr wrap="square" lIns="91440" tIns="45720" rIns="91440" bIns="45720" anchor="ctr">
            <a:noAutofit/>
          </a:bodyPr>
          <a:lstStyle/>
          <a:p>
            <a:endParaRPr lang="de-DE"/>
          </a:p>
        </p:txBody>
      </p:sp>
      <p:sp>
        <p:nvSpPr>
          <p:cNvPr id="243" name="Stufe 3 Titel"/>
          <p:cNvSpPr txBox="1"/>
          <p:nvPr/>
        </p:nvSpPr>
        <p:spPr>
          <a:xfrm>
            <a:off x="3950000" y="3210000"/>
            <a:ext cx="2350000" cy="480000"/>
          </a:xfrm>
          <a:prstGeom prst="rect">
            <a:avLst/>
          </a:prstGeom>
          <a:noFill/>
        </p:spPr>
        <p:txBody>
          <a:bodyPr wrap="square" lIns="0" tIns="0" rIns="0" bIns="0" anchor="ctr">
            <a:noAutofit/>
          </a:bodyPr>
          <a:lstStyle/>
          <a:p>
            <a:pPr algn="l"/>
            <a:r>
              <a:rPr lang="de-DE" sz="1600" b="1">
                <a:solidFill>
                  <a:srgbClr val="30343A"/>
                </a:solidFill>
              </a:rPr>
              <a:t>prEN 50742</a:t>
            </a:r>
          </a:p>
        </p:txBody>
      </p:sp>
      <p:sp>
        <p:nvSpPr>
          <p:cNvPr id="283" name="Stufe 3 Inhalt"/>
          <p:cNvSpPr txBox="1"/>
          <p:nvPr/>
        </p:nvSpPr>
        <p:spPr>
          <a:xfrm>
            <a:off x="6400000" y="3210000"/>
            <a:ext cx="4950000" cy="480000"/>
          </a:xfrm>
          <a:prstGeom prst="rect">
            <a:avLst/>
          </a:prstGeom>
          <a:noFill/>
        </p:spPr>
        <p:txBody>
          <a:bodyPr wrap="square" lIns="0" tIns="0" rIns="0" bIns="0" anchor="ctr">
            <a:noAutofit/>
          </a:bodyPr>
          <a:lstStyle/>
          <a:p>
            <a:pPr algn="l"/>
            <a:r>
              <a:rPr lang="de-DE" sz="1600" b="0">
                <a:solidFill>
                  <a:srgbClr val="30343A"/>
                </a:solidFill>
              </a:rPr>
              <a:t>Evidenz · Protokollierung · physische Manipulation</a:t>
            </a:r>
          </a:p>
        </p:txBody>
      </p:sp>
      <p:sp>
        <p:nvSpPr>
          <p:cNvPr id="204" name="Stufe 4"/>
          <p:cNvSpPr txBox="1"/>
          <p:nvPr/>
        </p:nvSpPr>
        <p:spPr>
          <a:xfrm>
            <a:off x="3800000" y="3970000"/>
            <a:ext cx="7700000" cy="700000"/>
          </a:xfrm>
          <a:prstGeom prst="roundRect">
            <a:avLst>
              <a:gd name="adj" fmla="val 6000"/>
            </a:avLst>
          </a:prstGeom>
          <a:solidFill>
            <a:srgbClr val="FF6E00"/>
          </a:solidFill>
          <a:ln>
            <a:noFill/>
          </a:ln>
        </p:spPr>
        <p:txBody>
          <a:bodyPr wrap="square" lIns="91440" tIns="45720" rIns="91440" bIns="45720" anchor="ctr">
            <a:noAutofit/>
          </a:bodyPr>
          <a:lstStyle/>
          <a:p>
            <a:endParaRPr lang="de-DE"/>
          </a:p>
        </p:txBody>
      </p:sp>
      <p:sp>
        <p:nvSpPr>
          <p:cNvPr id="244" name="Stufe 4 Titel"/>
          <p:cNvSpPr txBox="1"/>
          <p:nvPr/>
        </p:nvSpPr>
        <p:spPr>
          <a:xfrm>
            <a:off x="3950000" y="3970000"/>
            <a:ext cx="2350000" cy="700000"/>
          </a:xfrm>
          <a:prstGeom prst="rect">
            <a:avLst/>
          </a:prstGeom>
          <a:noFill/>
        </p:spPr>
        <p:txBody>
          <a:bodyPr wrap="square" lIns="0" tIns="0" rIns="0" bIns="0" anchor="ctr">
            <a:noAutofit/>
          </a:bodyPr>
          <a:lstStyle/>
          <a:p>
            <a:pPr algn="l"/>
            <a:r>
              <a:rPr lang="de-DE" sz="1600" b="1">
                <a:solidFill>
                  <a:srgbClr val="FFFFFF"/>
                </a:solidFill>
              </a:rPr>
              <a:t>IEC 62443-4-2</a:t>
            </a:r>
          </a:p>
        </p:txBody>
      </p:sp>
      <p:sp>
        <p:nvSpPr>
          <p:cNvPr id="260" name="CR-Chip 1"/>
          <p:cNvSpPr txBox="1"/>
          <p:nvPr/>
        </p:nvSpPr>
        <p:spPr>
          <a:xfrm>
            <a:off x="640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CR 2.8 Ereignisse</a:t>
            </a:r>
          </a:p>
        </p:txBody>
      </p:sp>
      <p:sp>
        <p:nvSpPr>
          <p:cNvPr id="261" name="CR-Chip 2"/>
          <p:cNvSpPr txBox="1"/>
          <p:nvPr/>
        </p:nvSpPr>
        <p:spPr>
          <a:xfrm>
            <a:off x="812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CR 2.12 Nichtabstreitbarkeit</a:t>
            </a:r>
          </a:p>
        </p:txBody>
      </p:sp>
      <p:sp>
        <p:nvSpPr>
          <p:cNvPr id="262" name="CR-Chip 3"/>
          <p:cNvSpPr txBox="1"/>
          <p:nvPr/>
        </p:nvSpPr>
        <p:spPr>
          <a:xfrm>
            <a:off x="984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EDR 3.11 Rückfallebene</a:t>
            </a:r>
          </a:p>
        </p:txBody>
      </p:sp>
      <p:sp>
        <p:nvSpPr>
          <p:cNvPr id="301" name="Verbindung 1"/>
          <p:cNvSpPr/>
          <p:nvPr/>
        </p:nvSpPr>
        <p:spPr>
          <a:xfrm>
            <a:off x="3000000" y="2140000"/>
            <a:ext cx="800000" cy="0"/>
          </a:xfrm>
          <a:prstGeom prst="line">
            <a:avLst/>
          </a:prstGeom>
          <a:ln w="19050">
            <a:solidFill>
              <a:srgbClr val="FFE3CC"/>
            </a:solidFill>
          </a:ln>
        </p:spPr>
        <p:txBody>
          <a:bodyPr/>
          <a:lstStyle/>
          <a:p>
            <a:endParaRPr lang="de-DE"/>
          </a:p>
        </p:txBody>
      </p:sp>
      <p:sp>
        <p:nvSpPr>
          <p:cNvPr id="302" name="Verbindung 2"/>
          <p:cNvSpPr/>
          <p:nvPr/>
        </p:nvSpPr>
        <p:spPr>
          <a:xfrm>
            <a:off x="3000000" y="2690000"/>
            <a:ext cx="800000" cy="0"/>
          </a:xfrm>
          <a:prstGeom prst="line">
            <a:avLst/>
          </a:prstGeom>
          <a:ln w="19050">
            <a:solidFill>
              <a:srgbClr val="FFE3CC"/>
            </a:solidFill>
          </a:ln>
        </p:spPr>
        <p:txBody>
          <a:bodyPr/>
          <a:lstStyle/>
          <a:p>
            <a:endParaRPr lang="de-DE"/>
          </a:p>
        </p:txBody>
      </p:sp>
      <p:sp>
        <p:nvSpPr>
          <p:cNvPr id="303" name="Verbindung 3"/>
          <p:cNvSpPr/>
          <p:nvPr/>
        </p:nvSpPr>
        <p:spPr>
          <a:xfrm>
            <a:off x="3000000" y="3450000"/>
            <a:ext cx="800000" cy="0"/>
          </a:xfrm>
          <a:prstGeom prst="line">
            <a:avLst/>
          </a:prstGeom>
          <a:ln w="19050">
            <a:solidFill>
              <a:srgbClr val="FFB273"/>
            </a:solidFill>
          </a:ln>
        </p:spPr>
        <p:txBody>
          <a:bodyPr/>
          <a:lstStyle/>
          <a:p>
            <a:endParaRPr lang="de-DE"/>
          </a:p>
        </p:txBody>
      </p:sp>
      <p:sp>
        <p:nvSpPr>
          <p:cNvPr id="304" name="Verbindung 4"/>
          <p:cNvSpPr/>
          <p:nvPr/>
        </p:nvSpPr>
        <p:spPr>
          <a:xfrm>
            <a:off x="3000000" y="4320000"/>
            <a:ext cx="800000" cy="0"/>
          </a:xfrm>
          <a:prstGeom prst="line">
            <a:avLst/>
          </a:prstGeom>
          <a:ln w="19050">
            <a:solidFill>
              <a:srgbClr val="FF6E00"/>
            </a:solidFill>
          </a:ln>
        </p:spPr>
        <p:txBody>
          <a:bodyPr/>
          <a:lstStyle/>
          <a:p>
            <a:endParaRPr lang="de-DE"/>
          </a:p>
        </p:txBody>
      </p:sp>
      <p:sp>
        <p:nvSpPr>
          <p:cNvPr id="3" name="Autor Fusszeile">
            <a:extLst>
              <a:ext uri="{FF2B5EF4-FFF2-40B4-BE49-F238E27FC236}">
                <a16:creationId xmlns:a16="http://schemas.microsoft.com/office/drawing/2014/main" id="{EAE3F762-5F52-86FC-BEBF-A267426CD867}"/>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9BBE7A69-9F2A-8399-E62A-799F1FC18FFE}"/>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3BD1B3A4-88F1-582D-2C1F-0AC4CC69A18B}"/>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680000" y="459763"/>
            <a:ext cx="9400000" cy="900000"/>
          </a:xfrm>
        </p:spPr>
        <p:txBody>
          <a:bodyPr wrap="square">
            <a:normAutofit/>
          </a:bodyPr>
          <a:lstStyle/>
          <a:p>
            <a:r>
              <a:rPr lang="de-DE" sz="2800" b="1" dirty="0"/>
              <a:t>Kein etablierter Ansatz erfüllt alle Kriterien </a:t>
            </a:r>
            <a:br>
              <a:rPr lang="de-DE" sz="2800" b="1" dirty="0"/>
            </a:br>
            <a:r>
              <a:rPr lang="de-DE" sz="2800" b="1" dirty="0"/>
              <a:t>- deshalb eine Kombination</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10</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130000" y="584234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2" name="Ansatz 1"/>
          <p:cNvSpPr/>
          <p:nvPr/>
        </p:nvSpPr>
        <p:spPr>
          <a:xfrm>
            <a:off x="400000" y="1600000"/>
            <a:ext cx="6100000" cy="560000"/>
          </a:xfrm>
          <a:prstGeom prst="roundRect">
            <a:avLst>
              <a:gd name="adj" fmla="val 6000"/>
            </a:avLst>
          </a:prstGeom>
          <a:solidFill>
            <a:srgbClr val="F2F2F2"/>
          </a:solidFill>
          <a:ln>
            <a:noFill/>
          </a:ln>
        </p:spPr>
        <p:txBody>
          <a:bodyPr/>
          <a:lstStyle/>
          <a:p>
            <a:endParaRPr lang="de-DE"/>
          </a:p>
        </p:txBody>
      </p:sp>
      <p:sp>
        <p:nvSpPr>
          <p:cNvPr id="220" name="Ansatz 1 Name"/>
          <p:cNvSpPr txBox="1"/>
          <p:nvPr/>
        </p:nvSpPr>
        <p:spPr>
          <a:xfrm>
            <a:off x="540000" y="1600000"/>
            <a:ext cx="2500000" cy="560000"/>
          </a:xfrm>
          <a:prstGeom prst="rect">
            <a:avLst/>
          </a:prstGeom>
          <a:noFill/>
        </p:spPr>
        <p:txBody>
          <a:bodyPr wrap="square" lIns="0" tIns="0" rIns="0" bIns="0" anchor="ctr">
            <a:noAutofit/>
          </a:bodyPr>
          <a:lstStyle/>
          <a:p>
            <a:pPr algn="l"/>
            <a:r>
              <a:rPr lang="de-DE" sz="1600" b="1">
                <a:solidFill>
                  <a:srgbClr val="30343A"/>
                </a:solidFill>
              </a:rPr>
              <a:t>Funktionales Black-Box-Testing</a:t>
            </a:r>
          </a:p>
        </p:txBody>
      </p:sp>
      <p:sp>
        <p:nvSpPr>
          <p:cNvPr id="240" name="Ansatz 1 Plus"/>
          <p:cNvSpPr txBox="1"/>
          <p:nvPr/>
        </p:nvSpPr>
        <p:spPr>
          <a:xfrm>
            <a:off x="3040000" y="162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rückverfolgbar</a:t>
            </a:r>
          </a:p>
        </p:txBody>
      </p:sp>
      <p:sp>
        <p:nvSpPr>
          <p:cNvPr id="260" name="Ansatz 1 Minus"/>
          <p:cNvSpPr txBox="1"/>
          <p:nvPr/>
        </p:nvSpPr>
        <p:spPr>
          <a:xfrm>
            <a:off x="3040000" y="191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kein Angreiferblick</a:t>
            </a:r>
          </a:p>
        </p:txBody>
      </p:sp>
      <p:sp>
        <p:nvSpPr>
          <p:cNvPr id="201" name="Ansatz 2"/>
          <p:cNvSpPr/>
          <p:nvPr/>
        </p:nvSpPr>
        <p:spPr>
          <a:xfrm>
            <a:off x="400000" y="2280000"/>
            <a:ext cx="6100000" cy="560000"/>
          </a:xfrm>
          <a:prstGeom prst="roundRect">
            <a:avLst>
              <a:gd name="adj" fmla="val 6000"/>
            </a:avLst>
          </a:prstGeom>
          <a:solidFill>
            <a:srgbClr val="F2F2F2"/>
          </a:solidFill>
          <a:ln>
            <a:noFill/>
          </a:ln>
        </p:spPr>
        <p:txBody>
          <a:bodyPr/>
          <a:lstStyle/>
          <a:p>
            <a:endParaRPr lang="de-DE"/>
          </a:p>
        </p:txBody>
      </p:sp>
      <p:sp>
        <p:nvSpPr>
          <p:cNvPr id="3" name="Ansatz 2 Name"/>
          <p:cNvSpPr txBox="1"/>
          <p:nvPr/>
        </p:nvSpPr>
        <p:spPr>
          <a:xfrm>
            <a:off x="540000" y="2280000"/>
            <a:ext cx="2500000" cy="560000"/>
          </a:xfrm>
          <a:prstGeom prst="rect">
            <a:avLst/>
          </a:prstGeom>
          <a:noFill/>
        </p:spPr>
        <p:txBody>
          <a:bodyPr wrap="square" lIns="0" tIns="0" rIns="0" bIns="0" anchor="ctr">
            <a:noAutofit/>
          </a:bodyPr>
          <a:lstStyle/>
          <a:p>
            <a:pPr algn="l"/>
            <a:r>
              <a:rPr lang="de-DE" sz="1600" b="1">
                <a:solidFill>
                  <a:srgbClr val="30343A"/>
                </a:solidFill>
              </a:rPr>
              <a:t>IEC 62443-4-1 · SVV</a:t>
            </a:r>
          </a:p>
        </p:txBody>
      </p:sp>
      <p:sp>
        <p:nvSpPr>
          <p:cNvPr id="241" name="Ansatz 2 Plus"/>
          <p:cNvSpPr txBox="1"/>
          <p:nvPr/>
        </p:nvSpPr>
        <p:spPr>
          <a:xfrm>
            <a:off x="3040000" y="230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definiert das „Was“</a:t>
            </a:r>
          </a:p>
        </p:txBody>
      </p:sp>
      <p:sp>
        <p:nvSpPr>
          <p:cNvPr id="261" name="Ansatz 2 Minus"/>
          <p:cNvSpPr txBox="1"/>
          <p:nvPr/>
        </p:nvSpPr>
        <p:spPr>
          <a:xfrm>
            <a:off x="3040000" y="259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keine Testfälle</a:t>
            </a:r>
          </a:p>
        </p:txBody>
      </p:sp>
      <p:sp>
        <p:nvSpPr>
          <p:cNvPr id="202" name="Ansatz 3"/>
          <p:cNvSpPr/>
          <p:nvPr/>
        </p:nvSpPr>
        <p:spPr>
          <a:xfrm>
            <a:off x="400000" y="2960000"/>
            <a:ext cx="6100000" cy="560000"/>
          </a:xfrm>
          <a:prstGeom prst="roundRect">
            <a:avLst>
              <a:gd name="adj" fmla="val 6000"/>
            </a:avLst>
          </a:prstGeom>
          <a:solidFill>
            <a:srgbClr val="F2F2F2"/>
          </a:solidFill>
          <a:ln>
            <a:noFill/>
          </a:ln>
        </p:spPr>
        <p:txBody>
          <a:bodyPr/>
          <a:lstStyle/>
          <a:p>
            <a:endParaRPr lang="de-DE"/>
          </a:p>
        </p:txBody>
      </p:sp>
      <p:sp>
        <p:nvSpPr>
          <p:cNvPr id="4" name="Ansatz 3 Name"/>
          <p:cNvSpPr txBox="1"/>
          <p:nvPr/>
        </p:nvSpPr>
        <p:spPr>
          <a:xfrm>
            <a:off x="540000" y="2960000"/>
            <a:ext cx="2500000" cy="560000"/>
          </a:xfrm>
          <a:prstGeom prst="rect">
            <a:avLst/>
          </a:prstGeom>
          <a:noFill/>
        </p:spPr>
        <p:txBody>
          <a:bodyPr wrap="square" lIns="0" tIns="0" rIns="0" bIns="0" anchor="ctr">
            <a:noAutofit/>
          </a:bodyPr>
          <a:lstStyle/>
          <a:p>
            <a:pPr algn="l"/>
            <a:r>
              <a:rPr lang="de-DE" sz="1600" b="1">
                <a:solidFill>
                  <a:srgbClr val="30343A"/>
                </a:solidFill>
              </a:rPr>
              <a:t>NIST SP 800-115</a:t>
            </a:r>
          </a:p>
        </p:txBody>
      </p:sp>
      <p:sp>
        <p:nvSpPr>
          <p:cNvPr id="242" name="Ansatz 3 Plus"/>
          <p:cNvSpPr txBox="1"/>
          <p:nvPr/>
        </p:nvSpPr>
        <p:spPr>
          <a:xfrm>
            <a:off x="3040000" y="298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prozedurale Tiefe</a:t>
            </a:r>
          </a:p>
        </p:txBody>
      </p:sp>
      <p:sp>
        <p:nvSpPr>
          <p:cNvPr id="262" name="Ansatz 3 Minus"/>
          <p:cNvSpPr txBox="1"/>
          <p:nvPr/>
        </p:nvSpPr>
        <p:spPr>
          <a:xfrm>
            <a:off x="3040000" y="327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nicht an die Verordnung gebunden</a:t>
            </a:r>
          </a:p>
        </p:txBody>
      </p:sp>
      <p:sp>
        <p:nvSpPr>
          <p:cNvPr id="203" name="Ansatz 4"/>
          <p:cNvSpPr/>
          <p:nvPr/>
        </p:nvSpPr>
        <p:spPr>
          <a:xfrm>
            <a:off x="400000" y="3640000"/>
            <a:ext cx="6100000" cy="560000"/>
          </a:xfrm>
          <a:prstGeom prst="roundRect">
            <a:avLst>
              <a:gd name="adj" fmla="val 6000"/>
            </a:avLst>
          </a:prstGeom>
          <a:solidFill>
            <a:srgbClr val="F2F2F2"/>
          </a:solidFill>
          <a:ln>
            <a:noFill/>
          </a:ln>
        </p:spPr>
        <p:txBody>
          <a:bodyPr/>
          <a:lstStyle/>
          <a:p>
            <a:endParaRPr lang="de-DE"/>
          </a:p>
        </p:txBody>
      </p:sp>
      <p:sp>
        <p:nvSpPr>
          <p:cNvPr id="223" name="Ansatz 4 Name"/>
          <p:cNvSpPr txBox="1"/>
          <p:nvPr/>
        </p:nvSpPr>
        <p:spPr>
          <a:xfrm>
            <a:off x="540000" y="3640000"/>
            <a:ext cx="2500000" cy="560000"/>
          </a:xfrm>
          <a:prstGeom prst="rect">
            <a:avLst/>
          </a:prstGeom>
          <a:noFill/>
        </p:spPr>
        <p:txBody>
          <a:bodyPr wrap="square" lIns="0" tIns="0" rIns="0" bIns="0" anchor="ctr">
            <a:noAutofit/>
          </a:bodyPr>
          <a:lstStyle/>
          <a:p>
            <a:pPr algn="l"/>
            <a:r>
              <a:rPr lang="de-DE" sz="1600" b="1">
                <a:solidFill>
                  <a:srgbClr val="30343A"/>
                </a:solidFill>
              </a:rPr>
              <a:t>OWASP WSTG und ISTG</a:t>
            </a:r>
          </a:p>
        </p:txBody>
      </p:sp>
      <p:sp>
        <p:nvSpPr>
          <p:cNvPr id="243" name="Ansatz 4 Plus"/>
          <p:cNvSpPr txBox="1"/>
          <p:nvPr/>
        </p:nvSpPr>
        <p:spPr>
          <a:xfrm>
            <a:off x="3040000" y="366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konkret für HTTP</a:t>
            </a:r>
          </a:p>
        </p:txBody>
      </p:sp>
      <p:sp>
        <p:nvSpPr>
          <p:cNvPr id="263" name="Ansatz 4 Minus"/>
          <p:cNvSpPr txBox="1"/>
          <p:nvPr/>
        </p:nvSpPr>
        <p:spPr>
          <a:xfrm>
            <a:off x="3040000" y="395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kein OT-Feldbus</a:t>
            </a:r>
          </a:p>
        </p:txBody>
      </p:sp>
      <p:sp>
        <p:nvSpPr>
          <p:cNvPr id="204" name="Ansatz 5"/>
          <p:cNvSpPr/>
          <p:nvPr/>
        </p:nvSpPr>
        <p:spPr>
          <a:xfrm>
            <a:off x="400000" y="4320000"/>
            <a:ext cx="6100000" cy="560000"/>
          </a:xfrm>
          <a:prstGeom prst="roundRect">
            <a:avLst>
              <a:gd name="adj" fmla="val 6000"/>
            </a:avLst>
          </a:prstGeom>
          <a:solidFill>
            <a:srgbClr val="F2F2F2"/>
          </a:solidFill>
          <a:ln>
            <a:noFill/>
          </a:ln>
        </p:spPr>
        <p:txBody>
          <a:bodyPr/>
          <a:lstStyle/>
          <a:p>
            <a:endParaRPr lang="de-DE"/>
          </a:p>
        </p:txBody>
      </p:sp>
      <p:sp>
        <p:nvSpPr>
          <p:cNvPr id="5" name="Ansatz 5 Name"/>
          <p:cNvSpPr txBox="1"/>
          <p:nvPr/>
        </p:nvSpPr>
        <p:spPr>
          <a:xfrm>
            <a:off x="540000" y="4320000"/>
            <a:ext cx="2500000" cy="560000"/>
          </a:xfrm>
          <a:prstGeom prst="rect">
            <a:avLst/>
          </a:prstGeom>
          <a:noFill/>
        </p:spPr>
        <p:txBody>
          <a:bodyPr wrap="square" lIns="0" tIns="0" rIns="0" bIns="0" anchor="ctr">
            <a:noAutofit/>
          </a:bodyPr>
          <a:lstStyle/>
          <a:p>
            <a:pPr algn="l"/>
            <a:r>
              <a:rPr lang="de-DE" sz="1600" b="1">
                <a:solidFill>
                  <a:srgbClr val="30343A"/>
                </a:solidFill>
              </a:rPr>
              <a:t>MITRE ATT&amp;CK for ICS</a:t>
            </a:r>
          </a:p>
        </p:txBody>
      </p:sp>
      <p:sp>
        <p:nvSpPr>
          <p:cNvPr id="244" name="Ansatz 5 Plus"/>
          <p:cNvSpPr txBox="1"/>
          <p:nvPr/>
        </p:nvSpPr>
        <p:spPr>
          <a:xfrm>
            <a:off x="3040000" y="434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reale Angreifertechniken</a:t>
            </a:r>
          </a:p>
        </p:txBody>
      </p:sp>
      <p:sp>
        <p:nvSpPr>
          <p:cNvPr id="264" name="Ansatz 5 Minus"/>
          <p:cNvSpPr txBox="1"/>
          <p:nvPr/>
        </p:nvSpPr>
        <p:spPr>
          <a:xfrm>
            <a:off x="3040000" y="463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keine Prüfprozedur</a:t>
            </a:r>
          </a:p>
        </p:txBody>
      </p:sp>
      <p:sp>
        <p:nvSpPr>
          <p:cNvPr id="205" name="Ansatz 6"/>
          <p:cNvSpPr/>
          <p:nvPr/>
        </p:nvSpPr>
        <p:spPr>
          <a:xfrm>
            <a:off x="400000" y="5000000"/>
            <a:ext cx="6100000" cy="560000"/>
          </a:xfrm>
          <a:prstGeom prst="roundRect">
            <a:avLst>
              <a:gd name="adj" fmla="val 6000"/>
            </a:avLst>
          </a:prstGeom>
          <a:solidFill>
            <a:srgbClr val="F2F2F2"/>
          </a:solidFill>
          <a:ln>
            <a:noFill/>
          </a:ln>
        </p:spPr>
        <p:txBody>
          <a:bodyPr/>
          <a:lstStyle/>
          <a:p>
            <a:endParaRPr lang="de-DE"/>
          </a:p>
        </p:txBody>
      </p:sp>
      <p:sp>
        <p:nvSpPr>
          <p:cNvPr id="225" name="Ansatz 6 Name"/>
          <p:cNvSpPr txBox="1"/>
          <p:nvPr/>
        </p:nvSpPr>
        <p:spPr>
          <a:xfrm>
            <a:off x="540000" y="5000000"/>
            <a:ext cx="2500000" cy="560000"/>
          </a:xfrm>
          <a:prstGeom prst="rect">
            <a:avLst/>
          </a:prstGeom>
          <a:noFill/>
        </p:spPr>
        <p:txBody>
          <a:bodyPr wrap="square" lIns="0" tIns="0" rIns="0" bIns="0" anchor="ctr">
            <a:noAutofit/>
          </a:bodyPr>
          <a:lstStyle/>
          <a:p>
            <a:pPr algn="l"/>
            <a:r>
              <a:rPr lang="de-DE" sz="1600" b="1">
                <a:solidFill>
                  <a:srgbClr val="30343A"/>
                </a:solidFill>
              </a:rPr>
              <a:t>Fuzzing und Robustheit</a:t>
            </a:r>
          </a:p>
        </p:txBody>
      </p:sp>
      <p:sp>
        <p:nvSpPr>
          <p:cNvPr id="245" name="Ansatz 6 Plus"/>
          <p:cNvSpPr txBox="1"/>
          <p:nvPr/>
        </p:nvSpPr>
        <p:spPr>
          <a:xfrm>
            <a:off x="3040000" y="5020000"/>
            <a:ext cx="3340000" cy="220000"/>
          </a:xfrm>
          <a:prstGeom prst="rect">
            <a:avLst/>
          </a:prstGeom>
          <a:noFill/>
        </p:spPr>
        <p:txBody>
          <a:bodyPr wrap="square" lIns="0" tIns="0" rIns="0" bIns="0" anchor="ctr">
            <a:noAutofit/>
          </a:bodyPr>
          <a:lstStyle/>
          <a:p>
            <a:pPr algn="l"/>
            <a:r>
              <a:rPr lang="de-DE" sz="1500" b="1">
                <a:solidFill>
                  <a:srgbClr val="FF6E00"/>
                </a:solidFill>
              </a:rPr>
              <a:t>+  </a:t>
            </a:r>
            <a:r>
              <a:rPr lang="de-DE" sz="1500" b="0">
                <a:solidFill>
                  <a:srgbClr val="5B666F"/>
                </a:solidFill>
              </a:rPr>
              <a:t>Fehlerbehandlung</a:t>
            </a:r>
          </a:p>
        </p:txBody>
      </p:sp>
      <p:sp>
        <p:nvSpPr>
          <p:cNvPr id="265" name="Ansatz 6 Minus"/>
          <p:cNvSpPr txBox="1"/>
          <p:nvPr/>
        </p:nvSpPr>
        <p:spPr>
          <a:xfrm>
            <a:off x="3040000" y="5310000"/>
            <a:ext cx="3340000" cy="220000"/>
          </a:xfrm>
          <a:prstGeom prst="rect">
            <a:avLst/>
          </a:prstGeom>
          <a:noFill/>
        </p:spPr>
        <p:txBody>
          <a:bodyPr wrap="square" lIns="0" tIns="0" rIns="0" bIns="0" anchor="ctr">
            <a:noAutofit/>
          </a:bodyPr>
          <a:lstStyle/>
          <a:p>
            <a:pPr algn="l"/>
            <a:r>
              <a:rPr lang="de-DE" sz="1500" b="1">
                <a:solidFill>
                  <a:srgbClr val="9AA1A9"/>
                </a:solidFill>
              </a:rPr>
              <a:t>–  </a:t>
            </a:r>
            <a:r>
              <a:rPr lang="de-DE" sz="1500" b="0">
                <a:solidFill>
                  <a:srgbClr val="9AA1A9"/>
                </a:solidFill>
              </a:rPr>
              <a:t>aufwendige Auswertung</a:t>
            </a:r>
          </a:p>
        </p:txBody>
      </p:sp>
      <p:sp>
        <p:nvSpPr>
          <p:cNvPr id="300" name="Strategie Block"/>
          <p:cNvSpPr/>
          <p:nvPr/>
        </p:nvSpPr>
        <p:spPr>
          <a:xfrm>
            <a:off x="7300000" y="1600000"/>
            <a:ext cx="4300000" cy="3960000"/>
          </a:xfrm>
          <a:prstGeom prst="roundRect">
            <a:avLst>
              <a:gd name="adj" fmla="val 6000"/>
            </a:avLst>
          </a:prstGeom>
          <a:solidFill>
            <a:srgbClr val="FF6E00"/>
          </a:solidFill>
          <a:ln>
            <a:noFill/>
          </a:ln>
        </p:spPr>
        <p:txBody>
          <a:bodyPr/>
          <a:lstStyle/>
          <a:p>
            <a:endParaRPr lang="de-DE"/>
          </a:p>
        </p:txBody>
      </p:sp>
      <p:sp>
        <p:nvSpPr>
          <p:cNvPr id="301" name="Strategie Titel"/>
          <p:cNvSpPr txBox="1"/>
          <p:nvPr/>
        </p:nvSpPr>
        <p:spPr>
          <a:xfrm>
            <a:off x="7580000" y="1860000"/>
            <a:ext cx="3740000" cy="400000"/>
          </a:xfrm>
          <a:prstGeom prst="rect">
            <a:avLst/>
          </a:prstGeom>
          <a:noFill/>
        </p:spPr>
        <p:txBody>
          <a:bodyPr wrap="square" lIns="0" tIns="0" rIns="0" bIns="0" anchor="ctr">
            <a:noAutofit/>
          </a:bodyPr>
          <a:lstStyle/>
          <a:p>
            <a:pPr algn="l"/>
            <a:r>
              <a:rPr lang="de-DE" sz="2000" b="1" dirty="0">
                <a:solidFill>
                  <a:srgbClr val="FFFFFF"/>
                </a:solidFill>
              </a:rPr>
              <a:t>Kombinierte Strategie</a:t>
            </a:r>
          </a:p>
        </p:txBody>
      </p:sp>
      <p:sp>
        <p:nvSpPr>
          <p:cNvPr id="310" name="Strategie Zeile 1"/>
          <p:cNvSpPr txBox="1"/>
          <p:nvPr/>
        </p:nvSpPr>
        <p:spPr>
          <a:xfrm>
            <a:off x="7580000" y="2440000"/>
            <a:ext cx="340000" cy="340000"/>
          </a:xfrm>
          <a:prstGeom prst="rect">
            <a:avLst/>
          </a:prstGeom>
          <a:noFill/>
        </p:spPr>
        <p:txBody>
          <a:bodyPr wrap="square" lIns="0" tIns="0" rIns="0" bIns="0" anchor="ctr">
            <a:noAutofit/>
          </a:bodyPr>
          <a:lstStyle/>
          <a:p>
            <a:pPr algn="l"/>
            <a:r>
              <a:rPr lang="de-DE" sz="2200" b="1">
                <a:solidFill>
                  <a:srgbClr val="FFE3CC"/>
                </a:solidFill>
              </a:rPr>
              <a:t>1</a:t>
            </a:r>
          </a:p>
        </p:txBody>
      </p:sp>
      <p:sp>
        <p:nvSpPr>
          <p:cNvPr id="320" name="Strategie Text 1"/>
          <p:cNvSpPr txBox="1"/>
          <p:nvPr/>
        </p:nvSpPr>
        <p:spPr>
          <a:xfrm>
            <a:off x="7960000" y="2400000"/>
            <a:ext cx="3360000" cy="1100000"/>
          </a:xfrm>
          <a:prstGeom prst="rect">
            <a:avLst/>
          </a:prstGeom>
          <a:noFill/>
        </p:spPr>
        <p:txBody>
          <a:bodyPr wrap="square" lIns="0" tIns="0" rIns="0" bIns="0" anchor="t">
            <a:noAutofit/>
          </a:bodyPr>
          <a:lstStyle/>
          <a:p>
            <a:pPr algn="l"/>
            <a:r>
              <a:rPr lang="de-DE" sz="1700" b="1">
                <a:solidFill>
                  <a:srgbClr val="FFFFFF"/>
                </a:solidFill>
              </a:rPr>
              <a:t>SVV-Taxonomie der IEC 62443-4-1</a:t>
            </a:r>
            <a:br/>
            <a:r>
              <a:rPr lang="de-DE" sz="1600" b="0">
                <a:solidFill>
                  <a:srgbClr val="FFE3CC"/>
                </a:solidFill>
              </a:rPr>
              <a:t>verankert jeden Test an einem Prüfzweck</a:t>
            </a:r>
          </a:p>
        </p:txBody>
      </p:sp>
      <p:sp>
        <p:nvSpPr>
          <p:cNvPr id="311" name="Strategie Zeile 2"/>
          <p:cNvSpPr txBox="1"/>
          <p:nvPr/>
        </p:nvSpPr>
        <p:spPr>
          <a:xfrm>
            <a:off x="7580000" y="3590000"/>
            <a:ext cx="340000" cy="340000"/>
          </a:xfrm>
          <a:prstGeom prst="rect">
            <a:avLst/>
          </a:prstGeom>
          <a:noFill/>
        </p:spPr>
        <p:txBody>
          <a:bodyPr wrap="square" lIns="0" tIns="0" rIns="0" bIns="0" anchor="ctr">
            <a:noAutofit/>
          </a:bodyPr>
          <a:lstStyle/>
          <a:p>
            <a:pPr algn="l"/>
            <a:r>
              <a:rPr lang="de-DE" sz="2200" b="1">
                <a:solidFill>
                  <a:srgbClr val="FFE3CC"/>
                </a:solidFill>
              </a:rPr>
              <a:t>2</a:t>
            </a:r>
          </a:p>
        </p:txBody>
      </p:sp>
      <p:sp>
        <p:nvSpPr>
          <p:cNvPr id="321" name="Strategie Text 2"/>
          <p:cNvSpPr txBox="1"/>
          <p:nvPr/>
        </p:nvSpPr>
        <p:spPr>
          <a:xfrm>
            <a:off x="7960000" y="3550000"/>
            <a:ext cx="3360000" cy="1100000"/>
          </a:xfrm>
          <a:prstGeom prst="rect">
            <a:avLst/>
          </a:prstGeom>
          <a:noFill/>
        </p:spPr>
        <p:txBody>
          <a:bodyPr wrap="square" lIns="0" tIns="0" rIns="0" bIns="0" anchor="t">
            <a:noAutofit/>
          </a:bodyPr>
          <a:lstStyle/>
          <a:p>
            <a:pPr algn="l"/>
            <a:r>
              <a:rPr lang="de-DE" sz="1700" b="1">
                <a:solidFill>
                  <a:srgbClr val="FFFFFF"/>
                </a:solidFill>
              </a:rPr>
              <a:t>Anforderungsgetriebene Testfälle</a:t>
            </a:r>
            <a:br/>
            <a:r>
              <a:rPr lang="de-DE" sz="1600" b="0">
                <a:solidFill>
                  <a:srgbClr val="FFE3CC"/>
                </a:solidFill>
              </a:rPr>
              <a:t>Prozeduren nach NIST, OWASP und MITRE</a:t>
            </a:r>
          </a:p>
        </p:txBody>
      </p:sp>
      <p:sp>
        <p:nvSpPr>
          <p:cNvPr id="312" name="Strategie Zeile 3"/>
          <p:cNvSpPr txBox="1"/>
          <p:nvPr/>
        </p:nvSpPr>
        <p:spPr>
          <a:xfrm>
            <a:off x="7580000" y="4740000"/>
            <a:ext cx="340000" cy="340000"/>
          </a:xfrm>
          <a:prstGeom prst="rect">
            <a:avLst/>
          </a:prstGeom>
          <a:noFill/>
        </p:spPr>
        <p:txBody>
          <a:bodyPr wrap="square" lIns="0" tIns="0" rIns="0" bIns="0" anchor="ctr">
            <a:noAutofit/>
          </a:bodyPr>
          <a:lstStyle/>
          <a:p>
            <a:pPr algn="l"/>
            <a:r>
              <a:rPr lang="de-DE" sz="2200" b="1">
                <a:solidFill>
                  <a:srgbClr val="FFE3CC"/>
                </a:solidFill>
              </a:rPr>
              <a:t>3</a:t>
            </a:r>
          </a:p>
        </p:txBody>
      </p:sp>
      <p:sp>
        <p:nvSpPr>
          <p:cNvPr id="322" name="Strategie Text 3"/>
          <p:cNvSpPr txBox="1"/>
          <p:nvPr/>
        </p:nvSpPr>
        <p:spPr>
          <a:xfrm>
            <a:off x="7960000" y="4700000"/>
            <a:ext cx="3360000" cy="1100000"/>
          </a:xfrm>
          <a:prstGeom prst="rect">
            <a:avLst/>
          </a:prstGeom>
          <a:noFill/>
        </p:spPr>
        <p:txBody>
          <a:bodyPr wrap="square" lIns="0" tIns="0" rIns="0" bIns="0" anchor="t">
            <a:noAutofit/>
          </a:bodyPr>
          <a:lstStyle/>
          <a:p>
            <a:pPr algn="l"/>
            <a:r>
              <a:rPr lang="de-DE" sz="1700" b="1">
                <a:solidFill>
                  <a:srgbClr val="FFFFFF"/>
                </a:solidFill>
              </a:rPr>
              <a:t>Firmentools, gefiltert</a:t>
            </a:r>
            <a:br/>
            <a:r>
              <a:rPr lang="de-DE" sz="1600" b="0">
                <a:solidFill>
                  <a:srgbClr val="FFE3CC"/>
                </a:solidFill>
              </a:rPr>
              <a:t>nur nach Anwendbarkeitsprüfung</a:t>
            </a:r>
          </a:p>
        </p:txBody>
      </p:sp>
      <p:sp>
        <p:nvSpPr>
          <p:cNvPr id="7" name="Autor Fusszeile">
            <a:extLst>
              <a:ext uri="{FF2B5EF4-FFF2-40B4-BE49-F238E27FC236}">
                <a16:creationId xmlns:a16="http://schemas.microsoft.com/office/drawing/2014/main" id="{52E32009-E20A-0F78-B634-D371F23CE061}"/>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9" name="Date Placeholder 12">
            <a:extLst>
              <a:ext uri="{FF2B5EF4-FFF2-40B4-BE49-F238E27FC236}">
                <a16:creationId xmlns:a16="http://schemas.microsoft.com/office/drawing/2014/main" id="{FAE4CEE4-96A8-0D2E-748D-AD49445EDB2F}"/>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3">
            <a:extLst>
              <a:ext uri="{FF2B5EF4-FFF2-40B4-BE49-F238E27FC236}">
                <a16:creationId xmlns:a16="http://schemas.microsoft.com/office/drawing/2014/main" id="{57B3068A-7569-E671-1D64-4B6603B4EFAF}"/>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animBg="1"/>
      <p:bldP spid="301" grpId="0"/>
      <p:bldP spid="310" grpId="0"/>
      <p:bldP spid="320" grpId="0"/>
      <p:bldP spid="311" grpId="0"/>
      <p:bldP spid="321" grpId="0"/>
      <p:bldP spid="312" grpId="0"/>
      <p:bldP spid="32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980000" y="418475"/>
            <a:ext cx="9400000" cy="900000"/>
          </a:xfrm>
        </p:spPr>
        <p:txBody>
          <a:bodyPr wrap="square">
            <a:normAutofit/>
          </a:bodyPr>
          <a:lstStyle/>
          <a:p>
            <a:r>
              <a:rPr lang="de-DE" sz="2800" b="1" dirty="0"/>
              <a:t>Jeder Test ist von der Anforderung bis zur Evidenz rückverfolgbar</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11</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500" name="Kettenlinie"/>
          <p:cNvSpPr/>
          <p:nvPr/>
        </p:nvSpPr>
        <p:spPr>
          <a:xfrm>
            <a:off x="600000" y="3200000"/>
            <a:ext cx="10900000" cy="19050"/>
          </a:xfrm>
          <a:prstGeom prst="roundRect">
            <a:avLst>
              <a:gd name="adj" fmla="val 0"/>
            </a:avLst>
          </a:prstGeom>
          <a:solidFill>
            <a:srgbClr val="C9CDD2"/>
          </a:solidFill>
          <a:ln>
            <a:noFill/>
          </a:ln>
        </p:spPr>
        <p:txBody>
          <a:bodyPr/>
          <a:lstStyle/>
          <a:p>
            <a:endParaRPr lang="de-DE"/>
          </a:p>
        </p:txBody>
      </p:sp>
      <p:sp>
        <p:nvSpPr>
          <p:cNvPr id="510" name="Knoten 1"/>
          <p:cNvSpPr/>
          <p:nvPr/>
        </p:nvSpPr>
        <p:spPr>
          <a:xfrm>
            <a:off x="515000" y="3124525"/>
            <a:ext cx="170000" cy="170000"/>
          </a:xfrm>
          <a:prstGeom prst="ellipse">
            <a:avLst/>
          </a:prstGeom>
          <a:solidFill>
            <a:srgbClr val="FFE3CC"/>
          </a:solidFill>
          <a:ln w="28575">
            <a:solidFill>
              <a:srgbClr val="FF6E00"/>
            </a:solidFill>
          </a:ln>
        </p:spPr>
        <p:txBody>
          <a:bodyPr/>
          <a:lstStyle/>
          <a:p>
            <a:endParaRPr lang="de-DE"/>
          </a:p>
        </p:txBody>
      </p:sp>
      <p:sp>
        <p:nvSpPr>
          <p:cNvPr id="530" name="Knotenlabel 1"/>
          <p:cNvSpPr txBox="1"/>
          <p:nvPr/>
        </p:nvSpPr>
        <p:spPr>
          <a:xfrm>
            <a:off x="0" y="2660000"/>
            <a:ext cx="1750000" cy="300000"/>
          </a:xfrm>
          <a:prstGeom prst="rect">
            <a:avLst/>
          </a:prstGeom>
          <a:noFill/>
        </p:spPr>
        <p:txBody>
          <a:bodyPr wrap="square" lIns="0" tIns="0" rIns="0" bIns="0" anchor="ctr">
            <a:noAutofit/>
          </a:bodyPr>
          <a:lstStyle/>
          <a:p>
            <a:pPr algn="ctr"/>
            <a:r>
              <a:rPr lang="de-DE" sz="1700" b="1" err="1">
                <a:solidFill>
                  <a:srgbClr val="30343A"/>
                </a:solidFill>
              </a:rPr>
              <a:t>Requirement</a:t>
            </a:r>
            <a:endParaRPr lang="de-DE" sz="1700" b="1">
              <a:solidFill>
                <a:srgbClr val="30343A"/>
              </a:solidFill>
            </a:endParaRPr>
          </a:p>
        </p:txBody>
      </p:sp>
      <p:sp>
        <p:nvSpPr>
          <p:cNvPr id="511" name="Knoten 2"/>
          <p:cNvSpPr/>
          <p:nvPr/>
        </p:nvSpPr>
        <p:spPr>
          <a:xfrm>
            <a:off x="1877500" y="3124525"/>
            <a:ext cx="170000" cy="170000"/>
          </a:xfrm>
          <a:prstGeom prst="ellipse">
            <a:avLst/>
          </a:prstGeom>
          <a:solidFill>
            <a:srgbClr val="C9CDD2"/>
          </a:solidFill>
          <a:ln>
            <a:noFill/>
          </a:ln>
        </p:spPr>
        <p:txBody>
          <a:bodyPr/>
          <a:lstStyle/>
          <a:p>
            <a:endParaRPr lang="de-DE"/>
          </a:p>
        </p:txBody>
      </p:sp>
      <p:sp>
        <p:nvSpPr>
          <p:cNvPr id="531" name="Knotenlabel 2"/>
          <p:cNvSpPr txBox="1"/>
          <p:nvPr/>
        </p:nvSpPr>
        <p:spPr>
          <a:xfrm>
            <a:off x="962500" y="3500000"/>
            <a:ext cx="2000000" cy="300000"/>
          </a:xfrm>
          <a:prstGeom prst="rect">
            <a:avLst/>
          </a:prstGeom>
          <a:noFill/>
        </p:spPr>
        <p:txBody>
          <a:bodyPr wrap="square" lIns="0" tIns="0" rIns="0" bIns="0" anchor="ctr">
            <a:noAutofit/>
          </a:bodyPr>
          <a:lstStyle/>
          <a:p>
            <a:pPr algn="ctr"/>
            <a:r>
              <a:rPr lang="de-DE" sz="1700" b="0" dirty="0">
                <a:solidFill>
                  <a:srgbClr val="30343A"/>
                </a:solidFill>
              </a:rPr>
              <a:t>Asset</a:t>
            </a:r>
          </a:p>
        </p:txBody>
      </p:sp>
      <p:sp>
        <p:nvSpPr>
          <p:cNvPr id="512" name="Knoten 3"/>
          <p:cNvSpPr/>
          <p:nvPr/>
        </p:nvSpPr>
        <p:spPr>
          <a:xfrm>
            <a:off x="3240000" y="3124525"/>
            <a:ext cx="170000" cy="170000"/>
          </a:xfrm>
          <a:prstGeom prst="ellipse">
            <a:avLst/>
          </a:prstGeom>
          <a:solidFill>
            <a:srgbClr val="C9CDD2"/>
          </a:solidFill>
          <a:ln>
            <a:noFill/>
          </a:ln>
        </p:spPr>
        <p:txBody>
          <a:bodyPr/>
          <a:lstStyle/>
          <a:p>
            <a:endParaRPr lang="de-DE"/>
          </a:p>
        </p:txBody>
      </p:sp>
      <p:sp>
        <p:nvSpPr>
          <p:cNvPr id="532" name="Knotenlabel 3"/>
          <p:cNvSpPr txBox="1"/>
          <p:nvPr/>
        </p:nvSpPr>
        <p:spPr>
          <a:xfrm>
            <a:off x="2325000" y="2660000"/>
            <a:ext cx="2000000" cy="300000"/>
          </a:xfrm>
          <a:prstGeom prst="rect">
            <a:avLst/>
          </a:prstGeom>
          <a:noFill/>
        </p:spPr>
        <p:txBody>
          <a:bodyPr wrap="square" lIns="0" tIns="0" rIns="0" bIns="0" anchor="ctr">
            <a:noAutofit/>
          </a:bodyPr>
          <a:lstStyle/>
          <a:p>
            <a:pPr algn="ctr"/>
            <a:r>
              <a:rPr lang="de-DE" sz="1700" b="0">
                <a:solidFill>
                  <a:srgbClr val="30343A"/>
                </a:solidFill>
              </a:rPr>
              <a:t>Threat</a:t>
            </a:r>
          </a:p>
        </p:txBody>
      </p:sp>
      <p:sp>
        <p:nvSpPr>
          <p:cNvPr id="513" name="Knoten 4"/>
          <p:cNvSpPr/>
          <p:nvPr/>
        </p:nvSpPr>
        <p:spPr>
          <a:xfrm>
            <a:off x="4602500" y="3124525"/>
            <a:ext cx="170000" cy="170000"/>
          </a:xfrm>
          <a:prstGeom prst="ellipse">
            <a:avLst/>
          </a:prstGeom>
          <a:solidFill>
            <a:srgbClr val="C9CDD2"/>
          </a:solidFill>
          <a:ln>
            <a:noFill/>
          </a:ln>
        </p:spPr>
        <p:txBody>
          <a:bodyPr/>
          <a:lstStyle/>
          <a:p>
            <a:endParaRPr lang="de-DE"/>
          </a:p>
        </p:txBody>
      </p:sp>
      <p:sp>
        <p:nvSpPr>
          <p:cNvPr id="533" name="Knotenlabel 4"/>
          <p:cNvSpPr txBox="1"/>
          <p:nvPr/>
        </p:nvSpPr>
        <p:spPr>
          <a:xfrm>
            <a:off x="3687500" y="3500000"/>
            <a:ext cx="2000000" cy="300000"/>
          </a:xfrm>
          <a:prstGeom prst="rect">
            <a:avLst/>
          </a:prstGeom>
          <a:noFill/>
        </p:spPr>
        <p:txBody>
          <a:bodyPr wrap="square" lIns="0" tIns="0" rIns="0" bIns="0" anchor="ctr">
            <a:noAutofit/>
          </a:bodyPr>
          <a:lstStyle/>
          <a:p>
            <a:pPr algn="ctr"/>
            <a:r>
              <a:rPr lang="de-DE" sz="1700" b="0">
                <a:solidFill>
                  <a:srgbClr val="30343A"/>
                </a:solidFill>
              </a:rPr>
              <a:t>Security Function</a:t>
            </a:r>
          </a:p>
        </p:txBody>
      </p:sp>
      <p:sp>
        <p:nvSpPr>
          <p:cNvPr id="514" name="Knoten 5"/>
          <p:cNvSpPr/>
          <p:nvPr/>
        </p:nvSpPr>
        <p:spPr>
          <a:xfrm>
            <a:off x="5965000" y="3124525"/>
            <a:ext cx="170000" cy="170000"/>
          </a:xfrm>
          <a:prstGeom prst="ellipse">
            <a:avLst/>
          </a:prstGeom>
          <a:solidFill>
            <a:srgbClr val="C9CDD2"/>
          </a:solidFill>
          <a:ln>
            <a:noFill/>
          </a:ln>
        </p:spPr>
        <p:txBody>
          <a:bodyPr/>
          <a:lstStyle/>
          <a:p>
            <a:endParaRPr lang="de-DE"/>
          </a:p>
        </p:txBody>
      </p:sp>
      <p:sp>
        <p:nvSpPr>
          <p:cNvPr id="534" name="Knotenlabel 5"/>
          <p:cNvSpPr txBox="1"/>
          <p:nvPr/>
        </p:nvSpPr>
        <p:spPr>
          <a:xfrm>
            <a:off x="5050000" y="2660000"/>
            <a:ext cx="2000000" cy="300000"/>
          </a:xfrm>
          <a:prstGeom prst="rect">
            <a:avLst/>
          </a:prstGeom>
          <a:noFill/>
        </p:spPr>
        <p:txBody>
          <a:bodyPr wrap="square" lIns="0" tIns="0" rIns="0" bIns="0" anchor="ctr">
            <a:noAutofit/>
          </a:bodyPr>
          <a:lstStyle/>
          <a:p>
            <a:pPr algn="ctr"/>
            <a:r>
              <a:rPr lang="de-DE" sz="1700" b="0">
                <a:solidFill>
                  <a:srgbClr val="30343A"/>
                </a:solidFill>
              </a:rPr>
              <a:t>Test Objective</a:t>
            </a:r>
          </a:p>
        </p:txBody>
      </p:sp>
      <p:sp>
        <p:nvSpPr>
          <p:cNvPr id="515" name="Knoten 6"/>
          <p:cNvSpPr/>
          <p:nvPr/>
        </p:nvSpPr>
        <p:spPr>
          <a:xfrm>
            <a:off x="7327500" y="3124525"/>
            <a:ext cx="170000" cy="170000"/>
          </a:xfrm>
          <a:prstGeom prst="ellipse">
            <a:avLst/>
          </a:prstGeom>
          <a:solidFill>
            <a:srgbClr val="C9CDD2"/>
          </a:solidFill>
          <a:ln>
            <a:noFill/>
          </a:ln>
        </p:spPr>
        <p:txBody>
          <a:bodyPr/>
          <a:lstStyle/>
          <a:p>
            <a:endParaRPr lang="de-DE"/>
          </a:p>
        </p:txBody>
      </p:sp>
      <p:sp>
        <p:nvSpPr>
          <p:cNvPr id="535" name="Knotenlabel 6"/>
          <p:cNvSpPr txBox="1"/>
          <p:nvPr/>
        </p:nvSpPr>
        <p:spPr>
          <a:xfrm>
            <a:off x="6412500" y="3500000"/>
            <a:ext cx="2000000" cy="300000"/>
          </a:xfrm>
          <a:prstGeom prst="rect">
            <a:avLst/>
          </a:prstGeom>
          <a:noFill/>
        </p:spPr>
        <p:txBody>
          <a:bodyPr wrap="square" lIns="0" tIns="0" rIns="0" bIns="0" anchor="ctr">
            <a:noAutofit/>
          </a:bodyPr>
          <a:lstStyle/>
          <a:p>
            <a:pPr algn="ctr"/>
            <a:r>
              <a:rPr lang="de-DE" sz="1700" b="0">
                <a:solidFill>
                  <a:srgbClr val="30343A"/>
                </a:solidFill>
              </a:rPr>
              <a:t>Test Technique</a:t>
            </a:r>
          </a:p>
        </p:txBody>
      </p:sp>
      <p:sp>
        <p:nvSpPr>
          <p:cNvPr id="516" name="Knoten 7"/>
          <p:cNvSpPr/>
          <p:nvPr/>
        </p:nvSpPr>
        <p:spPr>
          <a:xfrm>
            <a:off x="8690000" y="3124525"/>
            <a:ext cx="170000" cy="170000"/>
          </a:xfrm>
          <a:prstGeom prst="ellipse">
            <a:avLst/>
          </a:prstGeom>
          <a:solidFill>
            <a:srgbClr val="C9CDD2"/>
          </a:solidFill>
          <a:ln>
            <a:noFill/>
          </a:ln>
        </p:spPr>
        <p:txBody>
          <a:bodyPr/>
          <a:lstStyle/>
          <a:p>
            <a:endParaRPr lang="de-DE"/>
          </a:p>
        </p:txBody>
      </p:sp>
      <p:sp>
        <p:nvSpPr>
          <p:cNvPr id="536" name="Knotenlabel 7"/>
          <p:cNvSpPr txBox="1"/>
          <p:nvPr/>
        </p:nvSpPr>
        <p:spPr>
          <a:xfrm>
            <a:off x="7775000" y="2660000"/>
            <a:ext cx="2000000" cy="300000"/>
          </a:xfrm>
          <a:prstGeom prst="rect">
            <a:avLst/>
          </a:prstGeom>
          <a:noFill/>
        </p:spPr>
        <p:txBody>
          <a:bodyPr wrap="square" lIns="0" tIns="0" rIns="0" bIns="0" anchor="ctr">
            <a:noAutofit/>
          </a:bodyPr>
          <a:lstStyle/>
          <a:p>
            <a:pPr algn="ctr"/>
            <a:r>
              <a:rPr lang="de-DE" sz="1700" b="0">
                <a:solidFill>
                  <a:srgbClr val="30343A"/>
                </a:solidFill>
              </a:rPr>
              <a:t>Access Prerequisite</a:t>
            </a:r>
          </a:p>
        </p:txBody>
      </p:sp>
      <p:sp>
        <p:nvSpPr>
          <p:cNvPr id="517" name="Knoten 8"/>
          <p:cNvSpPr/>
          <p:nvPr/>
        </p:nvSpPr>
        <p:spPr>
          <a:xfrm>
            <a:off x="10052500" y="3124525"/>
            <a:ext cx="170000" cy="170000"/>
          </a:xfrm>
          <a:prstGeom prst="ellipse">
            <a:avLst/>
          </a:prstGeom>
          <a:solidFill>
            <a:srgbClr val="C9CDD2"/>
          </a:solidFill>
          <a:ln>
            <a:noFill/>
          </a:ln>
        </p:spPr>
        <p:txBody>
          <a:bodyPr/>
          <a:lstStyle/>
          <a:p>
            <a:endParaRPr lang="de-DE"/>
          </a:p>
        </p:txBody>
      </p:sp>
      <p:sp>
        <p:nvSpPr>
          <p:cNvPr id="537" name="Knotenlabel 8"/>
          <p:cNvSpPr txBox="1"/>
          <p:nvPr/>
        </p:nvSpPr>
        <p:spPr>
          <a:xfrm>
            <a:off x="9137500" y="3500000"/>
            <a:ext cx="2000000" cy="300000"/>
          </a:xfrm>
          <a:prstGeom prst="rect">
            <a:avLst/>
          </a:prstGeom>
          <a:noFill/>
        </p:spPr>
        <p:txBody>
          <a:bodyPr wrap="square" lIns="0" tIns="0" rIns="0" bIns="0" anchor="ctr">
            <a:noAutofit/>
          </a:bodyPr>
          <a:lstStyle/>
          <a:p>
            <a:pPr algn="ctr"/>
            <a:r>
              <a:rPr lang="de-DE" sz="1700" b="0">
                <a:solidFill>
                  <a:srgbClr val="30343A"/>
                </a:solidFill>
              </a:rPr>
              <a:t>Evidence</a:t>
            </a:r>
          </a:p>
        </p:txBody>
      </p:sp>
      <p:sp>
        <p:nvSpPr>
          <p:cNvPr id="518" name="Knoten 9"/>
          <p:cNvSpPr/>
          <p:nvPr/>
        </p:nvSpPr>
        <p:spPr>
          <a:xfrm>
            <a:off x="11360000" y="3069525"/>
            <a:ext cx="280000" cy="280000"/>
          </a:xfrm>
          <a:prstGeom prst="ellipse">
            <a:avLst/>
          </a:prstGeom>
          <a:solidFill>
            <a:srgbClr val="FF6E00"/>
          </a:solidFill>
          <a:ln>
            <a:noFill/>
          </a:ln>
        </p:spPr>
        <p:txBody>
          <a:bodyPr/>
          <a:lstStyle/>
          <a:p>
            <a:endParaRPr lang="de-DE"/>
          </a:p>
        </p:txBody>
      </p:sp>
      <p:sp>
        <p:nvSpPr>
          <p:cNvPr id="538" name="Knotenlabel 9"/>
          <p:cNvSpPr txBox="1"/>
          <p:nvPr/>
        </p:nvSpPr>
        <p:spPr>
          <a:xfrm>
            <a:off x="10700000" y="2660000"/>
            <a:ext cx="1450000" cy="300000"/>
          </a:xfrm>
          <a:prstGeom prst="rect">
            <a:avLst/>
          </a:prstGeom>
          <a:noFill/>
        </p:spPr>
        <p:txBody>
          <a:bodyPr wrap="square" lIns="0" tIns="0" rIns="0" bIns="0" anchor="ctr">
            <a:noAutofit/>
          </a:bodyPr>
          <a:lstStyle/>
          <a:p>
            <a:pPr algn="ctr"/>
            <a:r>
              <a:rPr lang="de-DE" sz="1700" b="1">
                <a:solidFill>
                  <a:srgbClr val="FF6E00"/>
                </a:solidFill>
              </a:rPr>
              <a:t>Result</a:t>
            </a:r>
          </a:p>
        </p:txBody>
      </p:sp>
      <p:sp>
        <p:nvSpPr>
          <p:cNvPr id="560" name="Herkunftslinie 1"/>
          <p:cNvSpPr/>
          <p:nvPr/>
        </p:nvSpPr>
        <p:spPr>
          <a:xfrm>
            <a:off x="3325000" y="3320000"/>
            <a:ext cx="0" cy="1030000"/>
          </a:xfrm>
          <a:prstGeom prst="line">
            <a:avLst/>
          </a:prstGeom>
          <a:ln w="9525">
            <a:solidFill>
              <a:srgbClr val="D9D9D9"/>
            </a:solidFill>
          </a:ln>
        </p:spPr>
        <p:txBody>
          <a:bodyPr/>
          <a:lstStyle/>
          <a:p>
            <a:endParaRPr lang="de-DE"/>
          </a:p>
        </p:txBody>
      </p:sp>
      <p:sp>
        <p:nvSpPr>
          <p:cNvPr id="570" name="Herkunft 1"/>
          <p:cNvSpPr txBox="1"/>
          <p:nvPr/>
        </p:nvSpPr>
        <p:spPr>
          <a:xfrm>
            <a:off x="2025000" y="4350000"/>
            <a:ext cx="2600000" cy="260000"/>
          </a:xfrm>
          <a:prstGeom prst="rect">
            <a:avLst/>
          </a:prstGeom>
          <a:noFill/>
        </p:spPr>
        <p:txBody>
          <a:bodyPr wrap="square" lIns="0" tIns="0" rIns="0" bIns="0" anchor="ctr">
            <a:noAutofit/>
          </a:bodyPr>
          <a:lstStyle/>
          <a:p>
            <a:pPr algn="ctr"/>
            <a:r>
              <a:rPr lang="de-DE" sz="1400" b="0" dirty="0">
                <a:solidFill>
                  <a:srgbClr val="9AA1A9"/>
                </a:solidFill>
              </a:rPr>
              <a:t>STRIDE</a:t>
            </a:r>
          </a:p>
        </p:txBody>
      </p:sp>
      <p:sp>
        <p:nvSpPr>
          <p:cNvPr id="561" name="Herkunftslinie 2"/>
          <p:cNvSpPr/>
          <p:nvPr/>
        </p:nvSpPr>
        <p:spPr>
          <a:xfrm>
            <a:off x="7412500" y="3320000"/>
            <a:ext cx="0" cy="1030000"/>
          </a:xfrm>
          <a:prstGeom prst="line">
            <a:avLst/>
          </a:prstGeom>
          <a:ln w="9525">
            <a:solidFill>
              <a:srgbClr val="D9D9D9"/>
            </a:solidFill>
          </a:ln>
        </p:spPr>
        <p:txBody>
          <a:bodyPr/>
          <a:lstStyle/>
          <a:p>
            <a:endParaRPr lang="de-DE"/>
          </a:p>
        </p:txBody>
      </p:sp>
      <p:sp>
        <p:nvSpPr>
          <p:cNvPr id="571" name="Herkunft 2"/>
          <p:cNvSpPr txBox="1"/>
          <p:nvPr/>
        </p:nvSpPr>
        <p:spPr>
          <a:xfrm>
            <a:off x="6212500" y="4350000"/>
            <a:ext cx="2400000" cy="260000"/>
          </a:xfrm>
          <a:prstGeom prst="rect">
            <a:avLst/>
          </a:prstGeom>
          <a:noFill/>
        </p:spPr>
        <p:txBody>
          <a:bodyPr wrap="square" lIns="0" tIns="0" rIns="0" bIns="0" anchor="ctr">
            <a:noAutofit/>
          </a:bodyPr>
          <a:lstStyle/>
          <a:p>
            <a:pPr algn="ctr"/>
            <a:r>
              <a:rPr lang="de-DE" sz="1400" b="0" dirty="0">
                <a:solidFill>
                  <a:srgbClr val="9AA1A9"/>
                </a:solidFill>
              </a:rPr>
              <a:t>SVV · NIST · OWASP · MITRE</a:t>
            </a:r>
          </a:p>
        </p:txBody>
      </p:sp>
      <p:sp>
        <p:nvSpPr>
          <p:cNvPr id="562" name="Herkunftslinie 3"/>
          <p:cNvSpPr/>
          <p:nvPr/>
        </p:nvSpPr>
        <p:spPr>
          <a:xfrm>
            <a:off x="8775000" y="3500000"/>
            <a:ext cx="0" cy="1200000"/>
          </a:xfrm>
          <a:prstGeom prst="line">
            <a:avLst/>
          </a:prstGeom>
          <a:ln w="9525">
            <a:solidFill>
              <a:srgbClr val="D9D9D9"/>
            </a:solidFill>
          </a:ln>
        </p:spPr>
        <p:txBody>
          <a:bodyPr/>
          <a:lstStyle/>
          <a:p>
            <a:endParaRPr lang="de-DE"/>
          </a:p>
        </p:txBody>
      </p:sp>
      <p:sp>
        <p:nvSpPr>
          <p:cNvPr id="572" name="Herkunft 3"/>
          <p:cNvSpPr txBox="1"/>
          <p:nvPr/>
        </p:nvSpPr>
        <p:spPr>
          <a:xfrm>
            <a:off x="7975000" y="4700000"/>
            <a:ext cx="1600000" cy="260000"/>
          </a:xfrm>
          <a:prstGeom prst="rect">
            <a:avLst/>
          </a:prstGeom>
          <a:noFill/>
        </p:spPr>
        <p:txBody>
          <a:bodyPr wrap="square" lIns="0" tIns="0" rIns="0" bIns="0" anchor="ctr">
            <a:noAutofit/>
          </a:bodyPr>
          <a:lstStyle/>
          <a:p>
            <a:pPr algn="ctr"/>
            <a:r>
              <a:rPr lang="de-DE" sz="1400" b="0" dirty="0">
                <a:solidFill>
                  <a:srgbClr val="9AA1A9"/>
                </a:solidFill>
              </a:rPr>
              <a:t>NV1 · NV2 · NV3</a:t>
            </a:r>
          </a:p>
        </p:txBody>
      </p:sp>
      <p:sp>
        <p:nvSpPr>
          <p:cNvPr id="3" name="Autor Fusszeile">
            <a:extLst>
              <a:ext uri="{FF2B5EF4-FFF2-40B4-BE49-F238E27FC236}">
                <a16:creationId xmlns:a16="http://schemas.microsoft.com/office/drawing/2014/main" id="{22E7952B-EC72-1199-654A-94C1A32FF65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D92B83D6-A068-A52D-8265-A156D76178CF}"/>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5B7FD141-98A8-2655-31AF-160782820D1E}"/>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0"/>
                                        </p:tgtEl>
                                        <p:attrNameLst>
                                          <p:attrName>style.visibility</p:attrName>
                                        </p:attrNameLst>
                                      </p:cBhvr>
                                      <p:to>
                                        <p:strVal val="visible"/>
                                      </p:to>
                                    </p:set>
                                    <p:animEffect transition="in" filter="fade">
                                      <p:cBhvr>
                                        <p:cTn id="7" dur="400"/>
                                        <p:tgtEl>
                                          <p:spTgt spid="560"/>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570"/>
                                        </p:tgtEl>
                                        <p:attrNameLst>
                                          <p:attrName>style.visibility</p:attrName>
                                        </p:attrNameLst>
                                      </p:cBhvr>
                                      <p:to>
                                        <p:strVal val="visible"/>
                                      </p:to>
                                    </p:set>
                                    <p:animEffect transition="in" filter="fade">
                                      <p:cBhvr>
                                        <p:cTn id="10" dur="400"/>
                                        <p:tgtEl>
                                          <p:spTgt spid="57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61"/>
                                        </p:tgtEl>
                                        <p:attrNameLst>
                                          <p:attrName>style.visibility</p:attrName>
                                        </p:attrNameLst>
                                      </p:cBhvr>
                                      <p:to>
                                        <p:strVal val="visible"/>
                                      </p:to>
                                    </p:set>
                                    <p:animEffect transition="in" filter="fade">
                                      <p:cBhvr>
                                        <p:cTn id="15" dur="400"/>
                                        <p:tgtEl>
                                          <p:spTgt spid="561"/>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71"/>
                                        </p:tgtEl>
                                        <p:attrNameLst>
                                          <p:attrName>style.visibility</p:attrName>
                                        </p:attrNameLst>
                                      </p:cBhvr>
                                      <p:to>
                                        <p:strVal val="visible"/>
                                      </p:to>
                                    </p:set>
                                    <p:animEffect transition="in" filter="fade">
                                      <p:cBhvr>
                                        <p:cTn id="18" dur="400"/>
                                        <p:tgtEl>
                                          <p:spTgt spid="57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62"/>
                                        </p:tgtEl>
                                        <p:attrNameLst>
                                          <p:attrName>style.visibility</p:attrName>
                                        </p:attrNameLst>
                                      </p:cBhvr>
                                      <p:to>
                                        <p:strVal val="visible"/>
                                      </p:to>
                                    </p:set>
                                    <p:animEffect transition="in" filter="fade">
                                      <p:cBhvr>
                                        <p:cTn id="23" dur="400"/>
                                        <p:tgtEl>
                                          <p:spTgt spid="562"/>
                                        </p:tgtEl>
                                      </p:cBhvr>
                                    </p:animEffect>
                                  </p:childTnLst>
                                </p:cTn>
                              </p:par>
                              <p:par>
                                <p:cTn id="24" presetID="10" presetClass="entr" presetSubtype="0" fill="hold" grpId="0" nodeType="withEffect">
                                  <p:stCondLst>
                                    <p:cond delay="100"/>
                                  </p:stCondLst>
                                  <p:childTnLst>
                                    <p:set>
                                      <p:cBhvr>
                                        <p:cTn id="25" dur="1" fill="hold">
                                          <p:stCondLst>
                                            <p:cond delay="0"/>
                                          </p:stCondLst>
                                        </p:cTn>
                                        <p:tgtEl>
                                          <p:spTgt spid="572"/>
                                        </p:tgtEl>
                                        <p:attrNameLst>
                                          <p:attrName>style.visibility</p:attrName>
                                        </p:attrNameLst>
                                      </p:cBhvr>
                                      <p:to>
                                        <p:strVal val="visible"/>
                                      </p:to>
                                    </p:set>
                                    <p:animEffect transition="in" filter="fade">
                                      <p:cBhvr>
                                        <p:cTn id="26" dur="400"/>
                                        <p:tgtEl>
                                          <p:spTgt spid="5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0" grpId="0" animBg="1"/>
      <p:bldP spid="570" grpId="0" animBg="1"/>
      <p:bldP spid="561" grpId="0" animBg="1"/>
      <p:bldP spid="571" grpId="0" animBg="1"/>
      <p:bldP spid="562" grpId="0" animBg="1"/>
      <p:bldP spid="57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Drei Zugriffspositionen spezifiziert, eine realisiert</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0B88A94-5254-4F00-8AC6-E630162A4F26}" type="slidenum">
              <a:rPr lang="de-DE"/>
              <a:t>12</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2100" name="Variante NV1 Karte"/>
          <p:cNvSpPr/>
          <p:nvPr/>
        </p:nvSpPr>
        <p:spPr>
          <a:xfrm>
            <a:off x="900000" y="1750000"/>
            <a:ext cx="3300000" cy="2900000"/>
          </a:xfrm>
          <a:prstGeom prst="roundRect">
            <a:avLst/>
          </a:prstGeom>
          <a:solidFill>
            <a:srgbClr val="FFFFFF"/>
          </a:solidFill>
          <a:ln w="12700">
            <a:solidFill>
              <a:srgbClr val="C9CDD2"/>
            </a:solidFill>
          </a:ln>
        </p:spPr>
        <p:txBody>
          <a:bodyPr/>
          <a:lstStyle/>
          <a:p>
            <a:endParaRPr lang="de-DE"/>
          </a:p>
        </p:txBody>
      </p:sp>
      <p:sp>
        <p:nvSpPr>
          <p:cNvPr id="2101" name="Variante NV1 Titel"/>
          <p:cNvSpPr txBox="1"/>
          <p:nvPr/>
        </p:nvSpPr>
        <p:spPr>
          <a:xfrm>
            <a:off x="900000" y="1890000"/>
            <a:ext cx="3300000" cy="420000"/>
          </a:xfrm>
          <a:prstGeom prst="rect">
            <a:avLst/>
          </a:prstGeom>
          <a:noFill/>
        </p:spPr>
        <p:txBody>
          <a:bodyPr wrap="square" lIns="0" tIns="0" rIns="0" bIns="0" anchor="ctr">
            <a:noAutofit/>
          </a:bodyPr>
          <a:lstStyle/>
          <a:p>
            <a:pPr algn="ctr"/>
            <a:r>
              <a:rPr lang="de-DE" sz="2400" b="1">
                <a:solidFill>
                  <a:srgbClr val="30343A"/>
                </a:solidFill>
              </a:rPr>
              <a:t>NV1</a:t>
            </a:r>
          </a:p>
        </p:txBody>
      </p:sp>
      <p:sp>
        <p:nvSpPr>
          <p:cNvPr id="2102" name="Variante NV1 Schlagwort"/>
          <p:cNvSpPr txBox="1"/>
          <p:nvPr/>
        </p:nvSpPr>
        <p:spPr>
          <a:xfrm>
            <a:off x="900000" y="2310000"/>
            <a:ext cx="3300000" cy="300000"/>
          </a:xfrm>
          <a:prstGeom prst="rect">
            <a:avLst/>
          </a:prstGeom>
          <a:noFill/>
        </p:spPr>
        <p:txBody>
          <a:bodyPr wrap="square" lIns="0" tIns="0" rIns="0" bIns="0" anchor="ctr">
            <a:noAutofit/>
          </a:bodyPr>
          <a:lstStyle/>
          <a:p>
            <a:pPr algn="ctr"/>
            <a:r>
              <a:rPr lang="de-DE" sz="1200" b="0">
                <a:solidFill>
                  <a:srgbClr val="30343A"/>
                </a:solidFill>
              </a:rPr>
              <a:t>Direktzugriff</a:t>
            </a:r>
          </a:p>
        </p:txBody>
      </p:sp>
      <p:sp>
        <p:nvSpPr>
          <p:cNvPr id="2110" name="Schema NV1 Switch"/>
          <p:cNvSpPr/>
          <p:nvPr/>
        </p:nvSpPr>
        <p:spPr>
          <a:xfrm>
            <a:off x="2170000" y="3250000"/>
            <a:ext cx="760000" cy="260000"/>
          </a:xfrm>
          <a:prstGeom prst="roundRect">
            <a:avLst/>
          </a:prstGeom>
          <a:solidFill>
            <a:srgbClr val="30343A"/>
          </a:solidFill>
          <a:ln>
            <a:noFill/>
          </a:ln>
        </p:spPr>
        <p:txBody>
          <a:bodyPr/>
          <a:lstStyle/>
          <a:p>
            <a:endParaRPr lang="de-DE"/>
          </a:p>
        </p:txBody>
      </p:sp>
      <p:sp>
        <p:nvSpPr>
          <p:cNvPr id="2111" name="Schema NV1 Switchlabel"/>
          <p:cNvSpPr txBox="1"/>
          <p:nvPr/>
        </p:nvSpPr>
        <p:spPr>
          <a:xfrm>
            <a:off x="21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112" name="Schema NV1 SPS"/>
          <p:cNvSpPr/>
          <p:nvPr/>
        </p:nvSpPr>
        <p:spPr>
          <a:xfrm>
            <a:off x="2430000" y="2690000"/>
            <a:ext cx="240000" cy="240000"/>
          </a:xfrm>
          <a:prstGeom prst="ellipse">
            <a:avLst/>
          </a:prstGeom>
          <a:solidFill>
            <a:srgbClr val="FF6E00"/>
          </a:solidFill>
          <a:ln>
            <a:noFill/>
          </a:ln>
        </p:spPr>
        <p:txBody>
          <a:bodyPr/>
          <a:lstStyle/>
          <a:p>
            <a:endParaRPr lang="de-DE"/>
          </a:p>
        </p:txBody>
      </p:sp>
      <p:sp>
        <p:nvSpPr>
          <p:cNvPr id="2113" name="Schema NV1 SPSlabel"/>
          <p:cNvSpPr txBox="1"/>
          <p:nvPr/>
        </p:nvSpPr>
        <p:spPr>
          <a:xfrm>
            <a:off x="27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114" name="Schema NV1 Linie SPS"/>
          <p:cNvSpPr/>
          <p:nvPr/>
        </p:nvSpPr>
        <p:spPr>
          <a:xfrm>
            <a:off x="2550000" y="2930000"/>
            <a:ext cx="0" cy="320000"/>
          </a:xfrm>
          <a:prstGeom prst="line">
            <a:avLst/>
          </a:prstGeom>
          <a:ln w="12700">
            <a:solidFill>
              <a:srgbClr val="C9CDD2"/>
            </a:solidFill>
          </a:ln>
        </p:spPr>
        <p:txBody>
          <a:bodyPr/>
          <a:lstStyle/>
          <a:p>
            <a:endParaRPr lang="de-DE"/>
          </a:p>
        </p:txBody>
      </p:sp>
      <p:sp>
        <p:nvSpPr>
          <p:cNvPr id="2116" name="Schema NV1 Prüflinglabel"/>
          <p:cNvSpPr txBox="1"/>
          <p:nvPr/>
        </p:nvSpPr>
        <p:spPr>
          <a:xfrm>
            <a:off x="10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117" name="Schema NV1 Linie Prüfling"/>
          <p:cNvSpPr/>
          <p:nvPr/>
        </p:nvSpPr>
        <p:spPr>
          <a:xfrm flipH="1">
            <a:off x="1600000" y="3510000"/>
            <a:ext cx="570000" cy="440000"/>
          </a:xfrm>
          <a:prstGeom prst="line">
            <a:avLst/>
          </a:prstGeom>
          <a:ln w="12700">
            <a:solidFill>
              <a:srgbClr val="C9CDD2"/>
            </a:solidFill>
          </a:ln>
        </p:spPr>
        <p:txBody>
          <a:bodyPr/>
          <a:lstStyle/>
          <a:p>
            <a:endParaRPr lang="de-DE"/>
          </a:p>
        </p:txBody>
      </p:sp>
      <p:sp>
        <p:nvSpPr>
          <p:cNvPr id="2118" name="Schema NV1 Linie Test"/>
          <p:cNvSpPr/>
          <p:nvPr/>
        </p:nvSpPr>
        <p:spPr>
          <a:xfrm>
            <a:off x="2930000" y="3510000"/>
            <a:ext cx="570000" cy="440000"/>
          </a:xfrm>
          <a:prstGeom prst="line">
            <a:avLst/>
          </a:prstGeom>
          <a:ln w="12700">
            <a:solidFill>
              <a:srgbClr val="C9CDD2"/>
            </a:solidFill>
          </a:ln>
        </p:spPr>
        <p:txBody>
          <a:bodyPr/>
          <a:lstStyle/>
          <a:p>
            <a:endParaRPr lang="de-DE"/>
          </a:p>
        </p:txBody>
      </p:sp>
      <p:sp>
        <p:nvSpPr>
          <p:cNvPr id="2119" name="Schema NV1 Test"/>
          <p:cNvSpPr/>
          <p:nvPr/>
        </p:nvSpPr>
        <p:spPr>
          <a:xfrm>
            <a:off x="3354600" y="3842050"/>
            <a:ext cx="240000" cy="240000"/>
          </a:xfrm>
          <a:prstGeom prst="ellipse">
            <a:avLst/>
          </a:prstGeom>
          <a:solidFill>
            <a:srgbClr val="FF6E00"/>
          </a:solidFill>
          <a:ln>
            <a:noFill/>
          </a:ln>
        </p:spPr>
        <p:txBody>
          <a:bodyPr/>
          <a:lstStyle/>
          <a:p>
            <a:endParaRPr lang="de-DE"/>
          </a:p>
        </p:txBody>
      </p:sp>
      <p:sp>
        <p:nvSpPr>
          <p:cNvPr id="2120" name="Schema NV1 Testlabel"/>
          <p:cNvSpPr txBox="1"/>
          <p:nvPr/>
        </p:nvSpPr>
        <p:spPr>
          <a:xfrm>
            <a:off x="2900000" y="4220000"/>
            <a:ext cx="1200000" cy="240000"/>
          </a:xfrm>
          <a:prstGeom prst="rect">
            <a:avLst/>
          </a:prstGeom>
          <a:noFill/>
        </p:spPr>
        <p:txBody>
          <a:bodyPr wrap="square" lIns="0" tIns="0" rIns="0" bIns="0" anchor="ctr">
            <a:noAutofit/>
          </a:bodyPr>
          <a:lstStyle/>
          <a:p>
            <a:pPr algn="ctr"/>
            <a:r>
              <a:rPr lang="de-DE" sz="900" b="0">
                <a:solidFill>
                  <a:srgbClr val="30343A"/>
                </a:solidFill>
              </a:rPr>
              <a:t>Testsystem</a:t>
            </a:r>
          </a:p>
        </p:txBody>
      </p:sp>
      <p:sp>
        <p:nvSpPr>
          <p:cNvPr id="2200" name="Variante NV2 Karte"/>
          <p:cNvSpPr/>
          <p:nvPr/>
        </p:nvSpPr>
        <p:spPr>
          <a:xfrm>
            <a:off x="4700000" y="1750000"/>
            <a:ext cx="3300000" cy="2900000"/>
          </a:xfrm>
          <a:prstGeom prst="roundRect">
            <a:avLst/>
          </a:prstGeom>
          <a:solidFill>
            <a:srgbClr val="FFFFFF"/>
          </a:solidFill>
          <a:ln w="12700">
            <a:solidFill>
              <a:srgbClr val="C9CDD2"/>
            </a:solidFill>
          </a:ln>
        </p:spPr>
        <p:txBody>
          <a:bodyPr/>
          <a:lstStyle/>
          <a:p>
            <a:endParaRPr lang="de-DE"/>
          </a:p>
        </p:txBody>
      </p:sp>
      <p:sp>
        <p:nvSpPr>
          <p:cNvPr id="2201" name="Variante NV2 Titel"/>
          <p:cNvSpPr txBox="1"/>
          <p:nvPr/>
        </p:nvSpPr>
        <p:spPr>
          <a:xfrm>
            <a:off x="4700000" y="1890000"/>
            <a:ext cx="3300000" cy="420000"/>
          </a:xfrm>
          <a:prstGeom prst="rect">
            <a:avLst/>
          </a:prstGeom>
          <a:noFill/>
        </p:spPr>
        <p:txBody>
          <a:bodyPr wrap="square" lIns="0" tIns="0" rIns="0" bIns="0" anchor="ctr">
            <a:noAutofit/>
          </a:bodyPr>
          <a:lstStyle/>
          <a:p>
            <a:pPr algn="ctr"/>
            <a:r>
              <a:rPr lang="de-DE" sz="2400" b="1">
                <a:solidFill>
                  <a:srgbClr val="30343A"/>
                </a:solidFill>
              </a:rPr>
              <a:t>NV2</a:t>
            </a:r>
          </a:p>
        </p:txBody>
      </p:sp>
      <p:sp>
        <p:nvSpPr>
          <p:cNvPr id="2202" name="Variante NV2 Schlagwort"/>
          <p:cNvSpPr txBox="1"/>
          <p:nvPr/>
        </p:nvSpPr>
        <p:spPr>
          <a:xfrm>
            <a:off x="4700000" y="2310000"/>
            <a:ext cx="3300000" cy="300000"/>
          </a:xfrm>
          <a:prstGeom prst="rect">
            <a:avLst/>
          </a:prstGeom>
          <a:noFill/>
        </p:spPr>
        <p:txBody>
          <a:bodyPr wrap="square" lIns="0" tIns="0" rIns="0" bIns="0" anchor="ctr">
            <a:noAutofit/>
          </a:bodyPr>
          <a:lstStyle/>
          <a:p>
            <a:pPr algn="ctr"/>
            <a:r>
              <a:rPr lang="de-DE" sz="1200" b="0">
                <a:solidFill>
                  <a:srgbClr val="30343A"/>
                </a:solidFill>
              </a:rPr>
              <a:t>passive Beobachtung</a:t>
            </a:r>
          </a:p>
        </p:txBody>
      </p:sp>
      <p:sp>
        <p:nvSpPr>
          <p:cNvPr id="2210" name="Schema NV2 Switch"/>
          <p:cNvSpPr/>
          <p:nvPr/>
        </p:nvSpPr>
        <p:spPr>
          <a:xfrm>
            <a:off x="5970000" y="3250000"/>
            <a:ext cx="760000" cy="260000"/>
          </a:xfrm>
          <a:prstGeom prst="roundRect">
            <a:avLst/>
          </a:prstGeom>
          <a:solidFill>
            <a:srgbClr val="30343A"/>
          </a:solidFill>
          <a:ln>
            <a:noFill/>
          </a:ln>
        </p:spPr>
        <p:txBody>
          <a:bodyPr/>
          <a:lstStyle/>
          <a:p>
            <a:endParaRPr lang="de-DE"/>
          </a:p>
        </p:txBody>
      </p:sp>
      <p:sp>
        <p:nvSpPr>
          <p:cNvPr id="2211" name="Schema NV2 Switchlabel"/>
          <p:cNvSpPr txBox="1"/>
          <p:nvPr/>
        </p:nvSpPr>
        <p:spPr>
          <a:xfrm>
            <a:off x="59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212" name="Schema NV2 SPS"/>
          <p:cNvSpPr/>
          <p:nvPr/>
        </p:nvSpPr>
        <p:spPr>
          <a:xfrm>
            <a:off x="6230000" y="2690000"/>
            <a:ext cx="240000" cy="240000"/>
          </a:xfrm>
          <a:prstGeom prst="ellipse">
            <a:avLst/>
          </a:prstGeom>
          <a:solidFill>
            <a:srgbClr val="FF6E00"/>
          </a:solidFill>
          <a:ln>
            <a:noFill/>
          </a:ln>
        </p:spPr>
        <p:txBody>
          <a:bodyPr/>
          <a:lstStyle/>
          <a:p>
            <a:endParaRPr lang="de-DE"/>
          </a:p>
        </p:txBody>
      </p:sp>
      <p:sp>
        <p:nvSpPr>
          <p:cNvPr id="2213" name="Schema NV2 SPSlabel"/>
          <p:cNvSpPr txBox="1"/>
          <p:nvPr/>
        </p:nvSpPr>
        <p:spPr>
          <a:xfrm>
            <a:off x="65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214" name="Schema NV2 Linie SPS"/>
          <p:cNvSpPr/>
          <p:nvPr/>
        </p:nvSpPr>
        <p:spPr>
          <a:xfrm>
            <a:off x="6350000" y="2930000"/>
            <a:ext cx="0" cy="320000"/>
          </a:xfrm>
          <a:prstGeom prst="line">
            <a:avLst/>
          </a:prstGeom>
          <a:ln w="12700">
            <a:solidFill>
              <a:srgbClr val="C9CDD2"/>
            </a:solidFill>
          </a:ln>
        </p:spPr>
        <p:txBody>
          <a:bodyPr/>
          <a:lstStyle/>
          <a:p>
            <a:endParaRPr lang="de-DE"/>
          </a:p>
        </p:txBody>
      </p:sp>
      <p:sp>
        <p:nvSpPr>
          <p:cNvPr id="2216" name="Schema NV2 Prüflinglabel"/>
          <p:cNvSpPr txBox="1"/>
          <p:nvPr/>
        </p:nvSpPr>
        <p:spPr>
          <a:xfrm>
            <a:off x="48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217" name="Schema NV2 Linie Prüfling"/>
          <p:cNvSpPr/>
          <p:nvPr/>
        </p:nvSpPr>
        <p:spPr>
          <a:xfrm flipH="1">
            <a:off x="5400000" y="3510000"/>
            <a:ext cx="570000" cy="440000"/>
          </a:xfrm>
          <a:prstGeom prst="line">
            <a:avLst/>
          </a:prstGeom>
          <a:ln w="12700">
            <a:solidFill>
              <a:srgbClr val="C9CDD2"/>
            </a:solidFill>
          </a:ln>
        </p:spPr>
        <p:txBody>
          <a:bodyPr/>
          <a:lstStyle/>
          <a:p>
            <a:endParaRPr lang="de-DE"/>
          </a:p>
        </p:txBody>
      </p:sp>
      <p:sp>
        <p:nvSpPr>
          <p:cNvPr id="2218" name="Schema NV2 Linie Test"/>
          <p:cNvSpPr/>
          <p:nvPr/>
        </p:nvSpPr>
        <p:spPr>
          <a:xfrm>
            <a:off x="6730000" y="3510000"/>
            <a:ext cx="570000" cy="440000"/>
          </a:xfrm>
          <a:prstGeom prst="line">
            <a:avLst/>
          </a:prstGeom>
          <a:ln w="12700">
            <a:solidFill>
              <a:srgbClr val="C9CDD2"/>
            </a:solidFill>
            <a:prstDash val="dash"/>
          </a:ln>
        </p:spPr>
        <p:txBody>
          <a:bodyPr/>
          <a:lstStyle/>
          <a:p>
            <a:endParaRPr lang="de-DE"/>
          </a:p>
        </p:txBody>
      </p:sp>
      <p:sp>
        <p:nvSpPr>
          <p:cNvPr id="2219" name="Schema NV2 Test"/>
          <p:cNvSpPr/>
          <p:nvPr/>
        </p:nvSpPr>
        <p:spPr>
          <a:xfrm>
            <a:off x="7180000" y="3873800"/>
            <a:ext cx="240000" cy="240000"/>
          </a:xfrm>
          <a:prstGeom prst="ellipse">
            <a:avLst/>
          </a:prstGeom>
          <a:solidFill>
            <a:srgbClr val="FF6E00"/>
          </a:solidFill>
          <a:ln>
            <a:noFill/>
          </a:ln>
        </p:spPr>
        <p:txBody>
          <a:bodyPr/>
          <a:lstStyle/>
          <a:p>
            <a:endParaRPr lang="de-DE"/>
          </a:p>
        </p:txBody>
      </p:sp>
      <p:sp>
        <p:nvSpPr>
          <p:cNvPr id="2220" name="Schema NV2 Testlabel"/>
          <p:cNvSpPr txBox="1"/>
          <p:nvPr/>
        </p:nvSpPr>
        <p:spPr>
          <a:xfrm>
            <a:off x="6700000" y="4220000"/>
            <a:ext cx="1200000" cy="240000"/>
          </a:xfrm>
          <a:prstGeom prst="rect">
            <a:avLst/>
          </a:prstGeom>
          <a:noFill/>
        </p:spPr>
        <p:txBody>
          <a:bodyPr wrap="square" lIns="0" tIns="0" rIns="0" bIns="0" anchor="ctr">
            <a:noAutofit/>
          </a:bodyPr>
          <a:lstStyle/>
          <a:p>
            <a:pPr algn="ctr"/>
            <a:r>
              <a:rPr lang="de-DE" sz="900" b="0">
                <a:solidFill>
                  <a:srgbClr val="30343A"/>
                </a:solidFill>
              </a:rPr>
              <a:t>Testsystem</a:t>
            </a:r>
          </a:p>
        </p:txBody>
      </p:sp>
      <p:sp>
        <p:nvSpPr>
          <p:cNvPr id="2222" name="Schema NV2 Mirrorlabel"/>
          <p:cNvSpPr txBox="1"/>
          <p:nvPr/>
        </p:nvSpPr>
        <p:spPr>
          <a:xfrm>
            <a:off x="6700000" y="4460000"/>
            <a:ext cx="1200000" cy="240000"/>
          </a:xfrm>
          <a:prstGeom prst="rect">
            <a:avLst/>
          </a:prstGeom>
          <a:noFill/>
        </p:spPr>
        <p:txBody>
          <a:bodyPr wrap="square" lIns="0" tIns="0" rIns="0" bIns="0" anchor="ctr">
            <a:noAutofit/>
          </a:bodyPr>
          <a:lstStyle/>
          <a:p>
            <a:pPr algn="ctr"/>
            <a:r>
              <a:rPr lang="de-DE" sz="900" b="0">
                <a:solidFill>
                  <a:srgbClr val="30343A"/>
                </a:solidFill>
              </a:rPr>
              <a:t>Mirror-Port</a:t>
            </a:r>
          </a:p>
        </p:txBody>
      </p:sp>
      <p:sp>
        <p:nvSpPr>
          <p:cNvPr id="2300" name="Variante NV3 Karte"/>
          <p:cNvSpPr/>
          <p:nvPr/>
        </p:nvSpPr>
        <p:spPr>
          <a:xfrm>
            <a:off x="8500000" y="1750000"/>
            <a:ext cx="3300000" cy="2900000"/>
          </a:xfrm>
          <a:prstGeom prst="roundRect">
            <a:avLst/>
          </a:prstGeom>
          <a:solidFill>
            <a:srgbClr val="FFFFFF"/>
          </a:solidFill>
          <a:ln w="12700">
            <a:solidFill>
              <a:srgbClr val="C9CDD2"/>
            </a:solidFill>
          </a:ln>
        </p:spPr>
        <p:txBody>
          <a:bodyPr/>
          <a:lstStyle/>
          <a:p>
            <a:endParaRPr lang="de-DE"/>
          </a:p>
        </p:txBody>
      </p:sp>
      <p:sp>
        <p:nvSpPr>
          <p:cNvPr id="2301" name="Variante NV3 Titel"/>
          <p:cNvSpPr txBox="1"/>
          <p:nvPr/>
        </p:nvSpPr>
        <p:spPr>
          <a:xfrm>
            <a:off x="8500000" y="1890000"/>
            <a:ext cx="3300000" cy="420000"/>
          </a:xfrm>
          <a:prstGeom prst="rect">
            <a:avLst/>
          </a:prstGeom>
          <a:noFill/>
        </p:spPr>
        <p:txBody>
          <a:bodyPr wrap="square" lIns="0" tIns="0" rIns="0" bIns="0" anchor="ctr">
            <a:noAutofit/>
          </a:bodyPr>
          <a:lstStyle/>
          <a:p>
            <a:pPr algn="ctr"/>
            <a:r>
              <a:rPr lang="de-DE" sz="2400" b="1">
                <a:solidFill>
                  <a:srgbClr val="30343A"/>
                </a:solidFill>
              </a:rPr>
              <a:t>NV3</a:t>
            </a:r>
          </a:p>
        </p:txBody>
      </p:sp>
      <p:sp>
        <p:nvSpPr>
          <p:cNvPr id="2302" name="Variante NV3 Schlagwort"/>
          <p:cNvSpPr txBox="1"/>
          <p:nvPr/>
        </p:nvSpPr>
        <p:spPr>
          <a:xfrm>
            <a:off x="8500000" y="2310000"/>
            <a:ext cx="3300000" cy="300000"/>
          </a:xfrm>
          <a:prstGeom prst="rect">
            <a:avLst/>
          </a:prstGeom>
          <a:noFill/>
        </p:spPr>
        <p:txBody>
          <a:bodyPr wrap="square" lIns="0" tIns="0" rIns="0" bIns="0" anchor="ctr">
            <a:noAutofit/>
          </a:bodyPr>
          <a:lstStyle/>
          <a:p>
            <a:pPr algn="ctr"/>
            <a:r>
              <a:rPr lang="de-DE" sz="1200" b="0">
                <a:solidFill>
                  <a:srgbClr val="30343A"/>
                </a:solidFill>
              </a:rPr>
              <a:t>aktive Zwischenschaltung</a:t>
            </a:r>
          </a:p>
        </p:txBody>
      </p:sp>
      <p:sp>
        <p:nvSpPr>
          <p:cNvPr id="2310" name="Schema NV3 Switch"/>
          <p:cNvSpPr/>
          <p:nvPr/>
        </p:nvSpPr>
        <p:spPr>
          <a:xfrm>
            <a:off x="9770000" y="3250000"/>
            <a:ext cx="760000" cy="260000"/>
          </a:xfrm>
          <a:prstGeom prst="roundRect">
            <a:avLst/>
          </a:prstGeom>
          <a:solidFill>
            <a:srgbClr val="30343A"/>
          </a:solidFill>
          <a:ln>
            <a:noFill/>
          </a:ln>
        </p:spPr>
        <p:txBody>
          <a:bodyPr/>
          <a:lstStyle/>
          <a:p>
            <a:endParaRPr lang="de-DE"/>
          </a:p>
        </p:txBody>
      </p:sp>
      <p:sp>
        <p:nvSpPr>
          <p:cNvPr id="2311" name="Schema NV3 Switchlabel"/>
          <p:cNvSpPr txBox="1"/>
          <p:nvPr/>
        </p:nvSpPr>
        <p:spPr>
          <a:xfrm>
            <a:off x="97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312" name="Schema NV3 SPS"/>
          <p:cNvSpPr/>
          <p:nvPr/>
        </p:nvSpPr>
        <p:spPr>
          <a:xfrm>
            <a:off x="10030000" y="2690000"/>
            <a:ext cx="240000" cy="240000"/>
          </a:xfrm>
          <a:prstGeom prst="ellipse">
            <a:avLst/>
          </a:prstGeom>
          <a:solidFill>
            <a:srgbClr val="FF6E00"/>
          </a:solidFill>
          <a:ln>
            <a:noFill/>
          </a:ln>
        </p:spPr>
        <p:txBody>
          <a:bodyPr/>
          <a:lstStyle/>
          <a:p>
            <a:endParaRPr lang="de-DE"/>
          </a:p>
        </p:txBody>
      </p:sp>
      <p:sp>
        <p:nvSpPr>
          <p:cNvPr id="2313" name="Schema NV3 SPSlabel"/>
          <p:cNvSpPr txBox="1"/>
          <p:nvPr/>
        </p:nvSpPr>
        <p:spPr>
          <a:xfrm>
            <a:off x="103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314" name="Schema NV3 Linie SPS"/>
          <p:cNvSpPr/>
          <p:nvPr/>
        </p:nvSpPr>
        <p:spPr>
          <a:xfrm>
            <a:off x="10150000" y="2930000"/>
            <a:ext cx="0" cy="320000"/>
          </a:xfrm>
          <a:prstGeom prst="line">
            <a:avLst/>
          </a:prstGeom>
          <a:ln w="12700">
            <a:solidFill>
              <a:srgbClr val="C9CDD2"/>
            </a:solidFill>
          </a:ln>
        </p:spPr>
        <p:txBody>
          <a:bodyPr/>
          <a:lstStyle/>
          <a:p>
            <a:endParaRPr lang="de-DE"/>
          </a:p>
        </p:txBody>
      </p:sp>
      <p:sp>
        <p:nvSpPr>
          <p:cNvPr id="2316" name="Schema NV3 Prüflinglabel"/>
          <p:cNvSpPr txBox="1"/>
          <p:nvPr/>
        </p:nvSpPr>
        <p:spPr>
          <a:xfrm>
            <a:off x="86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317" name="Schema NV3 Linie Prüfling"/>
          <p:cNvSpPr/>
          <p:nvPr/>
        </p:nvSpPr>
        <p:spPr>
          <a:xfrm flipH="1">
            <a:off x="9200000" y="3510000"/>
            <a:ext cx="570000" cy="440000"/>
          </a:xfrm>
          <a:prstGeom prst="line">
            <a:avLst/>
          </a:prstGeom>
          <a:ln w="12700">
            <a:solidFill>
              <a:srgbClr val="C9CDD2"/>
            </a:solidFill>
          </a:ln>
        </p:spPr>
        <p:txBody>
          <a:bodyPr/>
          <a:lstStyle/>
          <a:p>
            <a:endParaRPr lang="de-DE"/>
          </a:p>
        </p:txBody>
      </p:sp>
      <p:sp>
        <p:nvSpPr>
          <p:cNvPr id="2320" name="Schema NV3 Testlabel"/>
          <p:cNvSpPr txBox="1"/>
          <p:nvPr/>
        </p:nvSpPr>
        <p:spPr>
          <a:xfrm>
            <a:off x="9650000" y="3610000"/>
            <a:ext cx="1200000" cy="240000"/>
          </a:xfrm>
          <a:prstGeom prst="rect">
            <a:avLst/>
          </a:prstGeom>
          <a:noFill/>
        </p:spPr>
        <p:txBody>
          <a:bodyPr wrap="square" lIns="0" tIns="0" rIns="0" bIns="0" anchor="ctr">
            <a:noAutofit/>
          </a:bodyPr>
          <a:lstStyle/>
          <a:p>
            <a:pPr algn="l"/>
            <a:r>
              <a:rPr lang="de-DE" sz="900" b="0">
                <a:solidFill>
                  <a:srgbClr val="30343A"/>
                </a:solidFill>
              </a:rPr>
              <a:t>Testsystem</a:t>
            </a:r>
          </a:p>
        </p:txBody>
      </p:sp>
      <p:sp>
        <p:nvSpPr>
          <p:cNvPr id="2203" name="Variante NV2 Symbol"/>
          <p:cNvSpPr txBox="1"/>
          <p:nvPr/>
        </p:nvSpPr>
        <p:spPr>
          <a:xfrm>
            <a:off x="7500000" y="1870000"/>
            <a:ext cx="380000" cy="380000"/>
          </a:xfrm>
          <a:prstGeom prst="rect">
            <a:avLst/>
          </a:prstGeom>
          <a:noFill/>
        </p:spPr>
        <p:txBody>
          <a:bodyPr wrap="square" lIns="0" tIns="0" rIns="0" bIns="0" anchor="ctr">
            <a:noAutofit/>
          </a:bodyPr>
          <a:lstStyle/>
          <a:p>
            <a:pPr algn="ctr"/>
            <a:r>
              <a:rPr lang="de-DE" sz="1800" b="1">
                <a:solidFill>
                  <a:srgbClr val="9AA1A9"/>
                </a:solidFill>
              </a:rPr>
              <a:t>✕</a:t>
            </a:r>
          </a:p>
        </p:txBody>
      </p:sp>
      <p:sp>
        <p:nvSpPr>
          <p:cNvPr id="2303" name="Variante NV3 Symbol"/>
          <p:cNvSpPr txBox="1"/>
          <p:nvPr/>
        </p:nvSpPr>
        <p:spPr>
          <a:xfrm>
            <a:off x="11300000" y="1870000"/>
            <a:ext cx="380000" cy="380000"/>
          </a:xfrm>
          <a:prstGeom prst="rect">
            <a:avLst/>
          </a:prstGeom>
          <a:noFill/>
        </p:spPr>
        <p:txBody>
          <a:bodyPr wrap="square" lIns="0" tIns="0" rIns="0" bIns="0" anchor="ctr">
            <a:noAutofit/>
          </a:bodyPr>
          <a:lstStyle/>
          <a:p>
            <a:pPr algn="ctr"/>
            <a:r>
              <a:rPr lang="de-DE" sz="1800" b="1">
                <a:solidFill>
                  <a:srgbClr val="9AA1A9"/>
                </a:solidFill>
              </a:rPr>
              <a:t>✕</a:t>
            </a:r>
          </a:p>
        </p:txBody>
      </p:sp>
      <p:sp>
        <p:nvSpPr>
          <p:cNvPr id="2103" name="Variante NV1 Symbol"/>
          <p:cNvSpPr txBox="1"/>
          <p:nvPr/>
        </p:nvSpPr>
        <p:spPr>
          <a:xfrm>
            <a:off x="3700000" y="1870000"/>
            <a:ext cx="380000" cy="380000"/>
          </a:xfrm>
          <a:prstGeom prst="rect">
            <a:avLst/>
          </a:prstGeom>
          <a:noFill/>
        </p:spPr>
        <p:txBody>
          <a:bodyPr wrap="square" lIns="0" tIns="0" rIns="0" bIns="0" anchor="ctr">
            <a:noAutofit/>
          </a:bodyPr>
          <a:lstStyle/>
          <a:p>
            <a:pPr algn="ctr"/>
            <a:r>
              <a:rPr lang="de-DE" sz="1800" b="1">
                <a:solidFill>
                  <a:srgbClr val="FF6E00"/>
                </a:solidFill>
              </a:rPr>
              <a:t>✓</a:t>
            </a:r>
          </a:p>
        </p:txBody>
      </p:sp>
      <p:sp>
        <p:nvSpPr>
          <p:cNvPr id="2500" name="Rahmen NV1"/>
          <p:cNvSpPr/>
          <p:nvPr/>
        </p:nvSpPr>
        <p:spPr>
          <a:xfrm>
            <a:off x="900000" y="1750000"/>
            <a:ext cx="3300000" cy="2900000"/>
          </a:xfrm>
          <a:prstGeom prst="roundRect">
            <a:avLst/>
          </a:prstGeom>
          <a:noFill/>
          <a:ln w="28575">
            <a:solidFill>
              <a:srgbClr val="FF6E00"/>
            </a:solidFill>
          </a:ln>
        </p:spPr>
        <p:txBody>
          <a:bodyPr/>
          <a:lstStyle/>
          <a:p>
            <a:endParaRPr lang="de-DE"/>
          </a:p>
        </p:txBody>
      </p:sp>
      <p:sp>
        <p:nvSpPr>
          <p:cNvPr id="3" name="Autor Fusszeile">
            <a:extLst>
              <a:ext uri="{FF2B5EF4-FFF2-40B4-BE49-F238E27FC236}">
                <a16:creationId xmlns:a16="http://schemas.microsoft.com/office/drawing/2014/main" id="{E7936A81-296D-A904-BD51-34853F509BDD}"/>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593334D5-A602-44A5-D962-2D370FD460F7}"/>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2115" name="Schema NV1 Prüfling"/>
          <p:cNvSpPr/>
          <p:nvPr/>
        </p:nvSpPr>
        <p:spPr>
          <a:xfrm>
            <a:off x="1480000" y="3842050"/>
            <a:ext cx="240000" cy="240000"/>
          </a:xfrm>
          <a:prstGeom prst="ellipse">
            <a:avLst/>
          </a:prstGeom>
          <a:solidFill>
            <a:srgbClr val="FF6E00"/>
          </a:solidFill>
          <a:ln>
            <a:noFill/>
          </a:ln>
        </p:spPr>
        <p:txBody>
          <a:bodyPr/>
          <a:lstStyle/>
          <a:p>
            <a:endParaRPr lang="de-DE"/>
          </a:p>
        </p:txBody>
      </p:sp>
      <p:sp>
        <p:nvSpPr>
          <p:cNvPr id="2215" name="Schema NV2 Prüfling"/>
          <p:cNvSpPr/>
          <p:nvPr/>
        </p:nvSpPr>
        <p:spPr>
          <a:xfrm>
            <a:off x="5280000" y="3848400"/>
            <a:ext cx="240000" cy="240000"/>
          </a:xfrm>
          <a:prstGeom prst="ellipse">
            <a:avLst/>
          </a:prstGeom>
          <a:solidFill>
            <a:srgbClr val="FF6E00"/>
          </a:solidFill>
          <a:ln>
            <a:noFill/>
          </a:ln>
        </p:spPr>
        <p:txBody>
          <a:bodyPr/>
          <a:lstStyle/>
          <a:p>
            <a:endParaRPr lang="de-DE"/>
          </a:p>
        </p:txBody>
      </p:sp>
      <p:sp>
        <p:nvSpPr>
          <p:cNvPr id="2319" name="Schema NV3 Test"/>
          <p:cNvSpPr/>
          <p:nvPr/>
        </p:nvSpPr>
        <p:spPr>
          <a:xfrm>
            <a:off x="9384050" y="3597300"/>
            <a:ext cx="240000" cy="240000"/>
          </a:xfrm>
          <a:prstGeom prst="ellipse">
            <a:avLst/>
          </a:prstGeom>
          <a:solidFill>
            <a:srgbClr val="FF6E00"/>
          </a:solidFill>
          <a:ln>
            <a:noFill/>
          </a:ln>
        </p:spPr>
        <p:txBody>
          <a:bodyPr/>
          <a:lstStyle/>
          <a:p>
            <a:endParaRPr lang="de-DE"/>
          </a:p>
        </p:txBody>
      </p:sp>
      <p:sp>
        <p:nvSpPr>
          <p:cNvPr id="2315" name="Schema NV3 Prüfling"/>
          <p:cNvSpPr/>
          <p:nvPr/>
        </p:nvSpPr>
        <p:spPr>
          <a:xfrm>
            <a:off x="9080000" y="3842050"/>
            <a:ext cx="240000" cy="240000"/>
          </a:xfrm>
          <a:prstGeom prst="ellipse">
            <a:avLst/>
          </a:prstGeom>
          <a:solidFill>
            <a:srgbClr val="FF6E00"/>
          </a:solidFill>
          <a:ln>
            <a:noFill/>
          </a:ln>
        </p:spPr>
        <p:txBody>
          <a:bodyPr/>
          <a:lstStyle/>
          <a:p>
            <a:endParaRPr lang="de-DE"/>
          </a:p>
        </p:txBody>
      </p:sp>
      <p:sp>
        <p:nvSpPr>
          <p:cNvPr id="5" name="Kapitelname 2">
            <a:extLst>
              <a:ext uri="{FF2B5EF4-FFF2-40B4-BE49-F238E27FC236}">
                <a16:creationId xmlns:a16="http://schemas.microsoft.com/office/drawing/2014/main" id="{3A84E690-1FEB-1212-EA18-67643E63457E}"/>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mph" presetSubtype="0" fill="hold" grpId="0" nodeType="clickEffect">
                                  <p:stCondLst>
                                    <p:cond delay="0"/>
                                  </p:stCondLst>
                                  <p:childTnLst>
                                    <p:animClr clrSpc="rgb" dir="cw">
                                      <p:cBhvr>
                                        <p:cTn id="6" dur="500" fill="hold"/>
                                        <p:tgtEl>
                                          <p:spTgt spid="2200"/>
                                        </p:tgtEl>
                                        <p:attrNameLst>
                                          <p:attrName>fillcolor</p:attrName>
                                        </p:attrNameLst>
                                      </p:cBhvr>
                                      <p:to>
                                        <a:srgbClr val="F2F2F2"/>
                                      </p:to>
                                    </p:animClr>
                                  </p:childTnLst>
                                </p:cTn>
                              </p:par>
                              <p:par>
                                <p:cTn id="7" presetID="2" presetClass="emph" presetSubtype="0" fill="hold" grpId="0" nodeType="withEffect">
                                  <p:stCondLst>
                                    <p:cond delay="0"/>
                                  </p:stCondLst>
                                  <p:childTnLst>
                                    <p:animClr clrSpc="rgb" dir="cw">
                                      <p:cBhvr>
                                        <p:cTn id="8" dur="500" fill="hold"/>
                                        <p:tgtEl>
                                          <p:spTgt spid="2210"/>
                                        </p:tgtEl>
                                        <p:attrNameLst>
                                          <p:attrName>fillcolor</p:attrName>
                                        </p:attrNameLst>
                                      </p:cBhvr>
                                      <p:to>
                                        <a:srgbClr val="B9BEC3"/>
                                      </p:to>
                                    </p:animClr>
                                  </p:childTnLst>
                                </p:cTn>
                              </p:par>
                              <p:par>
                                <p:cTn id="9" presetID="2" presetClass="emph" presetSubtype="0" fill="hold" grpId="0" nodeType="withEffect">
                                  <p:stCondLst>
                                    <p:cond delay="0"/>
                                  </p:stCondLst>
                                  <p:childTnLst>
                                    <p:animClr clrSpc="rgb" dir="cw">
                                      <p:cBhvr>
                                        <p:cTn id="10" dur="500" fill="hold"/>
                                        <p:tgtEl>
                                          <p:spTgt spid="2212"/>
                                        </p:tgtEl>
                                        <p:attrNameLst>
                                          <p:attrName>fillcolor</p:attrName>
                                        </p:attrNameLst>
                                      </p:cBhvr>
                                      <p:to>
                                        <a:srgbClr val="C9CDD2"/>
                                      </p:to>
                                    </p:animClr>
                                  </p:childTnLst>
                                </p:cTn>
                              </p:par>
                              <p:par>
                                <p:cTn id="11" presetID="2" presetClass="emph" presetSubtype="0" fill="hold" grpId="0" nodeType="withEffect">
                                  <p:stCondLst>
                                    <p:cond delay="0"/>
                                  </p:stCondLst>
                                  <p:childTnLst>
                                    <p:animClr clrSpc="rgb" dir="cw">
                                      <p:cBhvr>
                                        <p:cTn id="12" dur="500" fill="hold"/>
                                        <p:tgtEl>
                                          <p:spTgt spid="2215"/>
                                        </p:tgtEl>
                                        <p:attrNameLst>
                                          <p:attrName>fillcolor</p:attrName>
                                        </p:attrNameLst>
                                      </p:cBhvr>
                                      <p:to>
                                        <a:srgbClr val="C9CDD2"/>
                                      </p:to>
                                    </p:animClr>
                                  </p:childTnLst>
                                </p:cTn>
                              </p:par>
                              <p:par>
                                <p:cTn id="13" presetID="2" presetClass="emph" presetSubtype="0" fill="hold" grpId="0" nodeType="withEffect">
                                  <p:stCondLst>
                                    <p:cond delay="0"/>
                                  </p:stCondLst>
                                  <p:childTnLst>
                                    <p:animClr clrSpc="rgb" dir="cw">
                                      <p:cBhvr>
                                        <p:cTn id="14" dur="500" fill="hold"/>
                                        <p:tgtEl>
                                          <p:spTgt spid="2219"/>
                                        </p:tgtEl>
                                        <p:attrNameLst>
                                          <p:attrName>fillcolor</p:attrName>
                                        </p:attrNameLst>
                                      </p:cBhvr>
                                      <p:to>
                                        <a:srgbClr val="C9CDD2"/>
                                      </p:to>
                                    </p:animClr>
                                  </p:childTnLst>
                                </p:cTn>
                              </p:par>
                              <p:par>
                                <p:cTn id="15" presetID="14" presetClass="emph" presetSubtype="0" fill="hold" grpId="0" nodeType="withEffect">
                                  <p:stCondLst>
                                    <p:cond delay="0"/>
                                  </p:stCondLst>
                                  <p:childTnLst>
                                    <p:animClr clrSpc="rgb" dir="cw">
                                      <p:cBhvr>
                                        <p:cTn id="16" dur="500" fill="hold"/>
                                        <p:tgtEl>
                                          <p:spTgt spid="2201"/>
                                        </p:tgtEl>
                                        <p:attrNameLst>
                                          <p:attrName>style.color</p:attrName>
                                        </p:attrNameLst>
                                      </p:cBhvr>
                                      <p:to>
                                        <a:srgbClr val="9AA1A9"/>
                                      </p:to>
                                    </p:animClr>
                                  </p:childTnLst>
                                </p:cTn>
                              </p:par>
                              <p:par>
                                <p:cTn id="17" presetID="14" presetClass="emph" presetSubtype="0" fill="hold" grpId="0" nodeType="withEffect">
                                  <p:stCondLst>
                                    <p:cond delay="0"/>
                                  </p:stCondLst>
                                  <p:childTnLst>
                                    <p:animClr clrSpc="rgb" dir="cw">
                                      <p:cBhvr>
                                        <p:cTn id="18" dur="500" fill="hold"/>
                                        <p:tgtEl>
                                          <p:spTgt spid="2202"/>
                                        </p:tgtEl>
                                        <p:attrNameLst>
                                          <p:attrName>style.color</p:attrName>
                                        </p:attrNameLst>
                                      </p:cBhvr>
                                      <p:to>
                                        <a:srgbClr val="9AA1A9"/>
                                      </p:to>
                                    </p:animClr>
                                  </p:childTnLst>
                                </p:cTn>
                              </p:par>
                              <p:par>
                                <p:cTn id="19" presetID="14" presetClass="emph" presetSubtype="0" fill="hold" grpId="0" nodeType="withEffect">
                                  <p:stCondLst>
                                    <p:cond delay="0"/>
                                  </p:stCondLst>
                                  <p:childTnLst>
                                    <p:animClr clrSpc="rgb" dir="cw">
                                      <p:cBhvr>
                                        <p:cTn id="20" dur="500" fill="hold"/>
                                        <p:tgtEl>
                                          <p:spTgt spid="2213"/>
                                        </p:tgtEl>
                                        <p:attrNameLst>
                                          <p:attrName>style.color</p:attrName>
                                        </p:attrNameLst>
                                      </p:cBhvr>
                                      <p:to>
                                        <a:srgbClr val="9AA1A9"/>
                                      </p:to>
                                    </p:animClr>
                                  </p:childTnLst>
                                </p:cTn>
                              </p:par>
                              <p:par>
                                <p:cTn id="21" presetID="14" presetClass="emph" presetSubtype="0" fill="hold" grpId="0" nodeType="withEffect">
                                  <p:stCondLst>
                                    <p:cond delay="0"/>
                                  </p:stCondLst>
                                  <p:childTnLst>
                                    <p:animClr clrSpc="rgb" dir="cw">
                                      <p:cBhvr>
                                        <p:cTn id="22" dur="500" fill="hold"/>
                                        <p:tgtEl>
                                          <p:spTgt spid="2216"/>
                                        </p:tgtEl>
                                        <p:attrNameLst>
                                          <p:attrName>style.color</p:attrName>
                                        </p:attrNameLst>
                                      </p:cBhvr>
                                      <p:to>
                                        <a:srgbClr val="9AA1A9"/>
                                      </p:to>
                                    </p:animClr>
                                  </p:childTnLst>
                                </p:cTn>
                              </p:par>
                              <p:par>
                                <p:cTn id="23" presetID="14" presetClass="emph" presetSubtype="0" fill="hold" grpId="0" nodeType="withEffect">
                                  <p:stCondLst>
                                    <p:cond delay="0"/>
                                  </p:stCondLst>
                                  <p:childTnLst>
                                    <p:animClr clrSpc="rgb" dir="cw">
                                      <p:cBhvr>
                                        <p:cTn id="24" dur="500" fill="hold"/>
                                        <p:tgtEl>
                                          <p:spTgt spid="2220"/>
                                        </p:tgtEl>
                                        <p:attrNameLst>
                                          <p:attrName>style.color</p:attrName>
                                        </p:attrNameLst>
                                      </p:cBhvr>
                                      <p:to>
                                        <a:srgbClr val="9AA1A9"/>
                                      </p:to>
                                    </p:animClr>
                                  </p:childTnLst>
                                </p:cTn>
                              </p:par>
                              <p:par>
                                <p:cTn id="25" presetID="14" presetClass="emph" presetSubtype="0" fill="hold" grpId="0" nodeType="withEffect">
                                  <p:stCondLst>
                                    <p:cond delay="0"/>
                                  </p:stCondLst>
                                  <p:childTnLst>
                                    <p:animClr clrSpc="rgb" dir="cw">
                                      <p:cBhvr>
                                        <p:cTn id="26" dur="500" fill="hold"/>
                                        <p:tgtEl>
                                          <p:spTgt spid="2222"/>
                                        </p:tgtEl>
                                        <p:attrNameLst>
                                          <p:attrName>style.color</p:attrName>
                                        </p:attrNameLst>
                                      </p:cBhvr>
                                      <p:to>
                                        <a:srgbClr val="9AA1A9"/>
                                      </p:to>
                                    </p:animClr>
                                  </p:childTnLst>
                                </p:cTn>
                              </p:par>
                              <p:par>
                                <p:cTn id="27" presetID="10" presetClass="entr" presetSubtype="0" fill="hold" grpId="0" nodeType="withEffect">
                                  <p:stCondLst>
                                    <p:cond delay="200"/>
                                  </p:stCondLst>
                                  <p:childTnLst>
                                    <p:set>
                                      <p:cBhvr>
                                        <p:cTn id="28" dur="1" fill="hold">
                                          <p:stCondLst>
                                            <p:cond delay="0"/>
                                          </p:stCondLst>
                                        </p:cTn>
                                        <p:tgtEl>
                                          <p:spTgt spid="2203"/>
                                        </p:tgtEl>
                                        <p:attrNameLst>
                                          <p:attrName>style.visibility</p:attrName>
                                        </p:attrNameLst>
                                      </p:cBhvr>
                                      <p:to>
                                        <p:strVal val="visible"/>
                                      </p:to>
                                    </p:set>
                                    <p:animEffect transition="in" filter="fade">
                                      <p:cBhvr>
                                        <p:cTn id="29" dur="400"/>
                                        <p:tgtEl>
                                          <p:spTgt spid="2203"/>
                                        </p:tgtEl>
                                      </p:cBhvr>
                                    </p:animEffect>
                                  </p:childTnLst>
                                </p:cTn>
                              </p:par>
                            </p:childTnLst>
                          </p:cTn>
                        </p:par>
                      </p:childTnLst>
                    </p:cTn>
                  </p:par>
                  <p:par>
                    <p:cTn id="30" fill="hold">
                      <p:stCondLst>
                        <p:cond delay="indefinite"/>
                      </p:stCondLst>
                      <p:childTnLst>
                        <p:par>
                          <p:cTn id="31" fill="hold">
                            <p:stCondLst>
                              <p:cond delay="0"/>
                            </p:stCondLst>
                            <p:childTnLst>
                              <p:par>
                                <p:cTn id="32" presetID="2" presetClass="emph" presetSubtype="0" fill="hold" grpId="0" nodeType="clickEffect">
                                  <p:stCondLst>
                                    <p:cond delay="0"/>
                                  </p:stCondLst>
                                  <p:childTnLst>
                                    <p:animClr clrSpc="rgb" dir="cw">
                                      <p:cBhvr>
                                        <p:cTn id="33" dur="500" fill="hold"/>
                                        <p:tgtEl>
                                          <p:spTgt spid="2300"/>
                                        </p:tgtEl>
                                        <p:attrNameLst>
                                          <p:attrName>fillcolor</p:attrName>
                                        </p:attrNameLst>
                                      </p:cBhvr>
                                      <p:to>
                                        <a:srgbClr val="F2F2F2"/>
                                      </p:to>
                                    </p:animClr>
                                  </p:childTnLst>
                                </p:cTn>
                              </p:par>
                              <p:par>
                                <p:cTn id="34" presetID="2" presetClass="emph" presetSubtype="0" fill="hold" grpId="0" nodeType="withEffect">
                                  <p:stCondLst>
                                    <p:cond delay="0"/>
                                  </p:stCondLst>
                                  <p:childTnLst>
                                    <p:animClr clrSpc="rgb" dir="cw">
                                      <p:cBhvr>
                                        <p:cTn id="35" dur="500" fill="hold"/>
                                        <p:tgtEl>
                                          <p:spTgt spid="2310"/>
                                        </p:tgtEl>
                                        <p:attrNameLst>
                                          <p:attrName>fillcolor</p:attrName>
                                        </p:attrNameLst>
                                      </p:cBhvr>
                                      <p:to>
                                        <a:srgbClr val="B9BEC3"/>
                                      </p:to>
                                    </p:animClr>
                                  </p:childTnLst>
                                </p:cTn>
                              </p:par>
                              <p:par>
                                <p:cTn id="36" presetID="2" presetClass="emph" presetSubtype="0" fill="hold" grpId="0" nodeType="withEffect">
                                  <p:stCondLst>
                                    <p:cond delay="0"/>
                                  </p:stCondLst>
                                  <p:childTnLst>
                                    <p:animClr clrSpc="rgb" dir="cw">
                                      <p:cBhvr>
                                        <p:cTn id="37" dur="500" fill="hold"/>
                                        <p:tgtEl>
                                          <p:spTgt spid="2312"/>
                                        </p:tgtEl>
                                        <p:attrNameLst>
                                          <p:attrName>fillcolor</p:attrName>
                                        </p:attrNameLst>
                                      </p:cBhvr>
                                      <p:to>
                                        <a:srgbClr val="C9CDD2"/>
                                      </p:to>
                                    </p:animClr>
                                  </p:childTnLst>
                                </p:cTn>
                              </p:par>
                              <p:par>
                                <p:cTn id="38" presetID="2" presetClass="emph" presetSubtype="0" fill="hold" grpId="0" nodeType="withEffect">
                                  <p:stCondLst>
                                    <p:cond delay="0"/>
                                  </p:stCondLst>
                                  <p:childTnLst>
                                    <p:animClr clrSpc="rgb" dir="cw">
                                      <p:cBhvr>
                                        <p:cTn id="39" dur="500" fill="hold"/>
                                        <p:tgtEl>
                                          <p:spTgt spid="2315"/>
                                        </p:tgtEl>
                                        <p:attrNameLst>
                                          <p:attrName>fillcolor</p:attrName>
                                        </p:attrNameLst>
                                      </p:cBhvr>
                                      <p:to>
                                        <a:srgbClr val="C9CDD2"/>
                                      </p:to>
                                    </p:animClr>
                                  </p:childTnLst>
                                </p:cTn>
                              </p:par>
                              <p:par>
                                <p:cTn id="40" presetID="2" presetClass="emph" presetSubtype="0" fill="hold" grpId="0" nodeType="withEffect">
                                  <p:stCondLst>
                                    <p:cond delay="0"/>
                                  </p:stCondLst>
                                  <p:childTnLst>
                                    <p:animClr clrSpc="rgb" dir="cw">
                                      <p:cBhvr>
                                        <p:cTn id="41" dur="500" fill="hold"/>
                                        <p:tgtEl>
                                          <p:spTgt spid="2319"/>
                                        </p:tgtEl>
                                        <p:attrNameLst>
                                          <p:attrName>fillcolor</p:attrName>
                                        </p:attrNameLst>
                                      </p:cBhvr>
                                      <p:to>
                                        <a:srgbClr val="C9CDD2"/>
                                      </p:to>
                                    </p:animClr>
                                  </p:childTnLst>
                                </p:cTn>
                              </p:par>
                              <p:par>
                                <p:cTn id="42" presetID="14" presetClass="emph" presetSubtype="0" fill="hold" grpId="0" nodeType="withEffect">
                                  <p:stCondLst>
                                    <p:cond delay="0"/>
                                  </p:stCondLst>
                                  <p:childTnLst>
                                    <p:animClr clrSpc="rgb" dir="cw">
                                      <p:cBhvr>
                                        <p:cTn id="43" dur="500" fill="hold"/>
                                        <p:tgtEl>
                                          <p:spTgt spid="2301"/>
                                        </p:tgtEl>
                                        <p:attrNameLst>
                                          <p:attrName>style.color</p:attrName>
                                        </p:attrNameLst>
                                      </p:cBhvr>
                                      <p:to>
                                        <a:srgbClr val="9AA1A9"/>
                                      </p:to>
                                    </p:animClr>
                                  </p:childTnLst>
                                </p:cTn>
                              </p:par>
                              <p:par>
                                <p:cTn id="44" presetID="14" presetClass="emph" presetSubtype="0" fill="hold" grpId="0" nodeType="withEffect">
                                  <p:stCondLst>
                                    <p:cond delay="0"/>
                                  </p:stCondLst>
                                  <p:childTnLst>
                                    <p:animClr clrSpc="rgb" dir="cw">
                                      <p:cBhvr>
                                        <p:cTn id="45" dur="500" fill="hold"/>
                                        <p:tgtEl>
                                          <p:spTgt spid="2302"/>
                                        </p:tgtEl>
                                        <p:attrNameLst>
                                          <p:attrName>style.color</p:attrName>
                                        </p:attrNameLst>
                                      </p:cBhvr>
                                      <p:to>
                                        <a:srgbClr val="9AA1A9"/>
                                      </p:to>
                                    </p:animClr>
                                  </p:childTnLst>
                                </p:cTn>
                              </p:par>
                              <p:par>
                                <p:cTn id="46" presetID="14" presetClass="emph" presetSubtype="0" fill="hold" grpId="0" nodeType="withEffect">
                                  <p:stCondLst>
                                    <p:cond delay="0"/>
                                  </p:stCondLst>
                                  <p:childTnLst>
                                    <p:animClr clrSpc="rgb" dir="cw">
                                      <p:cBhvr>
                                        <p:cTn id="47" dur="500" fill="hold"/>
                                        <p:tgtEl>
                                          <p:spTgt spid="2313"/>
                                        </p:tgtEl>
                                        <p:attrNameLst>
                                          <p:attrName>style.color</p:attrName>
                                        </p:attrNameLst>
                                      </p:cBhvr>
                                      <p:to>
                                        <a:srgbClr val="9AA1A9"/>
                                      </p:to>
                                    </p:animClr>
                                  </p:childTnLst>
                                </p:cTn>
                              </p:par>
                              <p:par>
                                <p:cTn id="48" presetID="14" presetClass="emph" presetSubtype="0" fill="hold" grpId="0" nodeType="withEffect">
                                  <p:stCondLst>
                                    <p:cond delay="0"/>
                                  </p:stCondLst>
                                  <p:childTnLst>
                                    <p:animClr clrSpc="rgb" dir="cw">
                                      <p:cBhvr>
                                        <p:cTn id="49" dur="500" fill="hold"/>
                                        <p:tgtEl>
                                          <p:spTgt spid="2316"/>
                                        </p:tgtEl>
                                        <p:attrNameLst>
                                          <p:attrName>style.color</p:attrName>
                                        </p:attrNameLst>
                                      </p:cBhvr>
                                      <p:to>
                                        <a:srgbClr val="9AA1A9"/>
                                      </p:to>
                                    </p:animClr>
                                  </p:childTnLst>
                                </p:cTn>
                              </p:par>
                              <p:par>
                                <p:cTn id="50" presetID="14" presetClass="emph" presetSubtype="0" fill="hold" grpId="0" nodeType="withEffect">
                                  <p:stCondLst>
                                    <p:cond delay="0"/>
                                  </p:stCondLst>
                                  <p:childTnLst>
                                    <p:animClr clrSpc="rgb" dir="cw">
                                      <p:cBhvr>
                                        <p:cTn id="51" dur="500" fill="hold"/>
                                        <p:tgtEl>
                                          <p:spTgt spid="2320"/>
                                        </p:tgtEl>
                                        <p:attrNameLst>
                                          <p:attrName>style.color</p:attrName>
                                        </p:attrNameLst>
                                      </p:cBhvr>
                                      <p:to>
                                        <a:srgbClr val="9AA1A9"/>
                                      </p:to>
                                    </p:animClr>
                                  </p:childTnLst>
                                </p:cTn>
                              </p:par>
                              <p:par>
                                <p:cTn id="52" presetID="10" presetClass="entr" presetSubtype="0" fill="hold" grpId="0" nodeType="withEffect">
                                  <p:stCondLst>
                                    <p:cond delay="200"/>
                                  </p:stCondLst>
                                  <p:childTnLst>
                                    <p:set>
                                      <p:cBhvr>
                                        <p:cTn id="53" dur="1" fill="hold">
                                          <p:stCondLst>
                                            <p:cond delay="0"/>
                                          </p:stCondLst>
                                        </p:cTn>
                                        <p:tgtEl>
                                          <p:spTgt spid="2303"/>
                                        </p:tgtEl>
                                        <p:attrNameLst>
                                          <p:attrName>style.visibility</p:attrName>
                                        </p:attrNameLst>
                                      </p:cBhvr>
                                      <p:to>
                                        <p:strVal val="visible"/>
                                      </p:to>
                                    </p:set>
                                    <p:animEffect transition="in" filter="fade">
                                      <p:cBhvr>
                                        <p:cTn id="54" dur="400"/>
                                        <p:tgtEl>
                                          <p:spTgt spid="2303"/>
                                        </p:tgtEl>
                                      </p:cBhvr>
                                    </p:animEffect>
                                  </p:childTnLst>
                                </p:cTn>
                              </p:par>
                              <p:par>
                                <p:cTn id="55" presetID="10" presetClass="entr" presetSubtype="0" fill="hold" grpId="0" nodeType="withEffect">
                                  <p:stCondLst>
                                    <p:cond delay="400"/>
                                  </p:stCondLst>
                                  <p:childTnLst>
                                    <p:set>
                                      <p:cBhvr>
                                        <p:cTn id="56" dur="1" fill="hold">
                                          <p:stCondLst>
                                            <p:cond delay="0"/>
                                          </p:stCondLst>
                                        </p:cTn>
                                        <p:tgtEl>
                                          <p:spTgt spid="2500"/>
                                        </p:tgtEl>
                                        <p:attrNameLst>
                                          <p:attrName>style.visibility</p:attrName>
                                        </p:attrNameLst>
                                      </p:cBhvr>
                                      <p:to>
                                        <p:strVal val="visible"/>
                                      </p:to>
                                    </p:set>
                                    <p:animEffect transition="in" filter="fade">
                                      <p:cBhvr>
                                        <p:cTn id="57" dur="400"/>
                                        <p:tgtEl>
                                          <p:spTgt spid="2500"/>
                                        </p:tgtEl>
                                      </p:cBhvr>
                                    </p:animEffect>
                                  </p:childTnLst>
                                </p:cTn>
                              </p:par>
                              <p:par>
                                <p:cTn id="58" presetID="14" presetClass="emph" presetSubtype="0" fill="hold" grpId="0" nodeType="withEffect">
                                  <p:stCondLst>
                                    <p:cond delay="400"/>
                                  </p:stCondLst>
                                  <p:childTnLst>
                                    <p:animClr clrSpc="rgb" dir="cw">
                                      <p:cBhvr>
                                        <p:cTn id="59" dur="500" fill="hold"/>
                                        <p:tgtEl>
                                          <p:spTgt spid="2101"/>
                                        </p:tgtEl>
                                        <p:attrNameLst>
                                          <p:attrName>style.color</p:attrName>
                                        </p:attrNameLst>
                                      </p:cBhvr>
                                      <p:to>
                                        <a:srgbClr val="FF6E00"/>
                                      </p:to>
                                    </p:animClr>
                                  </p:childTnLst>
                                </p:cTn>
                              </p:par>
                              <p:par>
                                <p:cTn id="60" presetID="10" presetClass="entr" presetSubtype="0" fill="hold" grpId="0" nodeType="withEffect">
                                  <p:stCondLst>
                                    <p:cond delay="500"/>
                                  </p:stCondLst>
                                  <p:childTnLst>
                                    <p:set>
                                      <p:cBhvr>
                                        <p:cTn id="61" dur="1" fill="hold">
                                          <p:stCondLst>
                                            <p:cond delay="0"/>
                                          </p:stCondLst>
                                        </p:cTn>
                                        <p:tgtEl>
                                          <p:spTgt spid="2103"/>
                                        </p:tgtEl>
                                        <p:attrNameLst>
                                          <p:attrName>style.visibility</p:attrName>
                                        </p:attrNameLst>
                                      </p:cBhvr>
                                      <p:to>
                                        <p:strVal val="visible"/>
                                      </p:to>
                                    </p:set>
                                    <p:animEffect transition="in" filter="fade">
                                      <p:cBhvr>
                                        <p:cTn id="62" dur="400"/>
                                        <p:tgtEl>
                                          <p:spTgt spid="2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01" grpId="0" animBg="1"/>
      <p:bldP spid="2200" grpId="0" animBg="1"/>
      <p:bldP spid="2201" grpId="0" animBg="1"/>
      <p:bldP spid="2202" grpId="0" animBg="1"/>
      <p:bldP spid="2210" grpId="0" animBg="1"/>
      <p:bldP spid="2212" grpId="0" animBg="1"/>
      <p:bldP spid="2213" grpId="0" animBg="1"/>
      <p:bldP spid="2216" grpId="0" animBg="1"/>
      <p:bldP spid="2219" grpId="0" animBg="1"/>
      <p:bldP spid="2220" grpId="0" animBg="1"/>
      <p:bldP spid="2222" grpId="0" animBg="1"/>
      <p:bldP spid="2300" grpId="0" animBg="1"/>
      <p:bldP spid="2301" grpId="0" animBg="1"/>
      <p:bldP spid="2302" grpId="0" animBg="1"/>
      <p:bldP spid="2310" grpId="0" animBg="1"/>
      <p:bldP spid="2312" grpId="0" animBg="1"/>
      <p:bldP spid="2313" grpId="0" animBg="1"/>
      <p:bldP spid="2316" grpId="0" animBg="1"/>
      <p:bldP spid="2320" grpId="0" animBg="1"/>
      <p:bldP spid="2203" grpId="0" animBg="1"/>
      <p:bldP spid="2303" grpId="0" animBg="1"/>
      <p:bldP spid="2103" grpId="0" animBg="1"/>
      <p:bldP spid="2500" grpId="0" animBg="1"/>
      <p:bldP spid="2215" grpId="0" animBg="1"/>
      <p:bldP spid="2319" grpId="0" animBg="1"/>
      <p:bldP spid="23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Der realisierte Prüfstand</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0B88A94-5254-4F00-8AC6-E630162A4F26}" type="slidenum">
              <a:rPr lang="de-DE"/>
              <a:t>13</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010" name="Schema NV1 Linie SPS"/>
          <p:cNvSpPr/>
          <p:nvPr/>
        </p:nvSpPr>
        <p:spPr>
          <a:xfrm>
            <a:off x="6100000" y="2250000"/>
            <a:ext cx="0" cy="810000"/>
          </a:xfrm>
          <a:prstGeom prst="line">
            <a:avLst/>
          </a:prstGeom>
          <a:ln w="19050">
            <a:solidFill>
              <a:srgbClr val="C9CDD2"/>
            </a:solidFill>
          </a:ln>
        </p:spPr>
        <p:txBody>
          <a:bodyPr/>
          <a:lstStyle/>
          <a:p>
            <a:endParaRPr lang="de-DE"/>
          </a:p>
        </p:txBody>
      </p:sp>
      <p:sp>
        <p:nvSpPr>
          <p:cNvPr id="3011" name="Schema NV1 Linie Laptop"/>
          <p:cNvSpPr/>
          <p:nvPr/>
        </p:nvSpPr>
        <p:spPr>
          <a:xfrm>
            <a:off x="3650000" y="3340000"/>
            <a:ext cx="1800000" cy="0"/>
          </a:xfrm>
          <a:prstGeom prst="line">
            <a:avLst/>
          </a:prstGeom>
          <a:ln w="19050">
            <a:solidFill>
              <a:srgbClr val="C9CDD2"/>
            </a:solidFill>
          </a:ln>
        </p:spPr>
        <p:txBody>
          <a:bodyPr/>
          <a:lstStyle/>
          <a:p>
            <a:endParaRPr lang="de-DE"/>
          </a:p>
        </p:txBody>
      </p:sp>
      <p:sp>
        <p:nvSpPr>
          <p:cNvPr id="3012" name="Schema NV1 Linie Test"/>
          <p:cNvSpPr/>
          <p:nvPr/>
        </p:nvSpPr>
        <p:spPr>
          <a:xfrm>
            <a:off x="6100000" y="3620000"/>
            <a:ext cx="0" cy="680000"/>
          </a:xfrm>
          <a:prstGeom prst="line">
            <a:avLst/>
          </a:prstGeom>
          <a:ln w="19050">
            <a:solidFill>
              <a:srgbClr val="C9CDD2"/>
            </a:solidFill>
          </a:ln>
        </p:spPr>
        <p:txBody>
          <a:bodyPr/>
          <a:lstStyle/>
          <a:p>
            <a:endParaRPr lang="de-DE"/>
          </a:p>
        </p:txBody>
      </p:sp>
      <p:sp>
        <p:nvSpPr>
          <p:cNvPr id="3013" name="Schema NV1 Linie Prüfling"/>
          <p:cNvSpPr/>
          <p:nvPr/>
        </p:nvSpPr>
        <p:spPr>
          <a:xfrm>
            <a:off x="6750000" y="3340000"/>
            <a:ext cx="1800000" cy="0"/>
          </a:xfrm>
          <a:prstGeom prst="line">
            <a:avLst/>
          </a:prstGeom>
          <a:ln w="19050">
            <a:solidFill>
              <a:srgbClr val="C9CDD2"/>
            </a:solidFill>
          </a:ln>
        </p:spPr>
        <p:txBody>
          <a:bodyPr/>
          <a:lstStyle/>
          <a:p>
            <a:endParaRPr lang="de-DE"/>
          </a:p>
        </p:txBody>
      </p:sp>
      <p:sp>
        <p:nvSpPr>
          <p:cNvPr id="3000" name="Schema NV1 Switch"/>
          <p:cNvSpPr/>
          <p:nvPr/>
        </p:nvSpPr>
        <p:spPr>
          <a:xfrm>
            <a:off x="5450000" y="3060000"/>
            <a:ext cx="1300000" cy="560000"/>
          </a:xfrm>
          <a:prstGeom prst="rect">
            <a:avLst/>
          </a:prstGeom>
          <a:solidFill>
            <a:srgbClr val="30343A"/>
          </a:solidFill>
          <a:ln>
            <a:noFill/>
          </a:ln>
        </p:spPr>
        <p:txBody>
          <a:bodyPr wrap="square" lIns="60000" tIns="0" rIns="60000" bIns="0" anchor="ctr">
            <a:noAutofit/>
          </a:bodyPr>
          <a:lstStyle/>
          <a:p>
            <a:pPr algn="ctr"/>
            <a:r>
              <a:rPr lang="de-DE" sz="1400" b="1">
                <a:solidFill>
                  <a:srgbClr val="FFFFFF"/>
                </a:solidFill>
              </a:rPr>
              <a:t>Switch</a:t>
            </a:r>
          </a:p>
        </p:txBody>
      </p:sp>
      <p:sp>
        <p:nvSpPr>
          <p:cNvPr id="3020" name="Schema NV1 SPS"/>
          <p:cNvSpPr/>
          <p:nvPr/>
        </p:nvSpPr>
        <p:spPr>
          <a:xfrm>
            <a:off x="5750000" y="1550000"/>
            <a:ext cx="700000" cy="700000"/>
          </a:xfrm>
          <a:prstGeom prst="ellipse">
            <a:avLst/>
          </a:prstGeom>
          <a:solidFill>
            <a:srgbClr val="C9CDD2"/>
          </a:solidFill>
          <a:ln>
            <a:noFill/>
          </a:ln>
        </p:spPr>
        <p:txBody>
          <a:bodyPr/>
          <a:lstStyle/>
          <a:p>
            <a:endParaRPr lang="de-DE"/>
          </a:p>
        </p:txBody>
      </p:sp>
      <p:sp>
        <p:nvSpPr>
          <p:cNvPr id="3021" name="Schema NV1 SPS Icon"/>
          <p:cNvSpPr/>
          <p:nvPr/>
        </p:nvSpPr>
        <p:spPr>
          <a:xfrm>
            <a:off x="5930000" y="1780000"/>
            <a:ext cx="340000" cy="240000"/>
          </a:xfrm>
          <a:prstGeom prst="flowChartMagneticDrum">
            <a:avLst/>
          </a:prstGeom>
          <a:solidFill>
            <a:srgbClr val="30343A"/>
          </a:solidFill>
          <a:ln>
            <a:noFill/>
          </a:ln>
        </p:spPr>
        <p:txBody>
          <a:bodyPr/>
          <a:lstStyle/>
          <a:p>
            <a:endParaRPr lang="de-DE"/>
          </a:p>
        </p:txBody>
      </p:sp>
      <p:sp>
        <p:nvSpPr>
          <p:cNvPr id="3030" name="Schema NV1 Laptop"/>
          <p:cNvSpPr/>
          <p:nvPr/>
        </p:nvSpPr>
        <p:spPr>
          <a:xfrm>
            <a:off x="2950000" y="2990000"/>
            <a:ext cx="700000" cy="700000"/>
          </a:xfrm>
          <a:prstGeom prst="ellipse">
            <a:avLst/>
          </a:prstGeom>
          <a:solidFill>
            <a:srgbClr val="C9CDD2"/>
          </a:solidFill>
          <a:ln>
            <a:noFill/>
          </a:ln>
        </p:spPr>
        <p:txBody>
          <a:bodyPr/>
          <a:lstStyle/>
          <a:p>
            <a:endParaRPr lang="de-DE"/>
          </a:p>
        </p:txBody>
      </p:sp>
      <p:sp>
        <p:nvSpPr>
          <p:cNvPr id="3031" name="Schema NV1 Laptop Icon"/>
          <p:cNvSpPr/>
          <p:nvPr/>
        </p:nvSpPr>
        <p:spPr>
          <a:xfrm>
            <a:off x="3130000" y="3220000"/>
            <a:ext cx="340000" cy="240000"/>
          </a:xfrm>
          <a:prstGeom prst="flowChartDisplay">
            <a:avLst/>
          </a:prstGeom>
          <a:solidFill>
            <a:srgbClr val="30343A"/>
          </a:solidFill>
          <a:ln>
            <a:noFill/>
          </a:ln>
        </p:spPr>
        <p:txBody>
          <a:bodyPr/>
          <a:lstStyle/>
          <a:p>
            <a:endParaRPr lang="de-DE"/>
          </a:p>
        </p:txBody>
      </p:sp>
      <p:sp>
        <p:nvSpPr>
          <p:cNvPr id="3040" name="Schema NV1 Test"/>
          <p:cNvSpPr/>
          <p:nvPr/>
        </p:nvSpPr>
        <p:spPr>
          <a:xfrm>
            <a:off x="5750000" y="4300000"/>
            <a:ext cx="700000" cy="700000"/>
          </a:xfrm>
          <a:prstGeom prst="ellipse">
            <a:avLst/>
          </a:prstGeom>
          <a:solidFill>
            <a:srgbClr val="C9CDD2"/>
          </a:solidFill>
          <a:ln>
            <a:noFill/>
          </a:ln>
        </p:spPr>
        <p:txBody>
          <a:bodyPr/>
          <a:lstStyle/>
          <a:p>
            <a:endParaRPr lang="de-DE"/>
          </a:p>
        </p:txBody>
      </p:sp>
      <p:sp>
        <p:nvSpPr>
          <p:cNvPr id="3041" name="Schema NV1 Test Icon"/>
          <p:cNvSpPr/>
          <p:nvPr/>
        </p:nvSpPr>
        <p:spPr>
          <a:xfrm>
            <a:off x="5930000" y="4530000"/>
            <a:ext cx="340000" cy="240000"/>
          </a:xfrm>
          <a:prstGeom prst="flowChartTerminator">
            <a:avLst/>
          </a:prstGeom>
          <a:solidFill>
            <a:srgbClr val="30343A"/>
          </a:solidFill>
          <a:ln>
            <a:noFill/>
          </a:ln>
        </p:spPr>
        <p:txBody>
          <a:bodyPr/>
          <a:lstStyle/>
          <a:p>
            <a:endParaRPr lang="de-DE"/>
          </a:p>
        </p:txBody>
      </p:sp>
      <p:sp>
        <p:nvSpPr>
          <p:cNvPr id="3050" name="Schema NV1 Prüfling"/>
          <p:cNvSpPr/>
          <p:nvPr/>
        </p:nvSpPr>
        <p:spPr>
          <a:xfrm>
            <a:off x="8550000" y="2990000"/>
            <a:ext cx="700000" cy="700000"/>
          </a:xfrm>
          <a:prstGeom prst="ellipse">
            <a:avLst/>
          </a:prstGeom>
          <a:solidFill>
            <a:srgbClr val="FF6E00"/>
          </a:solidFill>
          <a:ln>
            <a:noFill/>
          </a:ln>
        </p:spPr>
        <p:txBody>
          <a:bodyPr/>
          <a:lstStyle/>
          <a:p>
            <a:endParaRPr lang="de-DE"/>
          </a:p>
        </p:txBody>
      </p:sp>
      <p:sp>
        <p:nvSpPr>
          <p:cNvPr id="3051" name="Schema NV1 Prüfling Icon"/>
          <p:cNvSpPr/>
          <p:nvPr/>
        </p:nvSpPr>
        <p:spPr>
          <a:xfrm>
            <a:off x="8730000" y="3220000"/>
            <a:ext cx="340000" cy="240000"/>
          </a:xfrm>
          <a:prstGeom prst="flowChartMagneticDisk">
            <a:avLst/>
          </a:prstGeom>
          <a:solidFill>
            <a:srgbClr val="FFFFFF"/>
          </a:solidFill>
          <a:ln>
            <a:noFill/>
          </a:ln>
        </p:spPr>
        <p:txBody>
          <a:bodyPr/>
          <a:lstStyle/>
          <a:p>
            <a:endParaRPr lang="de-DE"/>
          </a:p>
        </p:txBody>
      </p:sp>
      <p:sp>
        <p:nvSpPr>
          <p:cNvPr id="2" name="Schema NV1 SPSlabel"/>
          <p:cNvSpPr/>
          <p:nvPr/>
        </p:nvSpPr>
        <p:spPr>
          <a:xfrm>
            <a:off x="5100000" y="123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SPS</a:t>
            </a:r>
          </a:p>
        </p:txBody>
      </p:sp>
      <p:sp>
        <p:nvSpPr>
          <p:cNvPr id="3" name="Schema NV1 Laptoplabel"/>
          <p:cNvSpPr/>
          <p:nvPr/>
        </p:nvSpPr>
        <p:spPr>
          <a:xfrm>
            <a:off x="2300000" y="376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Engineering-Laptop</a:t>
            </a:r>
          </a:p>
        </p:txBody>
      </p:sp>
      <p:sp>
        <p:nvSpPr>
          <p:cNvPr id="4" name="Schema NV1 Testlabel"/>
          <p:cNvSpPr/>
          <p:nvPr/>
        </p:nvSpPr>
        <p:spPr>
          <a:xfrm>
            <a:off x="5100000" y="506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Kali-Testsystem</a:t>
            </a:r>
          </a:p>
        </p:txBody>
      </p:sp>
      <p:sp>
        <p:nvSpPr>
          <p:cNvPr id="5" name="Schema NV1 Prüflinglabel"/>
          <p:cNvSpPr/>
          <p:nvPr/>
        </p:nvSpPr>
        <p:spPr>
          <a:xfrm>
            <a:off x="7900000" y="3760000"/>
            <a:ext cx="2000000" cy="300000"/>
          </a:xfrm>
          <a:prstGeom prst="rect">
            <a:avLst/>
          </a:prstGeom>
          <a:noFill/>
          <a:ln>
            <a:noFill/>
          </a:ln>
        </p:spPr>
        <p:txBody>
          <a:bodyPr wrap="square" lIns="60000" tIns="0" rIns="60000" bIns="0" anchor="ctr">
            <a:noAutofit/>
          </a:bodyPr>
          <a:lstStyle/>
          <a:p>
            <a:pPr algn="ctr"/>
            <a:r>
              <a:rPr lang="de-DE" sz="1300" b="1">
                <a:solidFill>
                  <a:srgbClr val="FF6E00"/>
                </a:solidFill>
              </a:rPr>
              <a:t>SRIO · Prüfling</a:t>
            </a:r>
          </a:p>
        </p:txBody>
      </p:sp>
      <p:sp>
        <p:nvSpPr>
          <p:cNvPr id="7" name="Autor Fusszeile">
            <a:extLst>
              <a:ext uri="{FF2B5EF4-FFF2-40B4-BE49-F238E27FC236}">
                <a16:creationId xmlns:a16="http://schemas.microsoft.com/office/drawing/2014/main" id="{26587FF9-A03B-DA94-1D30-802B27BCA7A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9" name="Date Placeholder 12">
            <a:extLst>
              <a:ext uri="{FF2B5EF4-FFF2-40B4-BE49-F238E27FC236}">
                <a16:creationId xmlns:a16="http://schemas.microsoft.com/office/drawing/2014/main" id="{8E79C579-8F54-26FF-61EE-95391BD4D7B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22C32482-A63A-E7C3-3F64-C67B0DF161E3}"/>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 von zehn Firmentests passen direkt - erkannt vor der Ausführung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6BA78A9-63EA-489B-BE19-670E6B647A3D}" type="slidenum">
              <a:rPr lang="de-DE"/>
              <a:t>14</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601" name="Zone 1"/>
          <p:cNvSpPr/>
          <p:nvPr/>
        </p:nvSpPr>
        <p:spPr>
          <a:xfrm>
            <a:off x="400000" y="1420000"/>
            <a:ext cx="5630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02" name="Zonentitel 1"/>
          <p:cNvSpPr txBox="1"/>
          <p:nvPr/>
        </p:nvSpPr>
        <p:spPr>
          <a:xfrm>
            <a:off x="520000" y="1510000"/>
            <a:ext cx="5390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Anwendbar und ausgeführt (4)</a:t>
            </a:r>
          </a:p>
        </p:txBody>
      </p:sp>
      <p:sp>
        <p:nvSpPr>
          <p:cNvPr id="603" name="CM-001"/>
          <p:cNvSpPr/>
          <p:nvPr/>
        </p:nvSpPr>
        <p:spPr>
          <a:xfrm>
            <a:off x="52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a:solidFill>
                  <a:srgbClr val="30343A"/>
                </a:solidFill>
              </a:rPr>
              <a:t>CM-001</a:t>
            </a:r>
            <a:br>
              <a:rPr lang="de-DE" sz="2000"/>
            </a:br>
            <a:r>
              <a:rPr lang="de-DE" sz="2000">
                <a:solidFill>
                  <a:srgbClr val="30343A"/>
                </a:solidFill>
              </a:rPr>
              <a:t>Nmap</a:t>
            </a:r>
          </a:p>
        </p:txBody>
      </p:sp>
      <p:sp>
        <p:nvSpPr>
          <p:cNvPr id="604" name="CM-002"/>
          <p:cNvSpPr/>
          <p:nvPr/>
        </p:nvSpPr>
        <p:spPr>
          <a:xfrm>
            <a:off x="189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CM-007</a:t>
            </a:r>
            <a:br>
              <a:rPr lang="de-DE" sz="2000" dirty="0"/>
            </a:br>
            <a:r>
              <a:rPr lang="de-DE" sz="2000" dirty="0" err="1">
                <a:solidFill>
                  <a:srgbClr val="30343A"/>
                </a:solidFill>
              </a:rPr>
              <a:t>Nikto</a:t>
            </a:r>
            <a:endParaRPr lang="de-DE" sz="2000" dirty="0">
              <a:solidFill>
                <a:srgbClr val="30343A"/>
              </a:solidFill>
            </a:endParaRPr>
          </a:p>
        </p:txBody>
      </p:sp>
      <p:sp>
        <p:nvSpPr>
          <p:cNvPr id="605" name="CM-003"/>
          <p:cNvSpPr/>
          <p:nvPr/>
        </p:nvSpPr>
        <p:spPr>
          <a:xfrm>
            <a:off x="326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CM-009</a:t>
            </a:r>
            <a:br>
              <a:rPr lang="de-DE" sz="2000" dirty="0"/>
            </a:br>
            <a:r>
              <a:rPr lang="de-DE" sz="2000" dirty="0">
                <a:solidFill>
                  <a:srgbClr val="30343A"/>
                </a:solidFill>
              </a:rPr>
              <a:t>Siege</a:t>
            </a:r>
          </a:p>
        </p:txBody>
      </p:sp>
      <p:sp>
        <p:nvSpPr>
          <p:cNvPr id="606" name="CM-004"/>
          <p:cNvSpPr/>
          <p:nvPr/>
        </p:nvSpPr>
        <p:spPr>
          <a:xfrm>
            <a:off x="463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CM-010</a:t>
            </a:r>
            <a:br>
              <a:rPr lang="de-DE" sz="2000" dirty="0"/>
            </a:br>
            <a:r>
              <a:rPr lang="de-DE" sz="2000" dirty="0" err="1">
                <a:solidFill>
                  <a:srgbClr val="30343A"/>
                </a:solidFill>
              </a:rPr>
              <a:t>boofuzz</a:t>
            </a:r>
            <a:endParaRPr lang="de-DE" sz="2000" dirty="0">
              <a:solidFill>
                <a:srgbClr val="30343A"/>
              </a:solidFill>
            </a:endParaRPr>
          </a:p>
        </p:txBody>
      </p:sp>
      <p:sp>
        <p:nvSpPr>
          <p:cNvPr id="607" name="Zone 2"/>
          <p:cNvSpPr/>
          <p:nvPr/>
        </p:nvSpPr>
        <p:spPr>
          <a:xfrm>
            <a:off x="6130000" y="1420000"/>
            <a:ext cx="3400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08" name="Zonentitel 2"/>
          <p:cNvSpPr txBox="1"/>
          <p:nvPr/>
        </p:nvSpPr>
        <p:spPr>
          <a:xfrm>
            <a:off x="6250000" y="1510000"/>
            <a:ext cx="3160000" cy="330000"/>
          </a:xfrm>
          <a:prstGeom prst="rect">
            <a:avLst/>
          </a:prstGeom>
          <a:noFill/>
        </p:spPr>
        <p:txBody>
          <a:bodyPr wrap="square" lIns="0" tIns="0" rIns="0" bIns="0" anchor="t">
            <a:normAutofit fontScale="85000" lnSpcReduction="10000"/>
          </a:bodyPr>
          <a:lstStyle/>
          <a:p>
            <a:pPr algn="l">
              <a:lnSpc>
                <a:spcPct val="95000"/>
              </a:lnSpc>
            </a:pPr>
            <a:r>
              <a:rPr lang="de-DE" sz="2000" b="1">
                <a:solidFill>
                  <a:srgbClr val="5B666F"/>
                </a:solidFill>
              </a:rPr>
              <a:t>Anwendbar mit Anpassung (2)</a:t>
            </a:r>
          </a:p>
        </p:txBody>
      </p:sp>
      <p:sp>
        <p:nvSpPr>
          <p:cNvPr id="609" name="CM-005"/>
          <p:cNvSpPr/>
          <p:nvPr/>
        </p:nvSpPr>
        <p:spPr>
          <a:xfrm>
            <a:off x="6500000" y="2300000"/>
            <a:ext cx="1280000" cy="820000"/>
          </a:xfrm>
          <a:prstGeom prst="rect">
            <a:avLst/>
          </a:prstGeom>
          <a:solidFill>
            <a:srgbClr val="D9D9D9"/>
          </a:solidFill>
          <a:ln w="19050">
            <a:solidFill>
              <a:srgbClr val="FF6E00"/>
            </a:solidFill>
          </a:ln>
        </p:spPr>
        <p:txBody>
          <a:bodyPr lIns="45720" tIns="0" rIns="45720" bIns="0" anchor="ctr">
            <a:normAutofit lnSpcReduction="10000"/>
          </a:bodyPr>
          <a:lstStyle/>
          <a:p>
            <a:pPr algn="ctr">
              <a:lnSpc>
                <a:spcPct val="90000"/>
              </a:lnSpc>
            </a:pPr>
            <a:r>
              <a:rPr lang="de-DE" sz="2000" dirty="0">
                <a:solidFill>
                  <a:srgbClr val="30343A"/>
                </a:solidFill>
              </a:rPr>
              <a:t>CM-004</a:t>
            </a:r>
            <a:br>
              <a:rPr lang="de-DE" sz="2000" dirty="0"/>
            </a:br>
            <a:r>
              <a:rPr lang="de-DE" sz="2000" dirty="0">
                <a:solidFill>
                  <a:srgbClr val="30343A"/>
                </a:solidFill>
              </a:rPr>
              <a:t>OWASP</a:t>
            </a:r>
            <a:br>
              <a:rPr lang="de-DE" sz="2000" dirty="0"/>
            </a:br>
            <a:r>
              <a:rPr lang="de-DE" sz="2000" dirty="0">
                <a:solidFill>
                  <a:srgbClr val="30343A"/>
                </a:solidFill>
              </a:rPr>
              <a:t>ZAP</a:t>
            </a:r>
          </a:p>
        </p:txBody>
      </p:sp>
      <p:sp>
        <p:nvSpPr>
          <p:cNvPr id="610" name="CM-006"/>
          <p:cNvSpPr/>
          <p:nvPr/>
        </p:nvSpPr>
        <p:spPr>
          <a:xfrm>
            <a:off x="7870000" y="2300000"/>
            <a:ext cx="1280000" cy="820000"/>
          </a:xfrm>
          <a:prstGeom prst="rect">
            <a:avLst/>
          </a:prstGeom>
          <a:solidFill>
            <a:srgbClr val="D9D9D9"/>
          </a:solidFill>
          <a:ln w="19050">
            <a:solidFill>
              <a:srgbClr val="FF6E00"/>
            </a:solidFill>
          </a:ln>
        </p:spPr>
        <p:txBody>
          <a:bodyPr lIns="45720" tIns="0" rIns="45720" bIns="0" anchor="ctr">
            <a:normAutofit/>
          </a:bodyPr>
          <a:lstStyle/>
          <a:p>
            <a:pPr algn="ctr">
              <a:lnSpc>
                <a:spcPct val="90000"/>
              </a:lnSpc>
            </a:pPr>
            <a:r>
              <a:rPr lang="de-DE" sz="2000" dirty="0">
                <a:solidFill>
                  <a:srgbClr val="30343A"/>
                </a:solidFill>
              </a:rPr>
              <a:t>CM-005</a:t>
            </a:r>
            <a:br>
              <a:rPr lang="de-DE" sz="2000" dirty="0"/>
            </a:br>
            <a:r>
              <a:rPr lang="de-DE" sz="2000" dirty="0" err="1">
                <a:solidFill>
                  <a:srgbClr val="30343A"/>
                </a:solidFill>
              </a:rPr>
              <a:t>SSLscan</a:t>
            </a:r>
            <a:endParaRPr lang="de-DE" sz="2000" dirty="0">
              <a:solidFill>
                <a:srgbClr val="30343A"/>
              </a:solidFill>
            </a:endParaRPr>
          </a:p>
        </p:txBody>
      </p:sp>
      <p:sp>
        <p:nvSpPr>
          <p:cNvPr id="611" name="Zone 4"/>
          <p:cNvSpPr/>
          <p:nvPr/>
        </p:nvSpPr>
        <p:spPr>
          <a:xfrm>
            <a:off x="9630000" y="1420000"/>
            <a:ext cx="2162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12" name="Zonentitel 4"/>
          <p:cNvSpPr txBox="1"/>
          <p:nvPr/>
        </p:nvSpPr>
        <p:spPr>
          <a:xfrm>
            <a:off x="9750000" y="1510000"/>
            <a:ext cx="1922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Blockiert (1)</a:t>
            </a:r>
          </a:p>
        </p:txBody>
      </p:sp>
      <p:sp>
        <p:nvSpPr>
          <p:cNvPr id="613" name="CM-010"/>
          <p:cNvSpPr/>
          <p:nvPr/>
        </p:nvSpPr>
        <p:spPr>
          <a:xfrm>
            <a:off x="10071000" y="2300000"/>
            <a:ext cx="1280000" cy="820000"/>
          </a:xfrm>
          <a:prstGeom prst="rect">
            <a:avLst/>
          </a:prstGeom>
          <a:pattFill prst="ltUpDiag">
            <a:fgClr>
              <a:srgbClr val="808890"/>
            </a:fgClr>
            <a:bgClr>
              <a:srgbClr val="FFFFFF"/>
            </a:bgClr>
          </a:pattFill>
          <a:ln w="12700">
            <a:solidFill>
              <a:srgbClr val="808890"/>
            </a:solidFill>
          </a:ln>
        </p:spPr>
        <p:txBody>
          <a:bodyPr lIns="45720" tIns="0" rIns="45720" bIns="0" anchor="ctr">
            <a:normAutofit lnSpcReduction="10000"/>
          </a:bodyPr>
          <a:lstStyle/>
          <a:p>
            <a:pPr algn="ctr">
              <a:lnSpc>
                <a:spcPct val="90000"/>
              </a:lnSpc>
            </a:pPr>
            <a:r>
              <a:rPr lang="de-DE" sz="2000" dirty="0">
                <a:solidFill>
                  <a:srgbClr val="30343A"/>
                </a:solidFill>
              </a:rPr>
              <a:t>CM-008</a:t>
            </a:r>
            <a:br>
              <a:rPr lang="de-DE" sz="2000" dirty="0"/>
            </a:br>
            <a:r>
              <a:rPr lang="de-DE" sz="2000" dirty="0" err="1">
                <a:solidFill>
                  <a:srgbClr val="30343A"/>
                </a:solidFill>
              </a:rPr>
              <a:t>OpenVAS</a:t>
            </a:r>
            <a:br>
              <a:rPr lang="de-DE" sz="2000" dirty="0"/>
            </a:br>
            <a:r>
              <a:rPr lang="de-DE" sz="2000" dirty="0">
                <a:solidFill>
                  <a:srgbClr val="30343A"/>
                </a:solidFill>
              </a:rPr>
              <a:t>GVM</a:t>
            </a:r>
          </a:p>
        </p:txBody>
      </p:sp>
      <p:sp>
        <p:nvSpPr>
          <p:cNvPr id="614" name="Zone 3"/>
          <p:cNvSpPr/>
          <p:nvPr/>
        </p:nvSpPr>
        <p:spPr>
          <a:xfrm>
            <a:off x="400000" y="3680000"/>
            <a:ext cx="11392000" cy="200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15" name="Zonentitel 3"/>
          <p:cNvSpPr txBox="1"/>
          <p:nvPr/>
        </p:nvSpPr>
        <p:spPr>
          <a:xfrm>
            <a:off x="520000" y="3810000"/>
            <a:ext cx="11152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Nicht anwendbar (3)</a:t>
            </a:r>
          </a:p>
        </p:txBody>
      </p:sp>
      <p:sp>
        <p:nvSpPr>
          <p:cNvPr id="616" name="CM-007"/>
          <p:cNvSpPr/>
          <p:nvPr/>
        </p:nvSpPr>
        <p:spPr>
          <a:xfrm>
            <a:off x="5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CM-003</a:t>
            </a:r>
            <a:br>
              <a:rPr lang="de-DE" sz="2000" dirty="0"/>
            </a:br>
            <a:r>
              <a:rPr lang="de-DE" sz="2000" dirty="0">
                <a:solidFill>
                  <a:srgbClr val="5B666F"/>
                </a:solidFill>
              </a:rPr>
              <a:t>Hydra</a:t>
            </a:r>
          </a:p>
        </p:txBody>
      </p:sp>
      <p:sp>
        <p:nvSpPr>
          <p:cNvPr id="617" name="Grund CM-007"/>
          <p:cNvSpPr txBox="1"/>
          <p:nvPr/>
        </p:nvSpPr>
        <p:spPr>
          <a:xfrm>
            <a:off x="2000000" y="4344525"/>
            <a:ext cx="2200000" cy="89095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 </a:t>
            </a:r>
            <a:r>
              <a:rPr lang="de-DE" sz="2000" dirty="0" err="1">
                <a:solidFill>
                  <a:srgbClr val="808890"/>
                </a:solidFill>
              </a:rPr>
              <a:t>Authen</a:t>
            </a:r>
            <a:r>
              <a:rPr lang="de-DE" sz="2000" dirty="0">
                <a:solidFill>
                  <a:srgbClr val="808890"/>
                </a:solidFill>
              </a:rPr>
              <a:t>-</a:t>
            </a:r>
            <a:br>
              <a:rPr lang="de-DE" sz="2000" dirty="0"/>
            </a:br>
            <a:r>
              <a:rPr lang="de-DE" sz="2000" dirty="0" err="1">
                <a:solidFill>
                  <a:srgbClr val="808890"/>
                </a:solidFill>
              </a:rPr>
              <a:t>tifizierungs</a:t>
            </a:r>
            <a:r>
              <a:rPr lang="de-DE" sz="2000" dirty="0">
                <a:solidFill>
                  <a:srgbClr val="808890"/>
                </a:solidFill>
              </a:rPr>
              <a:t>-</a:t>
            </a:r>
            <a:br>
              <a:rPr lang="de-DE" sz="2000" dirty="0"/>
            </a:br>
            <a:r>
              <a:rPr lang="de-DE" sz="2000" dirty="0">
                <a:solidFill>
                  <a:srgbClr val="808890"/>
                </a:solidFill>
              </a:rPr>
              <a:t>Endpunkt</a:t>
            </a:r>
          </a:p>
        </p:txBody>
      </p:sp>
      <p:sp>
        <p:nvSpPr>
          <p:cNvPr id="618" name="CM-008"/>
          <p:cNvSpPr/>
          <p:nvPr/>
        </p:nvSpPr>
        <p:spPr>
          <a:xfrm>
            <a:off x="43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CM-006</a:t>
            </a:r>
            <a:br>
              <a:rPr lang="de-DE" sz="2000" dirty="0"/>
            </a:br>
            <a:r>
              <a:rPr lang="de-DE" sz="2000" dirty="0">
                <a:solidFill>
                  <a:srgbClr val="5B666F"/>
                </a:solidFill>
              </a:rPr>
              <a:t>Lynis</a:t>
            </a:r>
          </a:p>
        </p:txBody>
      </p:sp>
      <p:sp>
        <p:nvSpPr>
          <p:cNvPr id="619" name="Grund CM-008"/>
          <p:cNvSpPr txBox="1"/>
          <p:nvPr/>
        </p:nvSpPr>
        <p:spPr>
          <a:xfrm>
            <a:off x="5852318" y="4349050"/>
            <a:ext cx="2200000" cy="89730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keine Be-</a:t>
            </a:r>
            <a:br>
              <a:rPr lang="de-DE" sz="2000" dirty="0"/>
            </a:br>
            <a:r>
              <a:rPr lang="de-DE" sz="2000" dirty="0" err="1">
                <a:solidFill>
                  <a:srgbClr val="808890"/>
                </a:solidFill>
              </a:rPr>
              <a:t>triebssystem</a:t>
            </a:r>
            <a:r>
              <a:rPr lang="de-DE" sz="2000" dirty="0">
                <a:solidFill>
                  <a:srgbClr val="808890"/>
                </a:solidFill>
              </a:rPr>
              <a:t>-</a:t>
            </a:r>
            <a:br>
              <a:rPr lang="de-DE" sz="2000" dirty="0"/>
            </a:br>
            <a:r>
              <a:rPr lang="de-DE" sz="2000" dirty="0">
                <a:solidFill>
                  <a:srgbClr val="808890"/>
                </a:solidFill>
              </a:rPr>
              <a:t>Shell</a:t>
            </a:r>
          </a:p>
        </p:txBody>
      </p:sp>
      <p:sp>
        <p:nvSpPr>
          <p:cNvPr id="620" name="CM-009"/>
          <p:cNvSpPr/>
          <p:nvPr/>
        </p:nvSpPr>
        <p:spPr>
          <a:xfrm>
            <a:off x="81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CM-002</a:t>
            </a:r>
            <a:br>
              <a:rPr lang="de-DE" sz="2000" dirty="0"/>
            </a:br>
            <a:r>
              <a:rPr lang="de-DE" sz="2000" dirty="0" err="1">
                <a:solidFill>
                  <a:srgbClr val="5B666F"/>
                </a:solidFill>
              </a:rPr>
              <a:t>Nmap</a:t>
            </a:r>
            <a:br>
              <a:rPr lang="de-DE" sz="2000" dirty="0"/>
            </a:br>
            <a:r>
              <a:rPr lang="de-DE" sz="2000" dirty="0">
                <a:solidFill>
                  <a:srgbClr val="5B666F"/>
                </a:solidFill>
              </a:rPr>
              <a:t>zonen-</a:t>
            </a:r>
            <a:br>
              <a:rPr lang="de-DE" sz="2000" dirty="0"/>
            </a:br>
            <a:r>
              <a:rPr lang="de-DE" sz="2000" dirty="0">
                <a:solidFill>
                  <a:srgbClr val="5B666F"/>
                </a:solidFill>
              </a:rPr>
              <a:t>basiert</a:t>
            </a:r>
          </a:p>
        </p:txBody>
      </p:sp>
      <p:sp>
        <p:nvSpPr>
          <p:cNvPr id="621" name="Grund CM-009"/>
          <p:cNvSpPr txBox="1"/>
          <p:nvPr/>
        </p:nvSpPr>
        <p:spPr>
          <a:xfrm>
            <a:off x="9600000" y="4170000"/>
            <a:ext cx="2200000" cy="125000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keine zweite</a:t>
            </a:r>
            <a:br>
              <a:rPr lang="de-DE" sz="2000" dirty="0"/>
            </a:br>
            <a:r>
              <a:rPr lang="de-DE" sz="2000" dirty="0">
                <a:solidFill>
                  <a:srgbClr val="808890"/>
                </a:solidFill>
              </a:rPr>
              <a:t>Zone in</a:t>
            </a:r>
            <a:br>
              <a:rPr lang="de-DE" sz="2000" dirty="0"/>
            </a:br>
            <a:r>
              <a:rPr lang="de-DE" sz="2000" dirty="0">
                <a:solidFill>
                  <a:srgbClr val="808890"/>
                </a:solidFill>
              </a:rPr>
              <a:t>flacher</a:t>
            </a:r>
            <a:br>
              <a:rPr lang="de-DE" sz="2000" dirty="0"/>
            </a:br>
            <a:r>
              <a:rPr lang="de-DE" sz="2000" dirty="0">
                <a:solidFill>
                  <a:srgbClr val="808890"/>
                </a:solidFill>
              </a:rPr>
              <a:t>Topologie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 name="Autor Fusszeile">
            <a:extLst>
              <a:ext uri="{FF2B5EF4-FFF2-40B4-BE49-F238E27FC236}">
                <a16:creationId xmlns:a16="http://schemas.microsoft.com/office/drawing/2014/main" id="{29ACB3A7-7178-AC7D-8770-0A5CFF95C3A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2FEDE464-14F5-5CFF-B3C7-B37C88054D1E}"/>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5CB150E4-ADEB-C35E-5C9C-7AA5B07A8DD0}"/>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01"/>
                                        </p:tgtEl>
                                        <p:attrNameLst>
                                          <p:attrName>style.visibility</p:attrName>
                                        </p:attrNameLst>
                                      </p:cBhvr>
                                      <p:to>
                                        <p:strVal val="visible"/>
                                      </p:to>
                                    </p:set>
                                    <p:animEffect transition="in" filter="fade">
                                      <p:cBhvr>
                                        <p:cTn id="7" dur="400"/>
                                        <p:tgtEl>
                                          <p:spTgt spid="601"/>
                                        </p:tgtEl>
                                      </p:cBhvr>
                                    </p:animEffect>
                                  </p:childTnLst>
                                </p:cTn>
                              </p:par>
                              <p:par>
                                <p:cTn id="8" presetID="10" presetClass="entr" presetSubtype="0" fill="hold" grpId="0" nodeType="afterEffect">
                                  <p:stCondLst>
                                    <p:cond delay="150"/>
                                  </p:stCondLst>
                                  <p:childTnLst>
                                    <p:set>
                                      <p:cBhvr>
                                        <p:cTn id="9" dur="1" fill="hold">
                                          <p:stCondLst>
                                            <p:cond delay="0"/>
                                          </p:stCondLst>
                                        </p:cTn>
                                        <p:tgtEl>
                                          <p:spTgt spid="602"/>
                                        </p:tgtEl>
                                        <p:attrNameLst>
                                          <p:attrName>style.visibility</p:attrName>
                                        </p:attrNameLst>
                                      </p:cBhvr>
                                      <p:to>
                                        <p:strVal val="visible"/>
                                      </p:to>
                                    </p:set>
                                    <p:animEffect transition="in" filter="fade">
                                      <p:cBhvr>
                                        <p:cTn id="10" dur="400"/>
                                        <p:tgtEl>
                                          <p:spTgt spid="602"/>
                                        </p:tgtEl>
                                      </p:cBhvr>
                                    </p:animEffect>
                                  </p:childTnLst>
                                </p:cTn>
                              </p:par>
                              <p:par>
                                <p:cTn id="11" presetID="10" presetClass="entr" presetSubtype="0" fill="hold" grpId="0" nodeType="afterEffect">
                                  <p:stCondLst>
                                    <p:cond delay="150"/>
                                  </p:stCondLst>
                                  <p:childTnLst>
                                    <p:set>
                                      <p:cBhvr>
                                        <p:cTn id="12" dur="1" fill="hold">
                                          <p:stCondLst>
                                            <p:cond delay="0"/>
                                          </p:stCondLst>
                                        </p:cTn>
                                        <p:tgtEl>
                                          <p:spTgt spid="603"/>
                                        </p:tgtEl>
                                        <p:attrNameLst>
                                          <p:attrName>style.visibility</p:attrName>
                                        </p:attrNameLst>
                                      </p:cBhvr>
                                      <p:to>
                                        <p:strVal val="visible"/>
                                      </p:to>
                                    </p:set>
                                    <p:animEffect transition="in" filter="fade">
                                      <p:cBhvr>
                                        <p:cTn id="13" dur="400"/>
                                        <p:tgtEl>
                                          <p:spTgt spid="603"/>
                                        </p:tgtEl>
                                      </p:cBhvr>
                                    </p:animEffect>
                                  </p:childTnLst>
                                </p:cTn>
                              </p:par>
                              <p:par>
                                <p:cTn id="14" presetID="10" presetClass="entr" presetSubtype="0" fill="hold" grpId="0" nodeType="afterEffect">
                                  <p:stCondLst>
                                    <p:cond delay="150"/>
                                  </p:stCondLst>
                                  <p:childTnLst>
                                    <p:set>
                                      <p:cBhvr>
                                        <p:cTn id="15" dur="1" fill="hold">
                                          <p:stCondLst>
                                            <p:cond delay="0"/>
                                          </p:stCondLst>
                                        </p:cTn>
                                        <p:tgtEl>
                                          <p:spTgt spid="604"/>
                                        </p:tgtEl>
                                        <p:attrNameLst>
                                          <p:attrName>style.visibility</p:attrName>
                                        </p:attrNameLst>
                                      </p:cBhvr>
                                      <p:to>
                                        <p:strVal val="visible"/>
                                      </p:to>
                                    </p:set>
                                    <p:animEffect transition="in" filter="fade">
                                      <p:cBhvr>
                                        <p:cTn id="16" dur="400"/>
                                        <p:tgtEl>
                                          <p:spTgt spid="604"/>
                                        </p:tgtEl>
                                      </p:cBhvr>
                                    </p:animEffect>
                                  </p:childTnLst>
                                </p:cTn>
                              </p:par>
                              <p:par>
                                <p:cTn id="17" presetID="10" presetClass="entr" presetSubtype="0" fill="hold" grpId="0" nodeType="afterEffect">
                                  <p:stCondLst>
                                    <p:cond delay="150"/>
                                  </p:stCondLst>
                                  <p:childTnLst>
                                    <p:set>
                                      <p:cBhvr>
                                        <p:cTn id="18" dur="1" fill="hold">
                                          <p:stCondLst>
                                            <p:cond delay="0"/>
                                          </p:stCondLst>
                                        </p:cTn>
                                        <p:tgtEl>
                                          <p:spTgt spid="605"/>
                                        </p:tgtEl>
                                        <p:attrNameLst>
                                          <p:attrName>style.visibility</p:attrName>
                                        </p:attrNameLst>
                                      </p:cBhvr>
                                      <p:to>
                                        <p:strVal val="visible"/>
                                      </p:to>
                                    </p:set>
                                    <p:animEffect transition="in" filter="fade">
                                      <p:cBhvr>
                                        <p:cTn id="19" dur="400"/>
                                        <p:tgtEl>
                                          <p:spTgt spid="605"/>
                                        </p:tgtEl>
                                      </p:cBhvr>
                                    </p:animEffect>
                                  </p:childTnLst>
                                </p:cTn>
                              </p:par>
                              <p:par>
                                <p:cTn id="20" presetID="10" presetClass="entr" presetSubtype="0" fill="hold" grpId="0" nodeType="afterEffect">
                                  <p:stCondLst>
                                    <p:cond delay="150"/>
                                  </p:stCondLst>
                                  <p:childTnLst>
                                    <p:set>
                                      <p:cBhvr>
                                        <p:cTn id="21" dur="1" fill="hold">
                                          <p:stCondLst>
                                            <p:cond delay="0"/>
                                          </p:stCondLst>
                                        </p:cTn>
                                        <p:tgtEl>
                                          <p:spTgt spid="606"/>
                                        </p:tgtEl>
                                        <p:attrNameLst>
                                          <p:attrName>style.visibility</p:attrName>
                                        </p:attrNameLst>
                                      </p:cBhvr>
                                      <p:to>
                                        <p:strVal val="visible"/>
                                      </p:to>
                                    </p:set>
                                    <p:animEffect transition="in" filter="fade">
                                      <p:cBhvr>
                                        <p:cTn id="22" dur="400"/>
                                        <p:tgtEl>
                                          <p:spTgt spid="60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07"/>
                                        </p:tgtEl>
                                        <p:attrNameLst>
                                          <p:attrName>style.visibility</p:attrName>
                                        </p:attrNameLst>
                                      </p:cBhvr>
                                      <p:to>
                                        <p:strVal val="visible"/>
                                      </p:to>
                                    </p:set>
                                    <p:animEffect transition="in" filter="fade">
                                      <p:cBhvr>
                                        <p:cTn id="27" dur="400"/>
                                        <p:tgtEl>
                                          <p:spTgt spid="607"/>
                                        </p:tgtEl>
                                      </p:cBhvr>
                                    </p:animEffect>
                                  </p:childTnLst>
                                </p:cTn>
                              </p:par>
                              <p:par>
                                <p:cTn id="28" presetID="10" presetClass="entr" presetSubtype="0" fill="hold" grpId="0" nodeType="afterEffect">
                                  <p:stCondLst>
                                    <p:cond delay="150"/>
                                  </p:stCondLst>
                                  <p:childTnLst>
                                    <p:set>
                                      <p:cBhvr>
                                        <p:cTn id="29" dur="1" fill="hold">
                                          <p:stCondLst>
                                            <p:cond delay="0"/>
                                          </p:stCondLst>
                                        </p:cTn>
                                        <p:tgtEl>
                                          <p:spTgt spid="608"/>
                                        </p:tgtEl>
                                        <p:attrNameLst>
                                          <p:attrName>style.visibility</p:attrName>
                                        </p:attrNameLst>
                                      </p:cBhvr>
                                      <p:to>
                                        <p:strVal val="visible"/>
                                      </p:to>
                                    </p:set>
                                    <p:animEffect transition="in" filter="fade">
                                      <p:cBhvr>
                                        <p:cTn id="30" dur="400"/>
                                        <p:tgtEl>
                                          <p:spTgt spid="608"/>
                                        </p:tgtEl>
                                      </p:cBhvr>
                                    </p:animEffect>
                                  </p:childTnLst>
                                </p:cTn>
                              </p:par>
                              <p:par>
                                <p:cTn id="31" presetID="10" presetClass="entr" presetSubtype="0" fill="hold" grpId="0" nodeType="afterEffect">
                                  <p:stCondLst>
                                    <p:cond delay="150"/>
                                  </p:stCondLst>
                                  <p:childTnLst>
                                    <p:set>
                                      <p:cBhvr>
                                        <p:cTn id="32" dur="1" fill="hold">
                                          <p:stCondLst>
                                            <p:cond delay="0"/>
                                          </p:stCondLst>
                                        </p:cTn>
                                        <p:tgtEl>
                                          <p:spTgt spid="609"/>
                                        </p:tgtEl>
                                        <p:attrNameLst>
                                          <p:attrName>style.visibility</p:attrName>
                                        </p:attrNameLst>
                                      </p:cBhvr>
                                      <p:to>
                                        <p:strVal val="visible"/>
                                      </p:to>
                                    </p:set>
                                    <p:animEffect transition="in" filter="fade">
                                      <p:cBhvr>
                                        <p:cTn id="33" dur="400"/>
                                        <p:tgtEl>
                                          <p:spTgt spid="609"/>
                                        </p:tgtEl>
                                      </p:cBhvr>
                                    </p:animEffect>
                                  </p:childTnLst>
                                </p:cTn>
                              </p:par>
                              <p:par>
                                <p:cTn id="34" presetID="10" presetClass="entr" presetSubtype="0" fill="hold" grpId="0" nodeType="afterEffect">
                                  <p:stCondLst>
                                    <p:cond delay="150"/>
                                  </p:stCondLst>
                                  <p:childTnLst>
                                    <p:set>
                                      <p:cBhvr>
                                        <p:cTn id="35" dur="1" fill="hold">
                                          <p:stCondLst>
                                            <p:cond delay="0"/>
                                          </p:stCondLst>
                                        </p:cTn>
                                        <p:tgtEl>
                                          <p:spTgt spid="610"/>
                                        </p:tgtEl>
                                        <p:attrNameLst>
                                          <p:attrName>style.visibility</p:attrName>
                                        </p:attrNameLst>
                                      </p:cBhvr>
                                      <p:to>
                                        <p:strVal val="visible"/>
                                      </p:to>
                                    </p:set>
                                    <p:animEffect transition="in" filter="fade">
                                      <p:cBhvr>
                                        <p:cTn id="36" dur="400"/>
                                        <p:tgtEl>
                                          <p:spTgt spid="6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11"/>
                                        </p:tgtEl>
                                        <p:attrNameLst>
                                          <p:attrName>style.visibility</p:attrName>
                                        </p:attrNameLst>
                                      </p:cBhvr>
                                      <p:to>
                                        <p:strVal val="visible"/>
                                      </p:to>
                                    </p:set>
                                    <p:animEffect transition="in" filter="fade">
                                      <p:cBhvr>
                                        <p:cTn id="41" dur="400"/>
                                        <p:tgtEl>
                                          <p:spTgt spid="611"/>
                                        </p:tgtEl>
                                      </p:cBhvr>
                                    </p:animEffect>
                                  </p:childTnLst>
                                </p:cTn>
                              </p:par>
                              <p:par>
                                <p:cTn id="42" presetID="10" presetClass="entr" presetSubtype="0" fill="hold" grpId="0" nodeType="afterEffect">
                                  <p:stCondLst>
                                    <p:cond delay="150"/>
                                  </p:stCondLst>
                                  <p:childTnLst>
                                    <p:set>
                                      <p:cBhvr>
                                        <p:cTn id="43" dur="1" fill="hold">
                                          <p:stCondLst>
                                            <p:cond delay="0"/>
                                          </p:stCondLst>
                                        </p:cTn>
                                        <p:tgtEl>
                                          <p:spTgt spid="612"/>
                                        </p:tgtEl>
                                        <p:attrNameLst>
                                          <p:attrName>style.visibility</p:attrName>
                                        </p:attrNameLst>
                                      </p:cBhvr>
                                      <p:to>
                                        <p:strVal val="visible"/>
                                      </p:to>
                                    </p:set>
                                    <p:animEffect transition="in" filter="fade">
                                      <p:cBhvr>
                                        <p:cTn id="44" dur="400"/>
                                        <p:tgtEl>
                                          <p:spTgt spid="612"/>
                                        </p:tgtEl>
                                      </p:cBhvr>
                                    </p:animEffect>
                                  </p:childTnLst>
                                </p:cTn>
                              </p:par>
                              <p:par>
                                <p:cTn id="45" presetID="10" presetClass="entr" presetSubtype="0" fill="hold" grpId="0" nodeType="afterEffect">
                                  <p:stCondLst>
                                    <p:cond delay="150"/>
                                  </p:stCondLst>
                                  <p:childTnLst>
                                    <p:set>
                                      <p:cBhvr>
                                        <p:cTn id="46" dur="1" fill="hold">
                                          <p:stCondLst>
                                            <p:cond delay="0"/>
                                          </p:stCondLst>
                                        </p:cTn>
                                        <p:tgtEl>
                                          <p:spTgt spid="613"/>
                                        </p:tgtEl>
                                        <p:attrNameLst>
                                          <p:attrName>style.visibility</p:attrName>
                                        </p:attrNameLst>
                                      </p:cBhvr>
                                      <p:to>
                                        <p:strVal val="visible"/>
                                      </p:to>
                                    </p:set>
                                    <p:animEffect transition="in" filter="fade">
                                      <p:cBhvr>
                                        <p:cTn id="47" dur="400"/>
                                        <p:tgtEl>
                                          <p:spTgt spid="61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614"/>
                                        </p:tgtEl>
                                        <p:attrNameLst>
                                          <p:attrName>style.visibility</p:attrName>
                                        </p:attrNameLst>
                                      </p:cBhvr>
                                      <p:to>
                                        <p:strVal val="visible"/>
                                      </p:to>
                                    </p:set>
                                    <p:animEffect transition="in" filter="fade">
                                      <p:cBhvr>
                                        <p:cTn id="52" dur="400"/>
                                        <p:tgtEl>
                                          <p:spTgt spid="614"/>
                                        </p:tgtEl>
                                      </p:cBhvr>
                                    </p:animEffect>
                                  </p:childTnLst>
                                </p:cTn>
                              </p:par>
                              <p:par>
                                <p:cTn id="53" presetID="10" presetClass="entr" presetSubtype="0" fill="hold" grpId="0" nodeType="afterEffect">
                                  <p:stCondLst>
                                    <p:cond delay="150"/>
                                  </p:stCondLst>
                                  <p:childTnLst>
                                    <p:set>
                                      <p:cBhvr>
                                        <p:cTn id="54" dur="1" fill="hold">
                                          <p:stCondLst>
                                            <p:cond delay="0"/>
                                          </p:stCondLst>
                                        </p:cTn>
                                        <p:tgtEl>
                                          <p:spTgt spid="615"/>
                                        </p:tgtEl>
                                        <p:attrNameLst>
                                          <p:attrName>style.visibility</p:attrName>
                                        </p:attrNameLst>
                                      </p:cBhvr>
                                      <p:to>
                                        <p:strVal val="visible"/>
                                      </p:to>
                                    </p:set>
                                    <p:animEffect transition="in" filter="fade">
                                      <p:cBhvr>
                                        <p:cTn id="55" dur="400"/>
                                        <p:tgtEl>
                                          <p:spTgt spid="615"/>
                                        </p:tgtEl>
                                      </p:cBhvr>
                                    </p:animEffect>
                                  </p:childTnLst>
                                </p:cTn>
                              </p:par>
                              <p:par>
                                <p:cTn id="56" presetID="10" presetClass="entr" presetSubtype="0" fill="hold" grpId="0" nodeType="afterEffect">
                                  <p:stCondLst>
                                    <p:cond delay="150"/>
                                  </p:stCondLst>
                                  <p:childTnLst>
                                    <p:set>
                                      <p:cBhvr>
                                        <p:cTn id="57" dur="1" fill="hold">
                                          <p:stCondLst>
                                            <p:cond delay="0"/>
                                          </p:stCondLst>
                                        </p:cTn>
                                        <p:tgtEl>
                                          <p:spTgt spid="616"/>
                                        </p:tgtEl>
                                        <p:attrNameLst>
                                          <p:attrName>style.visibility</p:attrName>
                                        </p:attrNameLst>
                                      </p:cBhvr>
                                      <p:to>
                                        <p:strVal val="visible"/>
                                      </p:to>
                                    </p:set>
                                    <p:animEffect transition="in" filter="fade">
                                      <p:cBhvr>
                                        <p:cTn id="58" dur="400"/>
                                        <p:tgtEl>
                                          <p:spTgt spid="616"/>
                                        </p:tgtEl>
                                      </p:cBhvr>
                                    </p:animEffect>
                                  </p:childTnLst>
                                </p:cTn>
                              </p:par>
                              <p:par>
                                <p:cTn id="59" presetID="10" presetClass="entr" presetSubtype="0" fill="hold" grpId="0" nodeType="afterEffect">
                                  <p:stCondLst>
                                    <p:cond delay="150"/>
                                  </p:stCondLst>
                                  <p:childTnLst>
                                    <p:set>
                                      <p:cBhvr>
                                        <p:cTn id="60" dur="1" fill="hold">
                                          <p:stCondLst>
                                            <p:cond delay="0"/>
                                          </p:stCondLst>
                                        </p:cTn>
                                        <p:tgtEl>
                                          <p:spTgt spid="617"/>
                                        </p:tgtEl>
                                        <p:attrNameLst>
                                          <p:attrName>style.visibility</p:attrName>
                                        </p:attrNameLst>
                                      </p:cBhvr>
                                      <p:to>
                                        <p:strVal val="visible"/>
                                      </p:to>
                                    </p:set>
                                    <p:animEffect transition="in" filter="fade">
                                      <p:cBhvr>
                                        <p:cTn id="61" dur="400"/>
                                        <p:tgtEl>
                                          <p:spTgt spid="617"/>
                                        </p:tgtEl>
                                      </p:cBhvr>
                                    </p:animEffect>
                                  </p:childTnLst>
                                </p:cTn>
                              </p:par>
                              <p:par>
                                <p:cTn id="62" presetID="10" presetClass="entr" presetSubtype="0" fill="hold" grpId="0" nodeType="afterEffect">
                                  <p:stCondLst>
                                    <p:cond delay="150"/>
                                  </p:stCondLst>
                                  <p:childTnLst>
                                    <p:set>
                                      <p:cBhvr>
                                        <p:cTn id="63" dur="1" fill="hold">
                                          <p:stCondLst>
                                            <p:cond delay="0"/>
                                          </p:stCondLst>
                                        </p:cTn>
                                        <p:tgtEl>
                                          <p:spTgt spid="618"/>
                                        </p:tgtEl>
                                        <p:attrNameLst>
                                          <p:attrName>style.visibility</p:attrName>
                                        </p:attrNameLst>
                                      </p:cBhvr>
                                      <p:to>
                                        <p:strVal val="visible"/>
                                      </p:to>
                                    </p:set>
                                    <p:animEffect transition="in" filter="fade">
                                      <p:cBhvr>
                                        <p:cTn id="64" dur="400"/>
                                        <p:tgtEl>
                                          <p:spTgt spid="618"/>
                                        </p:tgtEl>
                                      </p:cBhvr>
                                    </p:animEffect>
                                  </p:childTnLst>
                                </p:cTn>
                              </p:par>
                              <p:par>
                                <p:cTn id="65" presetID="10" presetClass="entr" presetSubtype="0" fill="hold" grpId="0" nodeType="afterEffect">
                                  <p:stCondLst>
                                    <p:cond delay="150"/>
                                  </p:stCondLst>
                                  <p:childTnLst>
                                    <p:set>
                                      <p:cBhvr>
                                        <p:cTn id="66" dur="1" fill="hold">
                                          <p:stCondLst>
                                            <p:cond delay="0"/>
                                          </p:stCondLst>
                                        </p:cTn>
                                        <p:tgtEl>
                                          <p:spTgt spid="619"/>
                                        </p:tgtEl>
                                        <p:attrNameLst>
                                          <p:attrName>style.visibility</p:attrName>
                                        </p:attrNameLst>
                                      </p:cBhvr>
                                      <p:to>
                                        <p:strVal val="visible"/>
                                      </p:to>
                                    </p:set>
                                    <p:animEffect transition="in" filter="fade">
                                      <p:cBhvr>
                                        <p:cTn id="67" dur="400"/>
                                        <p:tgtEl>
                                          <p:spTgt spid="619"/>
                                        </p:tgtEl>
                                      </p:cBhvr>
                                    </p:animEffect>
                                  </p:childTnLst>
                                </p:cTn>
                              </p:par>
                              <p:par>
                                <p:cTn id="68" presetID="10" presetClass="entr" presetSubtype="0" fill="hold" grpId="0" nodeType="afterEffect">
                                  <p:stCondLst>
                                    <p:cond delay="150"/>
                                  </p:stCondLst>
                                  <p:childTnLst>
                                    <p:set>
                                      <p:cBhvr>
                                        <p:cTn id="69" dur="1" fill="hold">
                                          <p:stCondLst>
                                            <p:cond delay="0"/>
                                          </p:stCondLst>
                                        </p:cTn>
                                        <p:tgtEl>
                                          <p:spTgt spid="620"/>
                                        </p:tgtEl>
                                        <p:attrNameLst>
                                          <p:attrName>style.visibility</p:attrName>
                                        </p:attrNameLst>
                                      </p:cBhvr>
                                      <p:to>
                                        <p:strVal val="visible"/>
                                      </p:to>
                                    </p:set>
                                    <p:animEffect transition="in" filter="fade">
                                      <p:cBhvr>
                                        <p:cTn id="70" dur="400"/>
                                        <p:tgtEl>
                                          <p:spTgt spid="620"/>
                                        </p:tgtEl>
                                      </p:cBhvr>
                                    </p:animEffect>
                                  </p:childTnLst>
                                </p:cTn>
                              </p:par>
                              <p:par>
                                <p:cTn id="71" presetID="10" presetClass="entr" presetSubtype="0" fill="hold" grpId="0" nodeType="afterEffect">
                                  <p:stCondLst>
                                    <p:cond delay="150"/>
                                  </p:stCondLst>
                                  <p:childTnLst>
                                    <p:set>
                                      <p:cBhvr>
                                        <p:cTn id="72" dur="1" fill="hold">
                                          <p:stCondLst>
                                            <p:cond delay="0"/>
                                          </p:stCondLst>
                                        </p:cTn>
                                        <p:tgtEl>
                                          <p:spTgt spid="621"/>
                                        </p:tgtEl>
                                        <p:attrNameLst>
                                          <p:attrName>style.visibility</p:attrName>
                                        </p:attrNameLst>
                                      </p:cBhvr>
                                      <p:to>
                                        <p:strVal val="visible"/>
                                      </p:to>
                                    </p:set>
                                    <p:animEffect transition="in" filter="fade">
                                      <p:cBhvr>
                                        <p:cTn id="73" dur="400"/>
                                        <p:tgtEl>
                                          <p:spTgt spid="6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1" grpId="0" animBg="1"/>
      <p:bldP spid="602" grpId="0" animBg="1"/>
      <p:bldP spid="603" grpId="0" animBg="1"/>
      <p:bldP spid="604" grpId="0" animBg="1"/>
      <p:bldP spid="605" grpId="0" animBg="1"/>
      <p:bldP spid="606" grpId="0" animBg="1"/>
      <p:bldP spid="607" grpId="0" animBg="1"/>
      <p:bldP spid="608" grpId="0" animBg="1"/>
      <p:bldP spid="609" grpId="0" animBg="1"/>
      <p:bldP spid="610" grpId="0" animBg="1"/>
      <p:bldP spid="611" grpId="0" animBg="1"/>
      <p:bldP spid="612" grpId="0" animBg="1"/>
      <p:bldP spid="613" grpId="0" animBg="1"/>
      <p:bldP spid="614" grpId="0" animBg="1"/>
      <p:bldP spid="615" grpId="0" animBg="1"/>
      <p:bldP spid="616" grpId="0" animBg="1"/>
      <p:bldP spid="617" grpId="0" animBg="1"/>
      <p:bldP spid="618" grpId="0" animBg="1"/>
      <p:bldP spid="619" grpId="0" animBg="1"/>
      <p:bldP spid="620" grpId="0" animBg="1"/>
      <p:bldP spid="6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2400000" y="480000"/>
            <a:ext cx="9400000" cy="900000"/>
          </a:xfrm>
        </p:spPr>
        <p:txBody>
          <a:bodyPr wrap="square">
            <a:normAutofit/>
          </a:bodyPr>
          <a:lstStyle/>
          <a:p>
            <a:r>
              <a:rPr lang="de-DE" sz="2800" b="1"/>
              <a:t>Die Kette angewendet: RQ-003 am Prüfling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15</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500" name="Kettenlinie"/>
          <p:cNvSpPr/>
          <p:nvPr/>
        </p:nvSpPr>
        <p:spPr>
          <a:xfrm>
            <a:off x="600000" y="1700000"/>
            <a:ext cx="10900000" cy="19050"/>
          </a:xfrm>
          <a:prstGeom prst="roundRect">
            <a:avLst>
              <a:gd name="adj" fmla="val 0"/>
            </a:avLst>
          </a:prstGeom>
          <a:solidFill>
            <a:srgbClr val="D9D9D9"/>
          </a:solidFill>
          <a:ln>
            <a:noFill/>
          </a:ln>
        </p:spPr>
        <p:txBody>
          <a:bodyPr/>
          <a:lstStyle/>
          <a:p>
            <a:endParaRPr lang="de-DE"/>
          </a:p>
        </p:txBody>
      </p:sp>
      <p:sp>
        <p:nvSpPr>
          <p:cNvPr id="510" name="Knoten 1"/>
          <p:cNvSpPr/>
          <p:nvPr/>
        </p:nvSpPr>
        <p:spPr>
          <a:xfrm>
            <a:off x="530000" y="1630000"/>
            <a:ext cx="140000" cy="140000"/>
          </a:xfrm>
          <a:prstGeom prst="ellipse">
            <a:avLst/>
          </a:prstGeom>
          <a:solidFill>
            <a:srgbClr val="C9CDD2"/>
          </a:solidFill>
          <a:ln>
            <a:noFill/>
          </a:ln>
        </p:spPr>
        <p:txBody>
          <a:bodyPr/>
          <a:lstStyle/>
          <a:p>
            <a:endParaRPr lang="de-DE"/>
          </a:p>
        </p:txBody>
      </p:sp>
      <p:sp>
        <p:nvSpPr>
          <p:cNvPr id="530" name="Knotenlabel 1"/>
          <p:cNvSpPr txBox="1"/>
          <p:nvPr/>
        </p:nvSpPr>
        <p:spPr>
          <a:xfrm>
            <a:off x="-150000" y="1280000"/>
            <a:ext cx="1500000" cy="260000"/>
          </a:xfrm>
          <a:prstGeom prst="rect">
            <a:avLst/>
          </a:prstGeom>
          <a:noFill/>
        </p:spPr>
        <p:txBody>
          <a:bodyPr wrap="square" lIns="0" tIns="0" rIns="0" bIns="0" anchor="ctr">
            <a:noAutofit/>
          </a:bodyPr>
          <a:lstStyle/>
          <a:p>
            <a:pPr algn="ctr"/>
            <a:r>
              <a:rPr lang="de-DE" sz="900" b="0">
                <a:solidFill>
                  <a:srgbClr val="9AA1A9"/>
                </a:solidFill>
              </a:rPr>
              <a:t>Requirement</a:t>
            </a:r>
          </a:p>
        </p:txBody>
      </p:sp>
      <p:sp>
        <p:nvSpPr>
          <p:cNvPr id="511" name="Knoten 2"/>
          <p:cNvSpPr/>
          <p:nvPr/>
        </p:nvSpPr>
        <p:spPr>
          <a:xfrm>
            <a:off x="1892500" y="1630000"/>
            <a:ext cx="140000" cy="140000"/>
          </a:xfrm>
          <a:prstGeom prst="ellipse">
            <a:avLst/>
          </a:prstGeom>
          <a:solidFill>
            <a:srgbClr val="C9CDD2"/>
          </a:solidFill>
          <a:ln>
            <a:noFill/>
          </a:ln>
        </p:spPr>
        <p:txBody>
          <a:bodyPr/>
          <a:lstStyle/>
          <a:p>
            <a:endParaRPr lang="de-DE"/>
          </a:p>
        </p:txBody>
      </p:sp>
      <p:sp>
        <p:nvSpPr>
          <p:cNvPr id="531" name="Knotenlabel 2"/>
          <p:cNvSpPr txBox="1"/>
          <p:nvPr/>
        </p:nvSpPr>
        <p:spPr>
          <a:xfrm>
            <a:off x="1212500" y="1280000"/>
            <a:ext cx="1500000" cy="260000"/>
          </a:xfrm>
          <a:prstGeom prst="rect">
            <a:avLst/>
          </a:prstGeom>
          <a:noFill/>
        </p:spPr>
        <p:txBody>
          <a:bodyPr wrap="square" lIns="0" tIns="0" rIns="0" bIns="0" anchor="ctr">
            <a:noAutofit/>
          </a:bodyPr>
          <a:lstStyle/>
          <a:p>
            <a:pPr algn="ctr"/>
            <a:r>
              <a:rPr lang="de-DE" sz="900" b="0">
                <a:solidFill>
                  <a:srgbClr val="9AA1A9"/>
                </a:solidFill>
              </a:rPr>
              <a:t>Asset</a:t>
            </a:r>
          </a:p>
        </p:txBody>
      </p:sp>
      <p:sp>
        <p:nvSpPr>
          <p:cNvPr id="512" name="Knoten 3"/>
          <p:cNvSpPr/>
          <p:nvPr/>
        </p:nvSpPr>
        <p:spPr>
          <a:xfrm>
            <a:off x="3255000" y="1630000"/>
            <a:ext cx="140000" cy="140000"/>
          </a:xfrm>
          <a:prstGeom prst="ellipse">
            <a:avLst/>
          </a:prstGeom>
          <a:solidFill>
            <a:srgbClr val="C9CDD2"/>
          </a:solidFill>
          <a:ln>
            <a:noFill/>
          </a:ln>
        </p:spPr>
        <p:txBody>
          <a:bodyPr/>
          <a:lstStyle/>
          <a:p>
            <a:endParaRPr lang="de-DE"/>
          </a:p>
        </p:txBody>
      </p:sp>
      <p:sp>
        <p:nvSpPr>
          <p:cNvPr id="532" name="Knotenlabel 3"/>
          <p:cNvSpPr txBox="1"/>
          <p:nvPr/>
        </p:nvSpPr>
        <p:spPr>
          <a:xfrm>
            <a:off x="2575000" y="1280000"/>
            <a:ext cx="1500000" cy="260000"/>
          </a:xfrm>
          <a:prstGeom prst="rect">
            <a:avLst/>
          </a:prstGeom>
          <a:noFill/>
        </p:spPr>
        <p:txBody>
          <a:bodyPr wrap="square" lIns="0" tIns="0" rIns="0" bIns="0" anchor="ctr">
            <a:noAutofit/>
          </a:bodyPr>
          <a:lstStyle/>
          <a:p>
            <a:pPr algn="ctr"/>
            <a:r>
              <a:rPr lang="de-DE" sz="900" b="0">
                <a:solidFill>
                  <a:srgbClr val="9AA1A9"/>
                </a:solidFill>
              </a:rPr>
              <a:t>Threat</a:t>
            </a:r>
          </a:p>
        </p:txBody>
      </p:sp>
      <p:sp>
        <p:nvSpPr>
          <p:cNvPr id="513" name="Knoten 4"/>
          <p:cNvSpPr/>
          <p:nvPr/>
        </p:nvSpPr>
        <p:spPr>
          <a:xfrm>
            <a:off x="4617500" y="1630000"/>
            <a:ext cx="140000" cy="140000"/>
          </a:xfrm>
          <a:prstGeom prst="ellipse">
            <a:avLst/>
          </a:prstGeom>
          <a:solidFill>
            <a:srgbClr val="C9CDD2"/>
          </a:solidFill>
          <a:ln>
            <a:noFill/>
          </a:ln>
        </p:spPr>
        <p:txBody>
          <a:bodyPr/>
          <a:lstStyle/>
          <a:p>
            <a:endParaRPr lang="de-DE"/>
          </a:p>
        </p:txBody>
      </p:sp>
      <p:sp>
        <p:nvSpPr>
          <p:cNvPr id="533" name="Knotenlabel 4"/>
          <p:cNvSpPr txBox="1"/>
          <p:nvPr/>
        </p:nvSpPr>
        <p:spPr>
          <a:xfrm>
            <a:off x="3937500" y="1280000"/>
            <a:ext cx="1500000" cy="260000"/>
          </a:xfrm>
          <a:prstGeom prst="rect">
            <a:avLst/>
          </a:prstGeom>
          <a:noFill/>
        </p:spPr>
        <p:txBody>
          <a:bodyPr wrap="square" lIns="0" tIns="0" rIns="0" bIns="0" anchor="ctr">
            <a:noAutofit/>
          </a:bodyPr>
          <a:lstStyle/>
          <a:p>
            <a:pPr algn="ctr"/>
            <a:r>
              <a:rPr lang="de-DE" sz="900" b="0">
                <a:solidFill>
                  <a:srgbClr val="9AA1A9"/>
                </a:solidFill>
              </a:rPr>
              <a:t>Security Function</a:t>
            </a:r>
          </a:p>
        </p:txBody>
      </p:sp>
      <p:sp>
        <p:nvSpPr>
          <p:cNvPr id="514" name="Knoten 5"/>
          <p:cNvSpPr/>
          <p:nvPr/>
        </p:nvSpPr>
        <p:spPr>
          <a:xfrm>
            <a:off x="5980000" y="1630000"/>
            <a:ext cx="140000" cy="140000"/>
          </a:xfrm>
          <a:prstGeom prst="ellipse">
            <a:avLst/>
          </a:prstGeom>
          <a:solidFill>
            <a:srgbClr val="C9CDD2"/>
          </a:solidFill>
          <a:ln>
            <a:noFill/>
          </a:ln>
        </p:spPr>
        <p:txBody>
          <a:bodyPr/>
          <a:lstStyle/>
          <a:p>
            <a:endParaRPr lang="de-DE"/>
          </a:p>
        </p:txBody>
      </p:sp>
      <p:sp>
        <p:nvSpPr>
          <p:cNvPr id="534" name="Knotenlabel 5"/>
          <p:cNvSpPr txBox="1"/>
          <p:nvPr/>
        </p:nvSpPr>
        <p:spPr>
          <a:xfrm>
            <a:off x="5300000" y="1280000"/>
            <a:ext cx="1500000" cy="260000"/>
          </a:xfrm>
          <a:prstGeom prst="rect">
            <a:avLst/>
          </a:prstGeom>
          <a:noFill/>
        </p:spPr>
        <p:txBody>
          <a:bodyPr wrap="square" lIns="0" tIns="0" rIns="0" bIns="0" anchor="ctr">
            <a:noAutofit/>
          </a:bodyPr>
          <a:lstStyle/>
          <a:p>
            <a:pPr algn="ctr"/>
            <a:r>
              <a:rPr lang="de-DE" sz="900" b="0">
                <a:solidFill>
                  <a:srgbClr val="9AA1A9"/>
                </a:solidFill>
              </a:rPr>
              <a:t>Test Objective</a:t>
            </a:r>
          </a:p>
        </p:txBody>
      </p:sp>
      <p:sp>
        <p:nvSpPr>
          <p:cNvPr id="515" name="Knoten 6"/>
          <p:cNvSpPr/>
          <p:nvPr/>
        </p:nvSpPr>
        <p:spPr>
          <a:xfrm>
            <a:off x="7342500" y="1630000"/>
            <a:ext cx="140000" cy="140000"/>
          </a:xfrm>
          <a:prstGeom prst="ellipse">
            <a:avLst/>
          </a:prstGeom>
          <a:solidFill>
            <a:srgbClr val="C9CDD2"/>
          </a:solidFill>
          <a:ln>
            <a:noFill/>
          </a:ln>
        </p:spPr>
        <p:txBody>
          <a:bodyPr/>
          <a:lstStyle/>
          <a:p>
            <a:endParaRPr lang="de-DE"/>
          </a:p>
        </p:txBody>
      </p:sp>
      <p:sp>
        <p:nvSpPr>
          <p:cNvPr id="535" name="Knotenlabel 6"/>
          <p:cNvSpPr txBox="1"/>
          <p:nvPr/>
        </p:nvSpPr>
        <p:spPr>
          <a:xfrm>
            <a:off x="6662500" y="1280000"/>
            <a:ext cx="1500000" cy="260000"/>
          </a:xfrm>
          <a:prstGeom prst="rect">
            <a:avLst/>
          </a:prstGeom>
          <a:noFill/>
        </p:spPr>
        <p:txBody>
          <a:bodyPr wrap="square" lIns="0" tIns="0" rIns="0" bIns="0" anchor="ctr">
            <a:noAutofit/>
          </a:bodyPr>
          <a:lstStyle/>
          <a:p>
            <a:pPr algn="ctr"/>
            <a:r>
              <a:rPr lang="de-DE" sz="900" b="0">
                <a:solidFill>
                  <a:srgbClr val="9AA1A9"/>
                </a:solidFill>
              </a:rPr>
              <a:t>Test Technique</a:t>
            </a:r>
          </a:p>
        </p:txBody>
      </p:sp>
      <p:sp>
        <p:nvSpPr>
          <p:cNvPr id="516" name="Knoten 7"/>
          <p:cNvSpPr/>
          <p:nvPr/>
        </p:nvSpPr>
        <p:spPr>
          <a:xfrm>
            <a:off x="8705000" y="1630000"/>
            <a:ext cx="140000" cy="140000"/>
          </a:xfrm>
          <a:prstGeom prst="ellipse">
            <a:avLst/>
          </a:prstGeom>
          <a:solidFill>
            <a:srgbClr val="C9CDD2"/>
          </a:solidFill>
          <a:ln>
            <a:noFill/>
          </a:ln>
        </p:spPr>
        <p:txBody>
          <a:bodyPr/>
          <a:lstStyle/>
          <a:p>
            <a:endParaRPr lang="de-DE"/>
          </a:p>
        </p:txBody>
      </p:sp>
      <p:sp>
        <p:nvSpPr>
          <p:cNvPr id="536" name="Knotenlabel 7"/>
          <p:cNvSpPr txBox="1"/>
          <p:nvPr/>
        </p:nvSpPr>
        <p:spPr>
          <a:xfrm>
            <a:off x="8025000" y="1280000"/>
            <a:ext cx="1500000" cy="260000"/>
          </a:xfrm>
          <a:prstGeom prst="rect">
            <a:avLst/>
          </a:prstGeom>
          <a:noFill/>
        </p:spPr>
        <p:txBody>
          <a:bodyPr wrap="square" lIns="0" tIns="0" rIns="0" bIns="0" anchor="ctr">
            <a:noAutofit/>
          </a:bodyPr>
          <a:lstStyle/>
          <a:p>
            <a:pPr algn="ctr"/>
            <a:r>
              <a:rPr lang="de-DE" sz="900" b="0">
                <a:solidFill>
                  <a:srgbClr val="9AA1A9"/>
                </a:solidFill>
              </a:rPr>
              <a:t>Access Prerequisite</a:t>
            </a:r>
          </a:p>
        </p:txBody>
      </p:sp>
      <p:sp>
        <p:nvSpPr>
          <p:cNvPr id="517" name="Knoten 8"/>
          <p:cNvSpPr/>
          <p:nvPr/>
        </p:nvSpPr>
        <p:spPr>
          <a:xfrm>
            <a:off x="10067500" y="1630000"/>
            <a:ext cx="140000" cy="140000"/>
          </a:xfrm>
          <a:prstGeom prst="ellipse">
            <a:avLst/>
          </a:prstGeom>
          <a:solidFill>
            <a:srgbClr val="C9CDD2"/>
          </a:solidFill>
          <a:ln>
            <a:noFill/>
          </a:ln>
        </p:spPr>
        <p:txBody>
          <a:bodyPr/>
          <a:lstStyle/>
          <a:p>
            <a:endParaRPr lang="de-DE"/>
          </a:p>
        </p:txBody>
      </p:sp>
      <p:sp>
        <p:nvSpPr>
          <p:cNvPr id="537" name="Knotenlabel 8"/>
          <p:cNvSpPr txBox="1"/>
          <p:nvPr/>
        </p:nvSpPr>
        <p:spPr>
          <a:xfrm>
            <a:off x="9387500" y="1280000"/>
            <a:ext cx="1500000" cy="260000"/>
          </a:xfrm>
          <a:prstGeom prst="rect">
            <a:avLst/>
          </a:prstGeom>
          <a:noFill/>
        </p:spPr>
        <p:txBody>
          <a:bodyPr wrap="square" lIns="0" tIns="0" rIns="0" bIns="0" anchor="ctr">
            <a:noAutofit/>
          </a:bodyPr>
          <a:lstStyle/>
          <a:p>
            <a:pPr algn="ctr"/>
            <a:r>
              <a:rPr lang="de-DE" sz="900" b="0">
                <a:solidFill>
                  <a:srgbClr val="9AA1A9"/>
                </a:solidFill>
              </a:rPr>
              <a:t>Evidence</a:t>
            </a:r>
          </a:p>
        </p:txBody>
      </p:sp>
      <p:sp>
        <p:nvSpPr>
          <p:cNvPr id="518" name="Knoten 9"/>
          <p:cNvSpPr/>
          <p:nvPr/>
        </p:nvSpPr>
        <p:spPr>
          <a:xfrm>
            <a:off x="11430000" y="1630000"/>
            <a:ext cx="140000" cy="140000"/>
          </a:xfrm>
          <a:prstGeom prst="ellipse">
            <a:avLst/>
          </a:prstGeom>
          <a:solidFill>
            <a:srgbClr val="C9CDD2"/>
          </a:solidFill>
          <a:ln>
            <a:noFill/>
          </a:ln>
        </p:spPr>
        <p:txBody>
          <a:bodyPr/>
          <a:lstStyle/>
          <a:p>
            <a:endParaRPr lang="de-DE"/>
          </a:p>
        </p:txBody>
      </p:sp>
      <p:sp>
        <p:nvSpPr>
          <p:cNvPr id="538" name="Knotenlabel 9"/>
          <p:cNvSpPr txBox="1"/>
          <p:nvPr/>
        </p:nvSpPr>
        <p:spPr>
          <a:xfrm>
            <a:off x="10750000" y="1280000"/>
            <a:ext cx="1500000" cy="260000"/>
          </a:xfrm>
          <a:prstGeom prst="rect">
            <a:avLst/>
          </a:prstGeom>
          <a:noFill/>
        </p:spPr>
        <p:txBody>
          <a:bodyPr wrap="square" lIns="0" tIns="0" rIns="0" bIns="0" anchor="ctr">
            <a:noAutofit/>
          </a:bodyPr>
          <a:lstStyle/>
          <a:p>
            <a:pPr algn="ctr"/>
            <a:r>
              <a:rPr lang="de-DE" sz="900" b="0">
                <a:solidFill>
                  <a:srgbClr val="9AA1A9"/>
                </a:solidFill>
              </a:rPr>
              <a:t>Result</a:t>
            </a:r>
          </a:p>
        </p:txBody>
      </p:sp>
      <p:sp>
        <p:nvSpPr>
          <p:cNvPr id="560" name="Feldlinie 1"/>
          <p:cNvSpPr/>
          <p:nvPr/>
        </p:nvSpPr>
        <p:spPr>
          <a:xfrm>
            <a:off x="600000" y="1780000"/>
            <a:ext cx="0" cy="570000"/>
          </a:xfrm>
          <a:prstGeom prst="line">
            <a:avLst/>
          </a:prstGeom>
          <a:ln w="9525">
            <a:solidFill>
              <a:srgbClr val="D9D9D9"/>
            </a:solidFill>
          </a:ln>
        </p:spPr>
        <p:txBody>
          <a:bodyPr/>
          <a:lstStyle/>
          <a:p>
            <a:endParaRPr lang="de-DE"/>
          </a:p>
        </p:txBody>
      </p:sp>
      <p:sp>
        <p:nvSpPr>
          <p:cNvPr id="600" name="Feld 1"/>
          <p:cNvSpPr/>
          <p:nvPr/>
        </p:nvSpPr>
        <p:spPr>
          <a:xfrm>
            <a:off x="110000" y="2350000"/>
            <a:ext cx="1800000" cy="700000"/>
          </a:xfrm>
          <a:prstGeom prst="roundRect">
            <a:avLst>
              <a:gd name="adj" fmla="val 10000"/>
            </a:avLst>
          </a:prstGeom>
          <a:solidFill>
            <a:srgbClr val="F2F2F2"/>
          </a:solidFill>
          <a:ln>
            <a:noFill/>
          </a:ln>
        </p:spPr>
        <p:txBody>
          <a:bodyPr/>
          <a:lstStyle/>
          <a:p>
            <a:endParaRPr lang="de-DE"/>
          </a:p>
        </p:txBody>
      </p:sp>
      <p:sp>
        <p:nvSpPr>
          <p:cNvPr id="620" name="Feldtext 1"/>
          <p:cNvSpPr txBox="1"/>
          <p:nvPr/>
        </p:nvSpPr>
        <p:spPr>
          <a:xfrm>
            <a:off x="170000" y="2350000"/>
            <a:ext cx="1680000" cy="700000"/>
          </a:xfrm>
          <a:prstGeom prst="rect">
            <a:avLst/>
          </a:prstGeom>
          <a:noFill/>
        </p:spPr>
        <p:txBody>
          <a:bodyPr wrap="square" lIns="0" tIns="0" rIns="0" bIns="0" anchor="ctr">
            <a:noAutofit/>
          </a:bodyPr>
          <a:lstStyle/>
          <a:p>
            <a:pPr algn="ctr"/>
            <a:r>
              <a:rPr lang="de-DE" sz="1400" b="0">
                <a:solidFill>
                  <a:srgbClr val="30343A"/>
                </a:solidFill>
              </a:rPr>
              <a:t>RQ-003 · Nachweis von Eingriffen</a:t>
            </a:r>
          </a:p>
        </p:txBody>
      </p:sp>
      <p:sp>
        <p:nvSpPr>
          <p:cNvPr id="561" name="Feldlinie 2"/>
          <p:cNvSpPr/>
          <p:nvPr/>
        </p:nvSpPr>
        <p:spPr>
          <a:xfrm>
            <a:off x="1962500" y="1780000"/>
            <a:ext cx="0" cy="1620000"/>
          </a:xfrm>
          <a:prstGeom prst="line">
            <a:avLst/>
          </a:prstGeom>
          <a:ln w="9525">
            <a:solidFill>
              <a:srgbClr val="D9D9D9"/>
            </a:solidFill>
          </a:ln>
        </p:spPr>
        <p:txBody>
          <a:bodyPr/>
          <a:lstStyle/>
          <a:p>
            <a:endParaRPr lang="de-DE"/>
          </a:p>
        </p:txBody>
      </p:sp>
      <p:sp>
        <p:nvSpPr>
          <p:cNvPr id="601" name="Feld 2"/>
          <p:cNvSpPr/>
          <p:nvPr/>
        </p:nvSpPr>
        <p:spPr>
          <a:xfrm>
            <a:off x="812500" y="3400000"/>
            <a:ext cx="2300000" cy="700000"/>
          </a:xfrm>
          <a:prstGeom prst="roundRect">
            <a:avLst>
              <a:gd name="adj" fmla="val 10000"/>
            </a:avLst>
          </a:prstGeom>
          <a:solidFill>
            <a:srgbClr val="F2F2F2"/>
          </a:solidFill>
          <a:ln>
            <a:noFill/>
          </a:ln>
        </p:spPr>
        <p:txBody>
          <a:bodyPr/>
          <a:lstStyle/>
          <a:p>
            <a:endParaRPr lang="de-DE"/>
          </a:p>
        </p:txBody>
      </p:sp>
      <p:sp>
        <p:nvSpPr>
          <p:cNvPr id="621" name="Feldtext 2"/>
          <p:cNvSpPr txBox="1"/>
          <p:nvPr/>
        </p:nvSpPr>
        <p:spPr>
          <a:xfrm>
            <a:off x="872500" y="3400000"/>
            <a:ext cx="2180000" cy="700000"/>
          </a:xfrm>
          <a:prstGeom prst="rect">
            <a:avLst/>
          </a:prstGeom>
          <a:noFill/>
        </p:spPr>
        <p:txBody>
          <a:bodyPr wrap="square" lIns="0" tIns="0" rIns="0" bIns="0" anchor="ctr">
            <a:noAutofit/>
          </a:bodyPr>
          <a:lstStyle/>
          <a:p>
            <a:pPr algn="ctr"/>
            <a:r>
              <a:rPr lang="de-DE" sz="1400" b="0">
                <a:solidFill>
                  <a:srgbClr val="30343A"/>
                </a:solidFill>
              </a:rPr>
              <a:t>Audit- und Tracing-Daten · Betriebsart</a:t>
            </a:r>
          </a:p>
        </p:txBody>
      </p:sp>
      <p:sp>
        <p:nvSpPr>
          <p:cNvPr id="562" name="Feldlinie 3"/>
          <p:cNvSpPr/>
          <p:nvPr/>
        </p:nvSpPr>
        <p:spPr>
          <a:xfrm>
            <a:off x="3325000" y="1780000"/>
            <a:ext cx="0" cy="570000"/>
          </a:xfrm>
          <a:prstGeom prst="line">
            <a:avLst/>
          </a:prstGeom>
          <a:ln w="9525">
            <a:solidFill>
              <a:srgbClr val="D9D9D9"/>
            </a:solidFill>
          </a:ln>
        </p:spPr>
        <p:txBody>
          <a:bodyPr/>
          <a:lstStyle/>
          <a:p>
            <a:endParaRPr lang="de-DE"/>
          </a:p>
        </p:txBody>
      </p:sp>
      <p:sp>
        <p:nvSpPr>
          <p:cNvPr id="602" name="Feld 3"/>
          <p:cNvSpPr/>
          <p:nvPr/>
        </p:nvSpPr>
        <p:spPr>
          <a:xfrm>
            <a:off x="2175000" y="2350000"/>
            <a:ext cx="2300000" cy="700000"/>
          </a:xfrm>
          <a:prstGeom prst="roundRect">
            <a:avLst>
              <a:gd name="adj" fmla="val 10000"/>
            </a:avLst>
          </a:prstGeom>
          <a:solidFill>
            <a:srgbClr val="F2F2F2"/>
          </a:solidFill>
          <a:ln>
            <a:noFill/>
          </a:ln>
        </p:spPr>
        <p:txBody>
          <a:bodyPr/>
          <a:lstStyle/>
          <a:p>
            <a:endParaRPr lang="de-DE"/>
          </a:p>
        </p:txBody>
      </p:sp>
      <p:sp>
        <p:nvSpPr>
          <p:cNvPr id="622" name="Feldtext 3"/>
          <p:cNvSpPr txBox="1"/>
          <p:nvPr/>
        </p:nvSpPr>
        <p:spPr>
          <a:xfrm>
            <a:off x="2235000" y="2350000"/>
            <a:ext cx="2180000" cy="700000"/>
          </a:xfrm>
          <a:prstGeom prst="rect">
            <a:avLst/>
          </a:prstGeom>
          <a:noFill/>
        </p:spPr>
        <p:txBody>
          <a:bodyPr wrap="square" lIns="0" tIns="0" rIns="0" bIns="0" anchor="ctr">
            <a:noAutofit/>
          </a:bodyPr>
          <a:lstStyle/>
          <a:p>
            <a:pPr algn="ctr"/>
            <a:r>
              <a:rPr lang="de-DE" sz="1400" b="0">
                <a:solidFill>
                  <a:srgbClr val="30343A"/>
                </a:solidFill>
              </a:rPr>
              <a:t>Repudiation</a:t>
            </a:r>
          </a:p>
        </p:txBody>
      </p:sp>
      <p:sp>
        <p:nvSpPr>
          <p:cNvPr id="563" name="Feldlinie 4"/>
          <p:cNvSpPr/>
          <p:nvPr/>
        </p:nvSpPr>
        <p:spPr>
          <a:xfrm>
            <a:off x="4687500" y="1780000"/>
            <a:ext cx="0" cy="1620000"/>
          </a:xfrm>
          <a:prstGeom prst="line">
            <a:avLst/>
          </a:prstGeom>
          <a:ln w="9525">
            <a:solidFill>
              <a:srgbClr val="D9D9D9"/>
            </a:solidFill>
          </a:ln>
        </p:spPr>
        <p:txBody>
          <a:bodyPr/>
          <a:lstStyle/>
          <a:p>
            <a:endParaRPr lang="de-DE"/>
          </a:p>
        </p:txBody>
      </p:sp>
      <p:sp>
        <p:nvSpPr>
          <p:cNvPr id="603" name="Feld 4"/>
          <p:cNvSpPr/>
          <p:nvPr/>
        </p:nvSpPr>
        <p:spPr>
          <a:xfrm>
            <a:off x="3537500" y="3400000"/>
            <a:ext cx="2300000" cy="700000"/>
          </a:xfrm>
          <a:prstGeom prst="roundRect">
            <a:avLst>
              <a:gd name="adj" fmla="val 10000"/>
            </a:avLst>
          </a:prstGeom>
          <a:solidFill>
            <a:srgbClr val="F2F2F2"/>
          </a:solidFill>
          <a:ln>
            <a:noFill/>
          </a:ln>
        </p:spPr>
        <p:txBody>
          <a:bodyPr/>
          <a:lstStyle/>
          <a:p>
            <a:endParaRPr lang="de-DE"/>
          </a:p>
        </p:txBody>
      </p:sp>
      <p:sp>
        <p:nvSpPr>
          <p:cNvPr id="623" name="Feldtext 4"/>
          <p:cNvSpPr txBox="1"/>
          <p:nvPr/>
        </p:nvSpPr>
        <p:spPr>
          <a:xfrm>
            <a:off x="3597500" y="3400000"/>
            <a:ext cx="2180000" cy="700000"/>
          </a:xfrm>
          <a:prstGeom prst="rect">
            <a:avLst/>
          </a:prstGeom>
          <a:noFill/>
        </p:spPr>
        <p:txBody>
          <a:bodyPr wrap="square" lIns="0" tIns="0" rIns="0" bIns="0" anchor="ctr">
            <a:noAutofit/>
          </a:bodyPr>
          <a:lstStyle/>
          <a:p>
            <a:pPr algn="ctr"/>
            <a:r>
              <a:rPr lang="de-DE" sz="1400" b="0">
                <a:solidFill>
                  <a:srgbClr val="30343A"/>
                </a:solidFill>
              </a:rPr>
              <a:t>Logging · Auditing · Non-Repudiation</a:t>
            </a:r>
          </a:p>
        </p:txBody>
      </p:sp>
      <p:sp>
        <p:nvSpPr>
          <p:cNvPr id="564" name="Feldlinie 5"/>
          <p:cNvSpPr/>
          <p:nvPr/>
        </p:nvSpPr>
        <p:spPr>
          <a:xfrm>
            <a:off x="6050000" y="1780000"/>
            <a:ext cx="0" cy="570000"/>
          </a:xfrm>
          <a:prstGeom prst="line">
            <a:avLst/>
          </a:prstGeom>
          <a:ln w="9525">
            <a:solidFill>
              <a:srgbClr val="D9D9D9"/>
            </a:solidFill>
          </a:ln>
        </p:spPr>
        <p:txBody>
          <a:bodyPr/>
          <a:lstStyle/>
          <a:p>
            <a:endParaRPr lang="de-DE"/>
          </a:p>
        </p:txBody>
      </p:sp>
      <p:sp>
        <p:nvSpPr>
          <p:cNvPr id="604" name="Feld 5"/>
          <p:cNvSpPr/>
          <p:nvPr/>
        </p:nvSpPr>
        <p:spPr>
          <a:xfrm>
            <a:off x="4900000" y="2350000"/>
            <a:ext cx="2300000" cy="700000"/>
          </a:xfrm>
          <a:prstGeom prst="roundRect">
            <a:avLst>
              <a:gd name="adj" fmla="val 10000"/>
            </a:avLst>
          </a:prstGeom>
          <a:solidFill>
            <a:srgbClr val="F2F2F2"/>
          </a:solidFill>
          <a:ln>
            <a:noFill/>
          </a:ln>
        </p:spPr>
        <p:txBody>
          <a:bodyPr/>
          <a:lstStyle/>
          <a:p>
            <a:endParaRPr lang="de-DE"/>
          </a:p>
        </p:txBody>
      </p:sp>
      <p:sp>
        <p:nvSpPr>
          <p:cNvPr id="624" name="Feldtext 5"/>
          <p:cNvSpPr txBox="1"/>
          <p:nvPr/>
        </p:nvSpPr>
        <p:spPr>
          <a:xfrm>
            <a:off x="4960000" y="2350000"/>
            <a:ext cx="2180000" cy="700000"/>
          </a:xfrm>
          <a:prstGeom prst="rect">
            <a:avLst/>
          </a:prstGeom>
          <a:noFill/>
        </p:spPr>
        <p:txBody>
          <a:bodyPr wrap="square" lIns="0" tIns="0" rIns="0" bIns="0" anchor="ctr">
            <a:noAutofit/>
          </a:bodyPr>
          <a:lstStyle/>
          <a:p>
            <a:pPr algn="ctr"/>
            <a:r>
              <a:rPr lang="de-DE" sz="1400" b="0">
                <a:solidFill>
                  <a:srgbClr val="30343A"/>
                </a:solidFill>
              </a:rPr>
              <a:t>zurechenbarer, persistenter Nachweis?</a:t>
            </a:r>
          </a:p>
        </p:txBody>
      </p:sp>
      <p:sp>
        <p:nvSpPr>
          <p:cNvPr id="565" name="Feldlinie 6"/>
          <p:cNvSpPr/>
          <p:nvPr/>
        </p:nvSpPr>
        <p:spPr>
          <a:xfrm>
            <a:off x="7412500" y="1780000"/>
            <a:ext cx="0" cy="1620000"/>
          </a:xfrm>
          <a:prstGeom prst="line">
            <a:avLst/>
          </a:prstGeom>
          <a:ln w="9525">
            <a:solidFill>
              <a:srgbClr val="D9D9D9"/>
            </a:solidFill>
          </a:ln>
        </p:spPr>
        <p:txBody>
          <a:bodyPr/>
          <a:lstStyle/>
          <a:p>
            <a:endParaRPr lang="de-DE"/>
          </a:p>
        </p:txBody>
      </p:sp>
      <p:sp>
        <p:nvSpPr>
          <p:cNvPr id="605" name="Feld 6"/>
          <p:cNvSpPr/>
          <p:nvPr/>
        </p:nvSpPr>
        <p:spPr>
          <a:xfrm>
            <a:off x="6262500" y="3400000"/>
            <a:ext cx="2300000" cy="700000"/>
          </a:xfrm>
          <a:prstGeom prst="roundRect">
            <a:avLst>
              <a:gd name="adj" fmla="val 10000"/>
            </a:avLst>
          </a:prstGeom>
          <a:solidFill>
            <a:srgbClr val="F2F2F2"/>
          </a:solidFill>
          <a:ln>
            <a:noFill/>
          </a:ln>
        </p:spPr>
        <p:txBody>
          <a:bodyPr/>
          <a:lstStyle/>
          <a:p>
            <a:endParaRPr lang="de-DE"/>
          </a:p>
        </p:txBody>
      </p:sp>
      <p:sp>
        <p:nvSpPr>
          <p:cNvPr id="625" name="Feldtext 6"/>
          <p:cNvSpPr txBox="1"/>
          <p:nvPr/>
        </p:nvSpPr>
        <p:spPr>
          <a:xfrm>
            <a:off x="6322500" y="3400000"/>
            <a:ext cx="2180000" cy="700000"/>
          </a:xfrm>
          <a:prstGeom prst="rect">
            <a:avLst/>
          </a:prstGeom>
          <a:noFill/>
        </p:spPr>
        <p:txBody>
          <a:bodyPr wrap="square" lIns="0" tIns="0" rIns="0" bIns="0" anchor="ctr">
            <a:noAutofit/>
          </a:bodyPr>
          <a:lstStyle/>
          <a:p>
            <a:pPr algn="ctr"/>
            <a:r>
              <a:rPr lang="de-DE" sz="1400" b="0">
                <a:solidFill>
                  <a:srgbClr val="30343A"/>
                </a:solidFill>
              </a:rPr>
              <a:t>Requirements-based Testing · SVV-1</a:t>
            </a:r>
          </a:p>
        </p:txBody>
      </p:sp>
      <p:sp>
        <p:nvSpPr>
          <p:cNvPr id="566" name="Feldlinie 7"/>
          <p:cNvSpPr/>
          <p:nvPr/>
        </p:nvSpPr>
        <p:spPr>
          <a:xfrm>
            <a:off x="8775000" y="1780000"/>
            <a:ext cx="0" cy="570000"/>
          </a:xfrm>
          <a:prstGeom prst="line">
            <a:avLst/>
          </a:prstGeom>
          <a:ln w="9525">
            <a:solidFill>
              <a:srgbClr val="D9D9D9"/>
            </a:solidFill>
          </a:ln>
        </p:spPr>
        <p:txBody>
          <a:bodyPr/>
          <a:lstStyle/>
          <a:p>
            <a:endParaRPr lang="de-DE"/>
          </a:p>
        </p:txBody>
      </p:sp>
      <p:sp>
        <p:nvSpPr>
          <p:cNvPr id="606" name="Feld 7"/>
          <p:cNvSpPr/>
          <p:nvPr/>
        </p:nvSpPr>
        <p:spPr>
          <a:xfrm>
            <a:off x="7625000" y="2350000"/>
            <a:ext cx="2300000" cy="700000"/>
          </a:xfrm>
          <a:prstGeom prst="roundRect">
            <a:avLst>
              <a:gd name="adj" fmla="val 10000"/>
            </a:avLst>
          </a:prstGeom>
          <a:solidFill>
            <a:srgbClr val="F2F2F2"/>
          </a:solidFill>
          <a:ln>
            <a:noFill/>
          </a:ln>
        </p:spPr>
        <p:txBody>
          <a:bodyPr/>
          <a:lstStyle/>
          <a:p>
            <a:endParaRPr lang="de-DE"/>
          </a:p>
        </p:txBody>
      </p:sp>
      <p:sp>
        <p:nvSpPr>
          <p:cNvPr id="626" name="Feldtext 7"/>
          <p:cNvSpPr txBox="1"/>
          <p:nvPr/>
        </p:nvSpPr>
        <p:spPr>
          <a:xfrm>
            <a:off x="7685000" y="2350000"/>
            <a:ext cx="2180000" cy="700000"/>
          </a:xfrm>
          <a:prstGeom prst="rect">
            <a:avLst/>
          </a:prstGeom>
          <a:noFill/>
        </p:spPr>
        <p:txBody>
          <a:bodyPr wrap="square" lIns="0" tIns="0" rIns="0" bIns="0" anchor="ctr">
            <a:noAutofit/>
          </a:bodyPr>
          <a:lstStyle/>
          <a:p>
            <a:pPr algn="ctr"/>
            <a:r>
              <a:rPr lang="de-DE" sz="1400" b="0">
                <a:solidFill>
                  <a:srgbClr val="30343A"/>
                </a:solidFill>
              </a:rPr>
              <a:t>NV1</a:t>
            </a:r>
          </a:p>
        </p:txBody>
      </p:sp>
      <p:sp>
        <p:nvSpPr>
          <p:cNvPr id="567" name="Feldlinie 8"/>
          <p:cNvSpPr/>
          <p:nvPr/>
        </p:nvSpPr>
        <p:spPr>
          <a:xfrm>
            <a:off x="10137500" y="1780000"/>
            <a:ext cx="0" cy="1620000"/>
          </a:xfrm>
          <a:prstGeom prst="line">
            <a:avLst/>
          </a:prstGeom>
          <a:ln w="9525">
            <a:solidFill>
              <a:srgbClr val="D9D9D9"/>
            </a:solidFill>
          </a:ln>
        </p:spPr>
        <p:txBody>
          <a:bodyPr/>
          <a:lstStyle/>
          <a:p>
            <a:endParaRPr lang="de-DE"/>
          </a:p>
        </p:txBody>
      </p:sp>
      <p:sp>
        <p:nvSpPr>
          <p:cNvPr id="607" name="Feld 8"/>
          <p:cNvSpPr/>
          <p:nvPr/>
        </p:nvSpPr>
        <p:spPr>
          <a:xfrm>
            <a:off x="8987500" y="3400000"/>
            <a:ext cx="2300000" cy="700000"/>
          </a:xfrm>
          <a:prstGeom prst="roundRect">
            <a:avLst>
              <a:gd name="adj" fmla="val 10000"/>
            </a:avLst>
          </a:prstGeom>
          <a:solidFill>
            <a:srgbClr val="F2F2F2"/>
          </a:solidFill>
          <a:ln>
            <a:noFill/>
          </a:ln>
        </p:spPr>
        <p:txBody>
          <a:bodyPr/>
          <a:lstStyle/>
          <a:p>
            <a:endParaRPr lang="de-DE"/>
          </a:p>
        </p:txBody>
      </p:sp>
      <p:sp>
        <p:nvSpPr>
          <p:cNvPr id="627" name="Feldtext 8"/>
          <p:cNvSpPr txBox="1"/>
          <p:nvPr/>
        </p:nvSpPr>
        <p:spPr>
          <a:xfrm>
            <a:off x="9047500" y="3400000"/>
            <a:ext cx="2180000" cy="700000"/>
          </a:xfrm>
          <a:prstGeom prst="rect">
            <a:avLst/>
          </a:prstGeom>
          <a:noFill/>
        </p:spPr>
        <p:txBody>
          <a:bodyPr wrap="square" lIns="0" tIns="0" rIns="0" bIns="0" anchor="ctr">
            <a:noAutofit/>
          </a:bodyPr>
          <a:lstStyle/>
          <a:p>
            <a:pPr algn="ctr"/>
            <a:r>
              <a:rPr lang="de-DE" sz="1400" b="0">
                <a:solidFill>
                  <a:srgbClr val="30343A"/>
                </a:solidFill>
              </a:rPr>
              <a:t>Error-Log und Systick über HTTP</a:t>
            </a:r>
          </a:p>
        </p:txBody>
      </p:sp>
      <p:sp>
        <p:nvSpPr>
          <p:cNvPr id="568" name="Feldlinie 9"/>
          <p:cNvSpPr/>
          <p:nvPr/>
        </p:nvSpPr>
        <p:spPr>
          <a:xfrm>
            <a:off x="11500000" y="1780000"/>
            <a:ext cx="0" cy="770000"/>
          </a:xfrm>
          <a:prstGeom prst="line">
            <a:avLst/>
          </a:prstGeom>
          <a:ln w="9525">
            <a:solidFill>
              <a:srgbClr val="D9D9D9"/>
            </a:solidFill>
          </a:ln>
        </p:spPr>
        <p:txBody>
          <a:bodyPr/>
          <a:lstStyle/>
          <a:p>
            <a:endParaRPr lang="de-DE"/>
          </a:p>
        </p:txBody>
      </p:sp>
      <p:sp>
        <p:nvSpPr>
          <p:cNvPr id="608" name="Feld 9"/>
          <p:cNvSpPr/>
          <p:nvPr/>
        </p:nvSpPr>
        <p:spPr>
          <a:xfrm>
            <a:off x="10925000" y="2550000"/>
            <a:ext cx="1150000" cy="620000"/>
          </a:xfrm>
          <a:prstGeom prst="roundRect">
            <a:avLst>
              <a:gd name="adj" fmla="val 12000"/>
            </a:avLst>
          </a:prstGeom>
          <a:solidFill>
            <a:srgbClr val="7A1F3D"/>
          </a:solidFill>
          <a:ln>
            <a:noFill/>
          </a:ln>
        </p:spPr>
        <p:txBody>
          <a:bodyPr/>
          <a:lstStyle/>
          <a:p>
            <a:endParaRPr lang="de-DE"/>
          </a:p>
        </p:txBody>
      </p:sp>
      <p:sp>
        <p:nvSpPr>
          <p:cNvPr id="628" name="Feldtext 9"/>
          <p:cNvSpPr txBox="1"/>
          <p:nvPr/>
        </p:nvSpPr>
        <p:spPr>
          <a:xfrm>
            <a:off x="10925000" y="2550000"/>
            <a:ext cx="1150000" cy="620000"/>
          </a:xfrm>
          <a:prstGeom prst="rect">
            <a:avLst/>
          </a:prstGeom>
          <a:noFill/>
        </p:spPr>
        <p:txBody>
          <a:bodyPr wrap="square" lIns="0" tIns="0" rIns="0" bIns="0" anchor="ctr">
            <a:noAutofit/>
          </a:bodyPr>
          <a:lstStyle/>
          <a:p>
            <a:pPr algn="ctr"/>
            <a:r>
              <a:rPr lang="de-DE" sz="1800" b="1">
                <a:solidFill>
                  <a:srgbClr val="FFFFFF"/>
                </a:solidFill>
              </a:rPr>
              <a:t>Fail</a:t>
            </a:r>
          </a:p>
        </p:txBody>
      </p:sp>
      <p:sp>
        <p:nvSpPr>
          <p:cNvPr id="3" name="Autor Fusszeile">
            <a:extLst>
              <a:ext uri="{FF2B5EF4-FFF2-40B4-BE49-F238E27FC236}">
                <a16:creationId xmlns:a16="http://schemas.microsoft.com/office/drawing/2014/main" id="{45972F79-C523-EB23-70EC-83B98B7BBDC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FC184FAE-879A-4A94-F6D8-0B079FF5A091}"/>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CB245C7D-A2EC-E53C-175D-BF496344F8CA}"/>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mph" presetSubtype="0" fill="hold" grpId="0" nodeType="clickEffect" nodePh="1">
                                  <p:stCondLst>
                                    <p:cond delay="0"/>
                                  </p:stCondLst>
                                  <p:endCondLst>
                                    <p:cond evt="begin" delay="0">
                                      <p:tn val="5"/>
                                    </p:cond>
                                  </p:endCondLst>
                                  <p:childTnLst>
                                    <p:animClr clrSpc="rgb" dir="cw">
                                      <p:cBhvr>
                                        <p:cTn id="6" dur="400" fill="hold"/>
                                        <p:tgtEl>
                                          <p:spTgt spid="510"/>
                                        </p:tgtEl>
                                        <p:attrNameLst>
                                          <p:attrName>fillcolor</p:attrName>
                                        </p:attrNameLst>
                                      </p:cBhvr>
                                      <p:to>
                                        <a:srgbClr val="FF6E00"/>
                                      </p:to>
                                    </p:animClr>
                                  </p:childTnLst>
                                </p:cTn>
                              </p:par>
                              <p:par>
                                <p:cTn id="7" presetID="14" presetClass="emph" presetSubtype="0" fill="hold" grpId="0" nodeType="withEffect">
                                  <p:stCondLst>
                                    <p:cond delay="0"/>
                                  </p:stCondLst>
                                  <p:childTnLst>
                                    <p:animClr clrSpc="rgb" dir="cw">
                                      <p:cBhvr>
                                        <p:cTn id="8" dur="400" fill="hold"/>
                                        <p:tgtEl>
                                          <p:spTgt spid="530"/>
                                        </p:tgtEl>
                                        <p:attrNameLst>
                                          <p:attrName>style.color</p:attrName>
                                        </p:attrNameLst>
                                      </p:cBhvr>
                                      <p:to>
                                        <a:srgbClr val="FF6E00"/>
                                      </p:to>
                                    </p:animClr>
                                  </p:childTnLst>
                                </p:cTn>
                              </p:par>
                              <p:par>
                                <p:cTn id="9" presetID="2" presetClass="emph" presetSubtype="0" fill="hold" grpId="0" nodeType="withEffect" nodePh="1">
                                  <p:stCondLst>
                                    <p:cond delay="0"/>
                                  </p:stCondLst>
                                  <p:endCondLst>
                                    <p:cond evt="begin" delay="0">
                                      <p:tn val="9"/>
                                    </p:cond>
                                  </p:endCondLst>
                                  <p:childTnLst>
                                    <p:animClr clrSpc="rgb" dir="cw">
                                      <p:cBhvr>
                                        <p:cTn id="10" dur="400" fill="hold"/>
                                        <p:tgtEl>
                                          <p:spTgt spid="600"/>
                                        </p:tgtEl>
                                        <p:attrNameLst>
                                          <p:attrName>fillcolor</p:attrName>
                                        </p:attrNameLst>
                                      </p:cBhvr>
                                      <p:to>
                                        <a:srgbClr val="FFE3CC"/>
                                      </p:to>
                                    </p:animClr>
                                  </p:childTnLst>
                                </p:cTn>
                              </p:par>
                            </p:childTnLst>
                          </p:cTn>
                        </p:par>
                      </p:childTnLst>
                    </p:cTn>
                  </p:par>
                  <p:par>
                    <p:cTn id="11" fill="hold">
                      <p:stCondLst>
                        <p:cond delay="indefinite"/>
                      </p:stCondLst>
                      <p:childTnLst>
                        <p:par>
                          <p:cTn id="12" fill="hold">
                            <p:stCondLst>
                              <p:cond delay="0"/>
                            </p:stCondLst>
                            <p:childTnLst>
                              <p:par>
                                <p:cTn id="13" presetID="2" presetClass="emph" presetSubtype="0" fill="hold" grpId="0" nodeType="clickEffect" nodePh="1">
                                  <p:stCondLst>
                                    <p:cond delay="0"/>
                                  </p:stCondLst>
                                  <p:endCondLst>
                                    <p:cond evt="begin" delay="0">
                                      <p:tn val="13"/>
                                    </p:cond>
                                  </p:endCondLst>
                                  <p:childTnLst>
                                    <p:animClr clrSpc="rgb" dir="cw">
                                      <p:cBhvr>
                                        <p:cTn id="14" dur="400" fill="hold"/>
                                        <p:tgtEl>
                                          <p:spTgt spid="511"/>
                                        </p:tgtEl>
                                        <p:attrNameLst>
                                          <p:attrName>fillcolor</p:attrName>
                                        </p:attrNameLst>
                                      </p:cBhvr>
                                      <p:to>
                                        <a:srgbClr val="FF6E00"/>
                                      </p:to>
                                    </p:animClr>
                                  </p:childTnLst>
                                </p:cTn>
                              </p:par>
                              <p:par>
                                <p:cTn id="15" presetID="14" presetClass="emph" presetSubtype="0" fill="hold" grpId="0" nodeType="withEffect">
                                  <p:stCondLst>
                                    <p:cond delay="0"/>
                                  </p:stCondLst>
                                  <p:childTnLst>
                                    <p:animClr clrSpc="rgb" dir="cw">
                                      <p:cBhvr>
                                        <p:cTn id="16" dur="400" fill="hold"/>
                                        <p:tgtEl>
                                          <p:spTgt spid="531"/>
                                        </p:tgtEl>
                                        <p:attrNameLst>
                                          <p:attrName>style.color</p:attrName>
                                        </p:attrNameLst>
                                      </p:cBhvr>
                                      <p:to>
                                        <a:srgbClr val="FF6E00"/>
                                      </p:to>
                                    </p:animClr>
                                  </p:childTnLst>
                                </p:cTn>
                              </p:par>
                              <p:par>
                                <p:cTn id="17" presetID="2" presetClass="emph" presetSubtype="0" fill="hold" grpId="0" nodeType="withEffect" nodePh="1">
                                  <p:stCondLst>
                                    <p:cond delay="0"/>
                                  </p:stCondLst>
                                  <p:endCondLst>
                                    <p:cond evt="begin" delay="0">
                                      <p:tn val="17"/>
                                    </p:cond>
                                  </p:endCondLst>
                                  <p:childTnLst>
                                    <p:animClr clrSpc="rgb" dir="cw">
                                      <p:cBhvr>
                                        <p:cTn id="18" dur="400" fill="hold"/>
                                        <p:tgtEl>
                                          <p:spTgt spid="601"/>
                                        </p:tgtEl>
                                        <p:attrNameLst>
                                          <p:attrName>fillcolor</p:attrName>
                                        </p:attrNameLst>
                                      </p:cBhvr>
                                      <p:to>
                                        <a:srgbClr val="FFE3CC"/>
                                      </p:to>
                                    </p:animClr>
                                  </p:childTnLst>
                                </p:cTn>
                              </p:par>
                            </p:childTnLst>
                          </p:cTn>
                        </p:par>
                      </p:childTnLst>
                    </p:cTn>
                  </p:par>
                  <p:par>
                    <p:cTn id="19" fill="hold">
                      <p:stCondLst>
                        <p:cond delay="indefinite"/>
                      </p:stCondLst>
                      <p:childTnLst>
                        <p:par>
                          <p:cTn id="20" fill="hold">
                            <p:stCondLst>
                              <p:cond delay="0"/>
                            </p:stCondLst>
                            <p:childTnLst>
                              <p:par>
                                <p:cTn id="21" presetID="2" presetClass="emph" presetSubtype="0" fill="hold" grpId="0" nodeType="clickEffect" nodePh="1">
                                  <p:stCondLst>
                                    <p:cond delay="0"/>
                                  </p:stCondLst>
                                  <p:endCondLst>
                                    <p:cond evt="begin" delay="0">
                                      <p:tn val="21"/>
                                    </p:cond>
                                  </p:endCondLst>
                                  <p:childTnLst>
                                    <p:animClr clrSpc="rgb" dir="cw">
                                      <p:cBhvr>
                                        <p:cTn id="22" dur="400" fill="hold"/>
                                        <p:tgtEl>
                                          <p:spTgt spid="512"/>
                                        </p:tgtEl>
                                        <p:attrNameLst>
                                          <p:attrName>fillcolor</p:attrName>
                                        </p:attrNameLst>
                                      </p:cBhvr>
                                      <p:to>
                                        <a:srgbClr val="FF6E00"/>
                                      </p:to>
                                    </p:animClr>
                                  </p:childTnLst>
                                </p:cTn>
                              </p:par>
                              <p:par>
                                <p:cTn id="23" presetID="14" presetClass="emph" presetSubtype="0" fill="hold" grpId="0" nodeType="withEffect">
                                  <p:stCondLst>
                                    <p:cond delay="0"/>
                                  </p:stCondLst>
                                  <p:childTnLst>
                                    <p:animClr clrSpc="rgb" dir="cw">
                                      <p:cBhvr>
                                        <p:cTn id="24" dur="400" fill="hold"/>
                                        <p:tgtEl>
                                          <p:spTgt spid="532"/>
                                        </p:tgtEl>
                                        <p:attrNameLst>
                                          <p:attrName>style.color</p:attrName>
                                        </p:attrNameLst>
                                      </p:cBhvr>
                                      <p:to>
                                        <a:srgbClr val="FF6E00"/>
                                      </p:to>
                                    </p:animClr>
                                  </p:childTnLst>
                                </p:cTn>
                              </p:par>
                              <p:par>
                                <p:cTn id="25" presetID="2" presetClass="emph" presetSubtype="0" fill="hold" grpId="0" nodeType="withEffect" nodePh="1">
                                  <p:stCondLst>
                                    <p:cond delay="0"/>
                                  </p:stCondLst>
                                  <p:endCondLst>
                                    <p:cond evt="begin" delay="0">
                                      <p:tn val="25"/>
                                    </p:cond>
                                  </p:endCondLst>
                                  <p:childTnLst>
                                    <p:animClr clrSpc="rgb" dir="cw">
                                      <p:cBhvr>
                                        <p:cTn id="26" dur="400" fill="hold"/>
                                        <p:tgtEl>
                                          <p:spTgt spid="602"/>
                                        </p:tgtEl>
                                        <p:attrNameLst>
                                          <p:attrName>fillcolor</p:attrName>
                                        </p:attrNameLst>
                                      </p:cBhvr>
                                      <p:to>
                                        <a:srgbClr val="FFE3CC"/>
                                      </p:to>
                                    </p:animClr>
                                  </p:childTnLst>
                                </p:cTn>
                              </p:par>
                            </p:childTnLst>
                          </p:cTn>
                        </p:par>
                      </p:childTnLst>
                    </p:cTn>
                  </p:par>
                  <p:par>
                    <p:cTn id="27" fill="hold">
                      <p:stCondLst>
                        <p:cond delay="indefinite"/>
                      </p:stCondLst>
                      <p:childTnLst>
                        <p:par>
                          <p:cTn id="28" fill="hold">
                            <p:stCondLst>
                              <p:cond delay="0"/>
                            </p:stCondLst>
                            <p:childTnLst>
                              <p:par>
                                <p:cTn id="29" presetID="2" presetClass="emph" presetSubtype="0" fill="hold" grpId="0" nodeType="clickEffect" nodePh="1">
                                  <p:stCondLst>
                                    <p:cond delay="0"/>
                                  </p:stCondLst>
                                  <p:endCondLst>
                                    <p:cond evt="begin" delay="0">
                                      <p:tn val="29"/>
                                    </p:cond>
                                  </p:endCondLst>
                                  <p:childTnLst>
                                    <p:animClr clrSpc="rgb" dir="cw">
                                      <p:cBhvr>
                                        <p:cTn id="30" dur="400" fill="hold"/>
                                        <p:tgtEl>
                                          <p:spTgt spid="513"/>
                                        </p:tgtEl>
                                        <p:attrNameLst>
                                          <p:attrName>fillcolor</p:attrName>
                                        </p:attrNameLst>
                                      </p:cBhvr>
                                      <p:to>
                                        <a:srgbClr val="FF6E00"/>
                                      </p:to>
                                    </p:animClr>
                                  </p:childTnLst>
                                </p:cTn>
                              </p:par>
                              <p:par>
                                <p:cTn id="31" presetID="14" presetClass="emph" presetSubtype="0" fill="hold" grpId="0" nodeType="withEffect">
                                  <p:stCondLst>
                                    <p:cond delay="0"/>
                                  </p:stCondLst>
                                  <p:childTnLst>
                                    <p:animClr clrSpc="rgb" dir="cw">
                                      <p:cBhvr>
                                        <p:cTn id="32" dur="400" fill="hold"/>
                                        <p:tgtEl>
                                          <p:spTgt spid="533"/>
                                        </p:tgtEl>
                                        <p:attrNameLst>
                                          <p:attrName>style.color</p:attrName>
                                        </p:attrNameLst>
                                      </p:cBhvr>
                                      <p:to>
                                        <a:srgbClr val="FF6E00"/>
                                      </p:to>
                                    </p:animClr>
                                  </p:childTnLst>
                                </p:cTn>
                              </p:par>
                              <p:par>
                                <p:cTn id="33" presetID="2" presetClass="emph" presetSubtype="0" fill="hold" grpId="0" nodeType="withEffect" nodePh="1">
                                  <p:stCondLst>
                                    <p:cond delay="0"/>
                                  </p:stCondLst>
                                  <p:endCondLst>
                                    <p:cond evt="begin" delay="0">
                                      <p:tn val="33"/>
                                    </p:cond>
                                  </p:endCondLst>
                                  <p:childTnLst>
                                    <p:animClr clrSpc="rgb" dir="cw">
                                      <p:cBhvr>
                                        <p:cTn id="34" dur="400" fill="hold"/>
                                        <p:tgtEl>
                                          <p:spTgt spid="603"/>
                                        </p:tgtEl>
                                        <p:attrNameLst>
                                          <p:attrName>fillcolor</p:attrName>
                                        </p:attrNameLst>
                                      </p:cBhvr>
                                      <p:to>
                                        <a:srgbClr val="FFE3CC"/>
                                      </p:to>
                                    </p:animClr>
                                  </p:childTnLst>
                                </p:cTn>
                              </p:par>
                            </p:childTnLst>
                          </p:cTn>
                        </p:par>
                      </p:childTnLst>
                    </p:cTn>
                  </p:par>
                  <p:par>
                    <p:cTn id="35" fill="hold">
                      <p:stCondLst>
                        <p:cond delay="indefinite"/>
                      </p:stCondLst>
                      <p:childTnLst>
                        <p:par>
                          <p:cTn id="36" fill="hold">
                            <p:stCondLst>
                              <p:cond delay="0"/>
                            </p:stCondLst>
                            <p:childTnLst>
                              <p:par>
                                <p:cTn id="37" presetID="2" presetClass="emph" presetSubtype="0" fill="hold" grpId="0" nodeType="clickEffect" nodePh="1">
                                  <p:stCondLst>
                                    <p:cond delay="0"/>
                                  </p:stCondLst>
                                  <p:endCondLst>
                                    <p:cond evt="begin" delay="0">
                                      <p:tn val="37"/>
                                    </p:cond>
                                  </p:endCondLst>
                                  <p:childTnLst>
                                    <p:animClr clrSpc="rgb" dir="cw">
                                      <p:cBhvr>
                                        <p:cTn id="38" dur="400" fill="hold"/>
                                        <p:tgtEl>
                                          <p:spTgt spid="514"/>
                                        </p:tgtEl>
                                        <p:attrNameLst>
                                          <p:attrName>fillcolor</p:attrName>
                                        </p:attrNameLst>
                                      </p:cBhvr>
                                      <p:to>
                                        <a:srgbClr val="FF6E00"/>
                                      </p:to>
                                    </p:animClr>
                                  </p:childTnLst>
                                </p:cTn>
                              </p:par>
                              <p:par>
                                <p:cTn id="39" presetID="14" presetClass="emph" presetSubtype="0" fill="hold" grpId="0" nodeType="withEffect">
                                  <p:stCondLst>
                                    <p:cond delay="0"/>
                                  </p:stCondLst>
                                  <p:childTnLst>
                                    <p:animClr clrSpc="rgb" dir="cw">
                                      <p:cBhvr>
                                        <p:cTn id="40" dur="400" fill="hold"/>
                                        <p:tgtEl>
                                          <p:spTgt spid="534"/>
                                        </p:tgtEl>
                                        <p:attrNameLst>
                                          <p:attrName>style.color</p:attrName>
                                        </p:attrNameLst>
                                      </p:cBhvr>
                                      <p:to>
                                        <a:srgbClr val="FF6E00"/>
                                      </p:to>
                                    </p:animClr>
                                  </p:childTnLst>
                                </p:cTn>
                              </p:par>
                              <p:par>
                                <p:cTn id="41" presetID="2" presetClass="emph" presetSubtype="0" fill="hold" grpId="0" nodeType="withEffect" nodePh="1">
                                  <p:stCondLst>
                                    <p:cond delay="0"/>
                                  </p:stCondLst>
                                  <p:endCondLst>
                                    <p:cond evt="begin" delay="0">
                                      <p:tn val="41"/>
                                    </p:cond>
                                  </p:endCondLst>
                                  <p:childTnLst>
                                    <p:animClr clrSpc="rgb" dir="cw">
                                      <p:cBhvr>
                                        <p:cTn id="42" dur="400" fill="hold"/>
                                        <p:tgtEl>
                                          <p:spTgt spid="604"/>
                                        </p:tgtEl>
                                        <p:attrNameLst>
                                          <p:attrName>fillcolor</p:attrName>
                                        </p:attrNameLst>
                                      </p:cBhvr>
                                      <p:to>
                                        <a:srgbClr val="FFE3CC"/>
                                      </p:to>
                                    </p:animClr>
                                  </p:childTnLst>
                                </p:cTn>
                              </p:par>
                            </p:childTnLst>
                          </p:cTn>
                        </p:par>
                      </p:childTnLst>
                    </p:cTn>
                  </p:par>
                  <p:par>
                    <p:cTn id="43" fill="hold">
                      <p:stCondLst>
                        <p:cond delay="indefinite"/>
                      </p:stCondLst>
                      <p:childTnLst>
                        <p:par>
                          <p:cTn id="44" fill="hold">
                            <p:stCondLst>
                              <p:cond delay="0"/>
                            </p:stCondLst>
                            <p:childTnLst>
                              <p:par>
                                <p:cTn id="45" presetID="2" presetClass="emph" presetSubtype="0" fill="hold" grpId="0" nodeType="clickEffect" nodePh="1">
                                  <p:stCondLst>
                                    <p:cond delay="0"/>
                                  </p:stCondLst>
                                  <p:endCondLst>
                                    <p:cond evt="begin" delay="0">
                                      <p:tn val="45"/>
                                    </p:cond>
                                  </p:endCondLst>
                                  <p:childTnLst>
                                    <p:animClr clrSpc="rgb" dir="cw">
                                      <p:cBhvr>
                                        <p:cTn id="46" dur="400" fill="hold"/>
                                        <p:tgtEl>
                                          <p:spTgt spid="515"/>
                                        </p:tgtEl>
                                        <p:attrNameLst>
                                          <p:attrName>fillcolor</p:attrName>
                                        </p:attrNameLst>
                                      </p:cBhvr>
                                      <p:to>
                                        <a:srgbClr val="FF6E00"/>
                                      </p:to>
                                    </p:animClr>
                                  </p:childTnLst>
                                </p:cTn>
                              </p:par>
                              <p:par>
                                <p:cTn id="47" presetID="14" presetClass="emph" presetSubtype="0" fill="hold" grpId="0" nodeType="withEffect">
                                  <p:stCondLst>
                                    <p:cond delay="0"/>
                                  </p:stCondLst>
                                  <p:childTnLst>
                                    <p:animClr clrSpc="rgb" dir="cw">
                                      <p:cBhvr>
                                        <p:cTn id="48" dur="400" fill="hold"/>
                                        <p:tgtEl>
                                          <p:spTgt spid="535"/>
                                        </p:tgtEl>
                                        <p:attrNameLst>
                                          <p:attrName>style.color</p:attrName>
                                        </p:attrNameLst>
                                      </p:cBhvr>
                                      <p:to>
                                        <a:srgbClr val="FF6E00"/>
                                      </p:to>
                                    </p:animClr>
                                  </p:childTnLst>
                                </p:cTn>
                              </p:par>
                              <p:par>
                                <p:cTn id="49" presetID="2" presetClass="emph" presetSubtype="0" fill="hold" grpId="0" nodeType="withEffect" nodePh="1">
                                  <p:stCondLst>
                                    <p:cond delay="0"/>
                                  </p:stCondLst>
                                  <p:endCondLst>
                                    <p:cond evt="begin" delay="0">
                                      <p:tn val="49"/>
                                    </p:cond>
                                  </p:endCondLst>
                                  <p:childTnLst>
                                    <p:animClr clrSpc="rgb" dir="cw">
                                      <p:cBhvr>
                                        <p:cTn id="50" dur="400" fill="hold"/>
                                        <p:tgtEl>
                                          <p:spTgt spid="605"/>
                                        </p:tgtEl>
                                        <p:attrNameLst>
                                          <p:attrName>fillcolor</p:attrName>
                                        </p:attrNameLst>
                                      </p:cBhvr>
                                      <p:to>
                                        <a:srgbClr val="FFE3CC"/>
                                      </p:to>
                                    </p:animClr>
                                  </p:childTnLst>
                                </p:cTn>
                              </p:par>
                            </p:childTnLst>
                          </p:cTn>
                        </p:par>
                      </p:childTnLst>
                    </p:cTn>
                  </p:par>
                  <p:par>
                    <p:cTn id="51" fill="hold">
                      <p:stCondLst>
                        <p:cond delay="indefinite"/>
                      </p:stCondLst>
                      <p:childTnLst>
                        <p:par>
                          <p:cTn id="52" fill="hold">
                            <p:stCondLst>
                              <p:cond delay="0"/>
                            </p:stCondLst>
                            <p:childTnLst>
                              <p:par>
                                <p:cTn id="53" presetID="2" presetClass="emph" presetSubtype="0" fill="hold" grpId="0" nodeType="clickEffect" nodePh="1">
                                  <p:stCondLst>
                                    <p:cond delay="0"/>
                                  </p:stCondLst>
                                  <p:endCondLst>
                                    <p:cond evt="begin" delay="0">
                                      <p:tn val="53"/>
                                    </p:cond>
                                  </p:endCondLst>
                                  <p:childTnLst>
                                    <p:animClr clrSpc="rgb" dir="cw">
                                      <p:cBhvr>
                                        <p:cTn id="54" dur="400" fill="hold"/>
                                        <p:tgtEl>
                                          <p:spTgt spid="516"/>
                                        </p:tgtEl>
                                        <p:attrNameLst>
                                          <p:attrName>fillcolor</p:attrName>
                                        </p:attrNameLst>
                                      </p:cBhvr>
                                      <p:to>
                                        <a:srgbClr val="FF6E00"/>
                                      </p:to>
                                    </p:animClr>
                                  </p:childTnLst>
                                </p:cTn>
                              </p:par>
                              <p:par>
                                <p:cTn id="55" presetID="14" presetClass="emph" presetSubtype="0" fill="hold" grpId="0" nodeType="withEffect">
                                  <p:stCondLst>
                                    <p:cond delay="0"/>
                                  </p:stCondLst>
                                  <p:childTnLst>
                                    <p:animClr clrSpc="rgb" dir="cw">
                                      <p:cBhvr>
                                        <p:cTn id="56" dur="400" fill="hold"/>
                                        <p:tgtEl>
                                          <p:spTgt spid="536"/>
                                        </p:tgtEl>
                                        <p:attrNameLst>
                                          <p:attrName>style.color</p:attrName>
                                        </p:attrNameLst>
                                      </p:cBhvr>
                                      <p:to>
                                        <a:srgbClr val="FF6E00"/>
                                      </p:to>
                                    </p:animClr>
                                  </p:childTnLst>
                                </p:cTn>
                              </p:par>
                              <p:par>
                                <p:cTn id="57" presetID="2" presetClass="emph" presetSubtype="0" fill="hold" grpId="0" nodeType="withEffect" nodePh="1">
                                  <p:stCondLst>
                                    <p:cond delay="0"/>
                                  </p:stCondLst>
                                  <p:endCondLst>
                                    <p:cond evt="begin" delay="0">
                                      <p:tn val="57"/>
                                    </p:cond>
                                  </p:endCondLst>
                                  <p:childTnLst>
                                    <p:animClr clrSpc="rgb" dir="cw">
                                      <p:cBhvr>
                                        <p:cTn id="58" dur="400" fill="hold"/>
                                        <p:tgtEl>
                                          <p:spTgt spid="606"/>
                                        </p:tgtEl>
                                        <p:attrNameLst>
                                          <p:attrName>fillcolor</p:attrName>
                                        </p:attrNameLst>
                                      </p:cBhvr>
                                      <p:to>
                                        <a:srgbClr val="FFE3CC"/>
                                      </p:to>
                                    </p:animClr>
                                  </p:childTnLst>
                                </p:cTn>
                              </p:par>
                            </p:childTnLst>
                          </p:cTn>
                        </p:par>
                      </p:childTnLst>
                    </p:cTn>
                  </p:par>
                  <p:par>
                    <p:cTn id="59" fill="hold">
                      <p:stCondLst>
                        <p:cond delay="indefinite"/>
                      </p:stCondLst>
                      <p:childTnLst>
                        <p:par>
                          <p:cTn id="60" fill="hold">
                            <p:stCondLst>
                              <p:cond delay="0"/>
                            </p:stCondLst>
                            <p:childTnLst>
                              <p:par>
                                <p:cTn id="61" presetID="2" presetClass="emph" presetSubtype="0" fill="hold" grpId="0" nodeType="clickEffect" nodePh="1">
                                  <p:stCondLst>
                                    <p:cond delay="0"/>
                                  </p:stCondLst>
                                  <p:endCondLst>
                                    <p:cond evt="begin" delay="0">
                                      <p:tn val="61"/>
                                    </p:cond>
                                  </p:endCondLst>
                                  <p:childTnLst>
                                    <p:animClr clrSpc="rgb" dir="cw">
                                      <p:cBhvr>
                                        <p:cTn id="62" dur="400" fill="hold"/>
                                        <p:tgtEl>
                                          <p:spTgt spid="517"/>
                                        </p:tgtEl>
                                        <p:attrNameLst>
                                          <p:attrName>fillcolor</p:attrName>
                                        </p:attrNameLst>
                                      </p:cBhvr>
                                      <p:to>
                                        <a:srgbClr val="FF6E00"/>
                                      </p:to>
                                    </p:animClr>
                                  </p:childTnLst>
                                </p:cTn>
                              </p:par>
                              <p:par>
                                <p:cTn id="63" presetID="14" presetClass="emph" presetSubtype="0" fill="hold" grpId="0" nodeType="withEffect">
                                  <p:stCondLst>
                                    <p:cond delay="0"/>
                                  </p:stCondLst>
                                  <p:childTnLst>
                                    <p:animClr clrSpc="rgb" dir="cw">
                                      <p:cBhvr>
                                        <p:cTn id="64" dur="400" fill="hold"/>
                                        <p:tgtEl>
                                          <p:spTgt spid="537"/>
                                        </p:tgtEl>
                                        <p:attrNameLst>
                                          <p:attrName>style.color</p:attrName>
                                        </p:attrNameLst>
                                      </p:cBhvr>
                                      <p:to>
                                        <a:srgbClr val="FF6E00"/>
                                      </p:to>
                                    </p:animClr>
                                  </p:childTnLst>
                                </p:cTn>
                              </p:par>
                              <p:par>
                                <p:cTn id="65" presetID="2" presetClass="emph" presetSubtype="0" fill="hold" grpId="0" nodeType="withEffect" nodePh="1">
                                  <p:stCondLst>
                                    <p:cond delay="0"/>
                                  </p:stCondLst>
                                  <p:endCondLst>
                                    <p:cond evt="begin" delay="0">
                                      <p:tn val="65"/>
                                    </p:cond>
                                  </p:endCondLst>
                                  <p:childTnLst>
                                    <p:animClr clrSpc="rgb" dir="cw">
                                      <p:cBhvr>
                                        <p:cTn id="66" dur="400" fill="hold"/>
                                        <p:tgtEl>
                                          <p:spTgt spid="607"/>
                                        </p:tgtEl>
                                        <p:attrNameLst>
                                          <p:attrName>fillcolor</p:attrName>
                                        </p:attrNameLst>
                                      </p:cBhvr>
                                      <p:to>
                                        <a:srgbClr val="FFE3CC"/>
                                      </p:to>
                                    </p:animClr>
                                  </p:childTnLst>
                                </p:cTn>
                              </p:par>
                            </p:childTnLst>
                          </p:cTn>
                        </p:par>
                      </p:childTnLst>
                    </p:cTn>
                  </p:par>
                  <p:par>
                    <p:cTn id="67" fill="hold">
                      <p:stCondLst>
                        <p:cond delay="indefinite"/>
                      </p:stCondLst>
                      <p:childTnLst>
                        <p:par>
                          <p:cTn id="68" fill="hold">
                            <p:stCondLst>
                              <p:cond delay="0"/>
                            </p:stCondLst>
                            <p:childTnLst>
                              <p:par>
                                <p:cTn id="69" presetID="2" presetClass="emph" presetSubtype="0" fill="hold" grpId="0" nodeType="clickEffect">
                                  <p:stCondLst>
                                    <p:cond delay="0"/>
                                  </p:stCondLst>
                                  <p:childTnLst>
                                    <p:animClr clrSpc="rgb" dir="cw">
                                      <p:cBhvr>
                                        <p:cTn id="70" dur="400" fill="hold"/>
                                        <p:tgtEl>
                                          <p:spTgt spid="518"/>
                                        </p:tgtEl>
                                        <p:attrNameLst>
                                          <p:attrName>fillcolor</p:attrName>
                                        </p:attrNameLst>
                                      </p:cBhvr>
                                      <p:to>
                                        <a:srgbClr val="FF6E00"/>
                                      </p:to>
                                    </p:animClr>
                                  </p:childTnLst>
                                </p:cTn>
                              </p:par>
                              <p:par>
                                <p:cTn id="71" presetID="14" presetClass="emph" presetSubtype="0" fill="hold" grpId="0" nodeType="withEffect">
                                  <p:stCondLst>
                                    <p:cond delay="0"/>
                                  </p:stCondLst>
                                  <p:childTnLst>
                                    <p:animClr clrSpc="rgb" dir="cw">
                                      <p:cBhvr>
                                        <p:cTn id="72" dur="400" fill="hold"/>
                                        <p:tgtEl>
                                          <p:spTgt spid="538"/>
                                        </p:tgtEl>
                                        <p:attrNameLst>
                                          <p:attrName>style.color</p:attrName>
                                        </p:attrNameLst>
                                      </p:cBhvr>
                                      <p:to>
                                        <a:srgbClr val="FF6E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0" grpId="0" animBg="1"/>
      <p:bldP spid="530" grpId="0"/>
      <p:bldP spid="511" grpId="0" animBg="1"/>
      <p:bldP spid="531" grpId="0"/>
      <p:bldP spid="512" grpId="0" animBg="1"/>
      <p:bldP spid="532" grpId="0"/>
      <p:bldP spid="513" grpId="0" animBg="1"/>
      <p:bldP spid="533" grpId="0"/>
      <p:bldP spid="514" grpId="0" animBg="1"/>
      <p:bldP spid="534" grpId="0"/>
      <p:bldP spid="515" grpId="0" animBg="1"/>
      <p:bldP spid="535" grpId="0"/>
      <p:bldP spid="516" grpId="0" animBg="1"/>
      <p:bldP spid="536" grpId="0"/>
      <p:bldP spid="517" grpId="0" animBg="1"/>
      <p:bldP spid="537" grpId="0"/>
      <p:bldP spid="518" grpId="0" animBg="1"/>
      <p:bldP spid="538" grpId="0" animBg="1"/>
      <p:bldP spid="600" grpId="0" animBg="1"/>
      <p:bldP spid="601" grpId="0" animBg="1"/>
      <p:bldP spid="602" grpId="0" animBg="1"/>
      <p:bldP spid="603" grpId="0" animBg="1"/>
      <p:bldP spid="604" grpId="0" animBg="1"/>
      <p:bldP spid="605" grpId="0" animBg="1"/>
      <p:bldP spid="606" grpId="0" animBg="1"/>
      <p:bldP spid="60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Der Nachweis überlebt den Kaltstart nicht</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ED6B50A1-60F4-45CA-86E7-02FFA4F9866B}" type="slidenum">
              <a:rPr lang="de-DE"/>
              <a:t>16</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400" name="Kopf 1"/>
          <p:cNvSpPr/>
          <p:nvPr/>
        </p:nvSpPr>
        <p:spPr>
          <a:xfrm>
            <a:off x="400000" y="1520000"/>
            <a:ext cx="3400000" cy="560000"/>
          </a:xfrm>
          <a:prstGeom prst="rect">
            <a:avLst/>
          </a:prstGeom>
          <a:solidFill>
            <a:srgbClr val="30343A"/>
          </a:solidFill>
          <a:ln>
            <a:noFill/>
          </a:ln>
        </p:spPr>
        <p:txBody>
          <a:bodyPr wrap="square" lIns="120000" tIns="20000" rIns="60000" bIns="20000" anchor="ctr">
            <a:normAutofit/>
          </a:bodyPr>
          <a:lstStyle/>
          <a:p>
            <a:pPr algn="l"/>
            <a:r>
              <a:rPr lang="de-DE" sz="2000" b="1">
                <a:solidFill>
                  <a:srgbClr val="FFFFFF"/>
                </a:solidFill>
              </a:rPr>
              <a:t>Schritt</a:t>
            </a:r>
          </a:p>
        </p:txBody>
      </p:sp>
      <p:sp>
        <p:nvSpPr>
          <p:cNvPr id="401" name="Kopf 2"/>
          <p:cNvSpPr/>
          <p:nvPr/>
        </p:nvSpPr>
        <p:spPr>
          <a:xfrm>
            <a:off x="3800000" y="1520000"/>
            <a:ext cx="2100000" cy="560000"/>
          </a:xfrm>
          <a:prstGeom prst="rect">
            <a:avLst/>
          </a:prstGeom>
          <a:solidFill>
            <a:srgbClr val="30343A"/>
          </a:solidFill>
          <a:ln>
            <a:noFill/>
          </a:ln>
        </p:spPr>
        <p:txBody>
          <a:bodyPr wrap="square" lIns="120000" tIns="20000" rIns="60000" bIns="20000" anchor="ctr">
            <a:normAutofit/>
          </a:bodyPr>
          <a:lstStyle/>
          <a:p>
            <a:pPr algn="ctr"/>
            <a:r>
              <a:rPr lang="de-DE" sz="2000" b="1">
                <a:solidFill>
                  <a:srgbClr val="FFFFFF"/>
                </a:solidFill>
              </a:rPr>
              <a:t>System-Tick</a:t>
            </a:r>
          </a:p>
        </p:txBody>
      </p:sp>
      <p:sp>
        <p:nvSpPr>
          <p:cNvPr id="402" name="Kopf 3"/>
          <p:cNvSpPr/>
          <p:nvPr/>
        </p:nvSpPr>
        <p:spPr>
          <a:xfrm>
            <a:off x="5900000" y="1520000"/>
            <a:ext cx="2100000" cy="560000"/>
          </a:xfrm>
          <a:prstGeom prst="rect">
            <a:avLst/>
          </a:prstGeom>
          <a:solidFill>
            <a:srgbClr val="30343A"/>
          </a:solidFill>
          <a:ln>
            <a:noFill/>
          </a:ln>
        </p:spPr>
        <p:txBody>
          <a:bodyPr wrap="square" lIns="120000" tIns="20000" rIns="60000" bIns="20000" anchor="ctr">
            <a:normAutofit/>
          </a:bodyPr>
          <a:lstStyle/>
          <a:p>
            <a:pPr algn="ctr"/>
            <a:r>
              <a:rPr lang="de-DE" sz="2000" b="1">
                <a:solidFill>
                  <a:srgbClr val="FFFFFF"/>
                </a:solidFill>
              </a:rPr>
              <a:t>Log-Einträge</a:t>
            </a:r>
          </a:p>
        </p:txBody>
      </p:sp>
      <p:sp>
        <p:nvSpPr>
          <p:cNvPr id="410" name="Zelle 1-1"/>
          <p:cNvSpPr/>
          <p:nvPr/>
        </p:nvSpPr>
        <p:spPr>
          <a:xfrm>
            <a:off x="400000" y="2080000"/>
            <a:ext cx="34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l"/>
            <a:r>
              <a:rPr lang="de-DE" sz="2000" b="1">
                <a:solidFill>
                  <a:srgbClr val="30343A"/>
                </a:solidFill>
              </a:rPr>
              <a:t>Baseline</a:t>
            </a:r>
          </a:p>
        </p:txBody>
      </p:sp>
      <p:sp>
        <p:nvSpPr>
          <p:cNvPr id="411" name="Zelle 1-2"/>
          <p:cNvSpPr/>
          <p:nvPr/>
        </p:nvSpPr>
        <p:spPr>
          <a:xfrm>
            <a:off x="3800000" y="2080000"/>
            <a:ext cx="21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ctr"/>
            <a:r>
              <a:rPr lang="de-DE" sz="2000" b="0">
                <a:solidFill>
                  <a:srgbClr val="30343A"/>
                </a:solidFill>
              </a:rPr>
              <a:t>20969</a:t>
            </a:r>
          </a:p>
        </p:txBody>
      </p:sp>
      <p:sp>
        <p:nvSpPr>
          <p:cNvPr id="412" name="Zelle 1-3"/>
          <p:cNvSpPr/>
          <p:nvPr/>
        </p:nvSpPr>
        <p:spPr>
          <a:xfrm>
            <a:off x="5900000" y="2080000"/>
            <a:ext cx="21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ctr"/>
            <a:r>
              <a:rPr lang="de-DE" sz="2000" b="0">
                <a:solidFill>
                  <a:srgbClr val="30343A"/>
                </a:solidFill>
              </a:rPr>
              <a:t>0</a:t>
            </a:r>
          </a:p>
        </p:txBody>
      </p:sp>
      <p:sp>
        <p:nvSpPr>
          <p:cNvPr id="413" name="Zelle 2-1"/>
          <p:cNvSpPr/>
          <p:nvPr/>
        </p:nvSpPr>
        <p:spPr>
          <a:xfrm>
            <a:off x="400000" y="2640000"/>
            <a:ext cx="34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l"/>
            <a:r>
              <a:rPr lang="de-DE" sz="2000" b="1">
                <a:solidFill>
                  <a:srgbClr val="30343A"/>
                </a:solidFill>
              </a:rPr>
              <a:t>Nach Ereignis 1</a:t>
            </a:r>
          </a:p>
        </p:txBody>
      </p:sp>
      <p:sp>
        <p:nvSpPr>
          <p:cNvPr id="414" name="Zelle 2-2"/>
          <p:cNvSpPr/>
          <p:nvPr/>
        </p:nvSpPr>
        <p:spPr>
          <a:xfrm>
            <a:off x="3800000" y="264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68629</a:t>
            </a:r>
          </a:p>
        </p:txBody>
      </p:sp>
      <p:sp>
        <p:nvSpPr>
          <p:cNvPr id="415" name="Zelle 2-3"/>
          <p:cNvSpPr/>
          <p:nvPr/>
        </p:nvSpPr>
        <p:spPr>
          <a:xfrm>
            <a:off x="5900000" y="264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2</a:t>
            </a:r>
          </a:p>
        </p:txBody>
      </p:sp>
      <p:sp>
        <p:nvSpPr>
          <p:cNvPr id="416" name="Zelle 3-1"/>
          <p:cNvSpPr/>
          <p:nvPr/>
        </p:nvSpPr>
        <p:spPr>
          <a:xfrm>
            <a:off x="400000" y="3200000"/>
            <a:ext cx="3400000" cy="560000"/>
          </a:xfrm>
          <a:prstGeom prst="rect">
            <a:avLst/>
          </a:prstGeom>
          <a:solidFill>
            <a:srgbClr val="FF6E00"/>
          </a:solidFill>
          <a:ln>
            <a:noFill/>
          </a:ln>
        </p:spPr>
        <p:txBody>
          <a:bodyPr wrap="square" lIns="120000" tIns="20000" rIns="60000" bIns="20000" anchor="ctr">
            <a:normAutofit/>
          </a:bodyPr>
          <a:lstStyle/>
          <a:p>
            <a:pPr algn="l"/>
            <a:r>
              <a:rPr lang="de-DE" sz="2000" b="1">
                <a:solidFill>
                  <a:srgbClr val="FFFFFF"/>
                </a:solidFill>
              </a:rPr>
              <a:t>Nach Kaltstart</a:t>
            </a:r>
          </a:p>
        </p:txBody>
      </p:sp>
      <p:sp>
        <p:nvSpPr>
          <p:cNvPr id="417" name="Zelle 3-2"/>
          <p:cNvSpPr/>
          <p:nvPr/>
        </p:nvSpPr>
        <p:spPr>
          <a:xfrm>
            <a:off x="3800000" y="3200000"/>
            <a:ext cx="2100000" cy="560000"/>
          </a:xfrm>
          <a:prstGeom prst="rect">
            <a:avLst/>
          </a:prstGeom>
          <a:solidFill>
            <a:srgbClr val="FF6E00"/>
          </a:solidFill>
          <a:ln>
            <a:noFill/>
          </a:ln>
        </p:spPr>
        <p:txBody>
          <a:bodyPr wrap="square" lIns="120000" tIns="20000" rIns="60000" bIns="20000" anchor="ctr">
            <a:normAutofit/>
          </a:bodyPr>
          <a:lstStyle/>
          <a:p>
            <a:pPr algn="ctr"/>
            <a:r>
              <a:rPr lang="de-DE" sz="2000" b="1">
                <a:solidFill>
                  <a:srgbClr val="FFFFFF"/>
                </a:solidFill>
              </a:rPr>
              <a:t>20459</a:t>
            </a:r>
          </a:p>
        </p:txBody>
      </p:sp>
      <p:sp>
        <p:nvSpPr>
          <p:cNvPr id="418" name="Zelle 3-3"/>
          <p:cNvSpPr/>
          <p:nvPr/>
        </p:nvSpPr>
        <p:spPr>
          <a:xfrm>
            <a:off x="5900000" y="3200000"/>
            <a:ext cx="2100000" cy="560000"/>
          </a:xfrm>
          <a:prstGeom prst="rect">
            <a:avLst/>
          </a:prstGeom>
          <a:solidFill>
            <a:srgbClr val="FF6E00"/>
          </a:solidFill>
          <a:ln>
            <a:noFill/>
          </a:ln>
        </p:spPr>
        <p:txBody>
          <a:bodyPr wrap="square" lIns="120000" tIns="20000" rIns="60000" bIns="20000" anchor="ctr">
            <a:normAutofit/>
          </a:bodyPr>
          <a:lstStyle/>
          <a:p>
            <a:pPr algn="ctr"/>
            <a:r>
              <a:rPr lang="de-DE" sz="2000" b="1">
                <a:solidFill>
                  <a:srgbClr val="FFFFFF"/>
                </a:solidFill>
              </a:rPr>
              <a:t>0</a:t>
            </a:r>
          </a:p>
        </p:txBody>
      </p:sp>
      <p:sp>
        <p:nvSpPr>
          <p:cNvPr id="419" name="Zelle 4-1"/>
          <p:cNvSpPr/>
          <p:nvPr/>
        </p:nvSpPr>
        <p:spPr>
          <a:xfrm>
            <a:off x="400000" y="3760000"/>
            <a:ext cx="34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l"/>
            <a:r>
              <a:rPr lang="de-DE" sz="2000" b="1">
                <a:solidFill>
                  <a:srgbClr val="30343A"/>
                </a:solidFill>
              </a:rPr>
              <a:t>Nach Ereignis 2</a:t>
            </a:r>
          </a:p>
        </p:txBody>
      </p:sp>
      <p:sp>
        <p:nvSpPr>
          <p:cNvPr id="420" name="Zelle 4-2"/>
          <p:cNvSpPr/>
          <p:nvPr/>
        </p:nvSpPr>
        <p:spPr>
          <a:xfrm>
            <a:off x="3800000" y="376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44869</a:t>
            </a:r>
          </a:p>
        </p:txBody>
      </p:sp>
      <p:sp>
        <p:nvSpPr>
          <p:cNvPr id="421" name="Zelle 4-3"/>
          <p:cNvSpPr/>
          <p:nvPr/>
        </p:nvSpPr>
        <p:spPr>
          <a:xfrm>
            <a:off x="5900000" y="376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2</a:t>
            </a:r>
          </a:p>
        </p:txBody>
      </p:sp>
      <p:sp>
        <p:nvSpPr>
          <p:cNvPr id="450" name="Sprung Pfeil"/>
          <p:cNvSpPr/>
          <p:nvPr/>
        </p:nvSpPr>
        <p:spPr>
          <a:xfrm>
            <a:off x="420000" y="4420000"/>
            <a:ext cx="300000" cy="440000"/>
          </a:xfrm>
          <a:prstGeom prst="downArrow">
            <a:avLst/>
          </a:prstGeom>
          <a:solidFill>
            <a:srgbClr val="FF6E00"/>
          </a:solidFill>
          <a:ln>
            <a:noFill/>
          </a:ln>
        </p:spPr>
        <p:txBody>
          <a:bodyPr wrap="square" lIns="120000" tIns="20000" rIns="60000" bIns="20000" anchor="ctr">
            <a:normAutofit/>
          </a:bodyPr>
          <a:lstStyle/>
          <a:p>
            <a:endParaRPr lang="de-DE"/>
          </a:p>
        </p:txBody>
      </p:sp>
      <p:sp>
        <p:nvSpPr>
          <p:cNvPr id="451" name="Sprung Label"/>
          <p:cNvSpPr/>
          <p:nvPr/>
        </p:nvSpPr>
        <p:spPr>
          <a:xfrm>
            <a:off x="800000" y="4420000"/>
            <a:ext cx="5200000" cy="440000"/>
          </a:xfrm>
          <a:prstGeom prst="rect">
            <a:avLst/>
          </a:prstGeom>
          <a:noFill/>
          <a:ln>
            <a:noFill/>
          </a:ln>
        </p:spPr>
        <p:txBody>
          <a:bodyPr wrap="square" lIns="0" tIns="20000" rIns="60000" bIns="20000" anchor="ctr">
            <a:normAutofit/>
          </a:bodyPr>
          <a:lstStyle/>
          <a:p>
            <a:pPr algn="l"/>
            <a:r>
              <a:rPr lang="de-DE" sz="2000" b="1">
                <a:solidFill>
                  <a:srgbClr val="FF6E00"/>
                </a:solidFill>
              </a:rPr>
              <a:t>Tick-Rücksprung: 68629 auf 20459</a:t>
            </a:r>
          </a:p>
        </p:txBody>
      </p:sp>
      <p:sp>
        <p:nvSpPr>
          <p:cNvPr id="460" name="Was fehlt Titel"/>
          <p:cNvSpPr/>
          <p:nvPr/>
        </p:nvSpPr>
        <p:spPr>
          <a:xfrm>
            <a:off x="8400000" y="1520000"/>
            <a:ext cx="3400000" cy="440000"/>
          </a:xfrm>
          <a:prstGeom prst="rect">
            <a:avLst/>
          </a:prstGeom>
          <a:noFill/>
          <a:ln>
            <a:noFill/>
          </a:ln>
        </p:spPr>
        <p:txBody>
          <a:bodyPr wrap="square" lIns="0" tIns="20000" rIns="60000" bIns="20000" anchor="ctr">
            <a:normAutofit/>
          </a:bodyPr>
          <a:lstStyle/>
          <a:p>
            <a:pPr algn="l"/>
            <a:r>
              <a:rPr lang="de-DE" sz="2000" b="1">
                <a:solidFill>
                  <a:srgbClr val="30343A"/>
                </a:solidFill>
              </a:rPr>
              <a:t>Was fehlt</a:t>
            </a:r>
          </a:p>
        </p:txBody>
      </p:sp>
      <p:sp>
        <p:nvSpPr>
          <p:cNvPr id="470" name="Fehlt Symbol 1"/>
          <p:cNvSpPr/>
          <p:nvPr/>
        </p:nvSpPr>
        <p:spPr>
          <a:xfrm>
            <a:off x="8400000" y="210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0" name="Fehlt Text 1"/>
          <p:cNvSpPr/>
          <p:nvPr/>
        </p:nvSpPr>
        <p:spPr>
          <a:xfrm>
            <a:off x="8740000" y="2040000"/>
            <a:ext cx="3060000" cy="560000"/>
          </a:xfrm>
          <a:prstGeom prst="rect">
            <a:avLst/>
          </a:prstGeom>
          <a:noFill/>
          <a:ln>
            <a:noFill/>
          </a:ln>
        </p:spPr>
        <p:txBody>
          <a:bodyPr wrap="square" lIns="0" tIns="20000" rIns="60000" bIns="20000" anchor="ctr">
            <a:normAutofit/>
          </a:bodyPr>
          <a:lstStyle/>
          <a:p>
            <a:pPr algn="l"/>
            <a:r>
              <a:rPr lang="de-DE" sz="2000" b="0">
                <a:solidFill>
                  <a:srgbClr val="5B666F"/>
                </a:solidFill>
              </a:rPr>
              <a:t>kein absoluter Zeitstempel</a:t>
            </a:r>
          </a:p>
        </p:txBody>
      </p:sp>
      <p:sp>
        <p:nvSpPr>
          <p:cNvPr id="471" name="Fehlt Symbol 2"/>
          <p:cNvSpPr/>
          <p:nvPr/>
        </p:nvSpPr>
        <p:spPr>
          <a:xfrm>
            <a:off x="8400000" y="272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1" name="Fehlt Text 2"/>
          <p:cNvSpPr/>
          <p:nvPr/>
        </p:nvSpPr>
        <p:spPr>
          <a:xfrm>
            <a:off x="8740000" y="2660000"/>
            <a:ext cx="3060000" cy="560000"/>
          </a:xfrm>
          <a:prstGeom prst="rect">
            <a:avLst/>
          </a:prstGeom>
          <a:noFill/>
          <a:ln>
            <a:noFill/>
          </a:ln>
        </p:spPr>
        <p:txBody>
          <a:bodyPr wrap="square" lIns="0" tIns="20000" rIns="60000" bIns="20000" anchor="ctr">
            <a:normAutofit/>
          </a:bodyPr>
          <a:lstStyle/>
          <a:p>
            <a:pPr algn="l"/>
            <a:r>
              <a:rPr lang="de-DE" sz="2000" b="0">
                <a:solidFill>
                  <a:srgbClr val="5B666F"/>
                </a:solidFill>
              </a:rPr>
              <a:t>keine Akteursidentität</a:t>
            </a:r>
          </a:p>
        </p:txBody>
      </p:sp>
      <p:sp>
        <p:nvSpPr>
          <p:cNvPr id="472" name="Fehlt Symbol 3"/>
          <p:cNvSpPr/>
          <p:nvPr/>
        </p:nvSpPr>
        <p:spPr>
          <a:xfrm>
            <a:off x="8400000" y="334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2" name="Fehlt Text 3"/>
          <p:cNvSpPr/>
          <p:nvPr/>
        </p:nvSpPr>
        <p:spPr>
          <a:xfrm>
            <a:off x="8740000" y="3280000"/>
            <a:ext cx="3060000" cy="560000"/>
          </a:xfrm>
          <a:prstGeom prst="rect">
            <a:avLst/>
          </a:prstGeom>
          <a:noFill/>
          <a:ln>
            <a:noFill/>
          </a:ln>
        </p:spPr>
        <p:txBody>
          <a:bodyPr wrap="square" lIns="0" tIns="20000" rIns="60000" bIns="20000" anchor="ctr">
            <a:normAutofit fontScale="92500" lnSpcReduction="20000"/>
          </a:bodyPr>
          <a:lstStyle/>
          <a:p>
            <a:pPr algn="l"/>
            <a:r>
              <a:rPr lang="de-DE" sz="2000" b="0">
                <a:solidFill>
                  <a:srgbClr val="5B666F"/>
                </a:solidFill>
              </a:rPr>
              <a:t>Loginhalt nach Kaltstart gelöscht</a:t>
            </a:r>
          </a:p>
        </p:txBody>
      </p:sp>
      <p:sp>
        <p:nvSpPr>
          <p:cNvPr id="490" name="Fail Feld"/>
          <p:cNvSpPr/>
          <p:nvPr/>
        </p:nvSpPr>
        <p:spPr>
          <a:xfrm>
            <a:off x="8400000" y="4060000"/>
            <a:ext cx="3400000" cy="620000"/>
          </a:xfrm>
          <a:prstGeom prst="rect">
            <a:avLst/>
          </a:prstGeom>
          <a:solidFill>
            <a:srgbClr val="FF6E00"/>
          </a:solidFill>
          <a:ln>
            <a:noFill/>
          </a:ln>
        </p:spPr>
        <p:txBody>
          <a:bodyPr wrap="square" lIns="0" tIns="20000" rIns="60000" bIns="20000" anchor="ctr">
            <a:normAutofit/>
          </a:bodyPr>
          <a:lstStyle/>
          <a:p>
            <a:pPr algn="ctr"/>
            <a:r>
              <a:rPr lang="de-DE" sz="2000" b="1">
                <a:solidFill>
                  <a:srgbClr val="FFFFFF"/>
                </a:solidFill>
              </a:rPr>
              <a:t>RQ-003 und RQ-012 · Fail</a:t>
            </a:r>
          </a:p>
        </p:txBody>
      </p:sp>
      <p:sp>
        <p:nvSpPr>
          <p:cNvPr id="3" name="Autor Fusszeile">
            <a:extLst>
              <a:ext uri="{FF2B5EF4-FFF2-40B4-BE49-F238E27FC236}">
                <a16:creationId xmlns:a16="http://schemas.microsoft.com/office/drawing/2014/main" id="{12965CC0-C432-28E4-D1AE-68FCBB90FE38}"/>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235596D8-9868-2783-3B61-FB46B2D770F5}"/>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4A584C8E-935D-1EC1-419D-271F27905CA5}"/>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0"/>
                                        </p:tgtEl>
                                        <p:attrNameLst>
                                          <p:attrName>style.visibility</p:attrName>
                                        </p:attrNameLst>
                                      </p:cBhvr>
                                      <p:to>
                                        <p:strVal val="visible"/>
                                      </p:to>
                                    </p:set>
                                    <p:animEffect transition="in" filter="fade">
                                      <p:cBhvr>
                                        <p:cTn id="7" dur="400"/>
                                        <p:tgtEl>
                                          <p:spTgt spid="460"/>
                                        </p:tgtEl>
                                      </p:cBhvr>
                                    </p:animEffect>
                                  </p:childTnLst>
                                </p:cTn>
                              </p:par>
                              <p:par>
                                <p:cTn id="8" presetID="10" presetClass="entr" presetSubtype="0" fill="hold" grpId="0" nodeType="afterEffect">
                                  <p:stCondLst>
                                    <p:cond delay="200"/>
                                  </p:stCondLst>
                                  <p:childTnLst>
                                    <p:set>
                                      <p:cBhvr>
                                        <p:cTn id="9" dur="1" fill="hold">
                                          <p:stCondLst>
                                            <p:cond delay="0"/>
                                          </p:stCondLst>
                                        </p:cTn>
                                        <p:tgtEl>
                                          <p:spTgt spid="470"/>
                                        </p:tgtEl>
                                        <p:attrNameLst>
                                          <p:attrName>style.visibility</p:attrName>
                                        </p:attrNameLst>
                                      </p:cBhvr>
                                      <p:to>
                                        <p:strVal val="visible"/>
                                      </p:to>
                                    </p:set>
                                    <p:animEffect transition="in" filter="fade">
                                      <p:cBhvr>
                                        <p:cTn id="10" dur="400"/>
                                        <p:tgtEl>
                                          <p:spTgt spid="47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0"/>
                                        </p:tgtEl>
                                        <p:attrNameLst>
                                          <p:attrName>style.visibility</p:attrName>
                                        </p:attrNameLst>
                                      </p:cBhvr>
                                      <p:to>
                                        <p:strVal val="visible"/>
                                      </p:to>
                                    </p:set>
                                    <p:animEffect transition="in" filter="fade">
                                      <p:cBhvr>
                                        <p:cTn id="13" dur="400"/>
                                        <p:tgtEl>
                                          <p:spTgt spid="480"/>
                                        </p:tgtEl>
                                      </p:cBhvr>
                                    </p:animEffect>
                                  </p:childTnLst>
                                </p:cTn>
                              </p:par>
                              <p:par>
                                <p:cTn id="14" presetID="10" presetClass="entr" presetSubtype="0" fill="hold" grpId="0" nodeType="afterEffect">
                                  <p:stCondLst>
                                    <p:cond delay="200"/>
                                  </p:stCondLst>
                                  <p:childTnLst>
                                    <p:set>
                                      <p:cBhvr>
                                        <p:cTn id="15" dur="1" fill="hold">
                                          <p:stCondLst>
                                            <p:cond delay="0"/>
                                          </p:stCondLst>
                                        </p:cTn>
                                        <p:tgtEl>
                                          <p:spTgt spid="471"/>
                                        </p:tgtEl>
                                        <p:attrNameLst>
                                          <p:attrName>style.visibility</p:attrName>
                                        </p:attrNameLst>
                                      </p:cBhvr>
                                      <p:to>
                                        <p:strVal val="visible"/>
                                      </p:to>
                                    </p:set>
                                    <p:animEffect transition="in" filter="fade">
                                      <p:cBhvr>
                                        <p:cTn id="16" dur="400"/>
                                        <p:tgtEl>
                                          <p:spTgt spid="47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81"/>
                                        </p:tgtEl>
                                        <p:attrNameLst>
                                          <p:attrName>style.visibility</p:attrName>
                                        </p:attrNameLst>
                                      </p:cBhvr>
                                      <p:to>
                                        <p:strVal val="visible"/>
                                      </p:to>
                                    </p:set>
                                    <p:animEffect transition="in" filter="fade">
                                      <p:cBhvr>
                                        <p:cTn id="19" dur="400"/>
                                        <p:tgtEl>
                                          <p:spTgt spid="481"/>
                                        </p:tgtEl>
                                      </p:cBhvr>
                                    </p:animEffect>
                                  </p:childTnLst>
                                </p:cTn>
                              </p:par>
                              <p:par>
                                <p:cTn id="20" presetID="10" presetClass="entr" presetSubtype="0" fill="hold" grpId="0" nodeType="afterEffect">
                                  <p:stCondLst>
                                    <p:cond delay="200"/>
                                  </p:stCondLst>
                                  <p:childTnLst>
                                    <p:set>
                                      <p:cBhvr>
                                        <p:cTn id="21" dur="1" fill="hold">
                                          <p:stCondLst>
                                            <p:cond delay="0"/>
                                          </p:stCondLst>
                                        </p:cTn>
                                        <p:tgtEl>
                                          <p:spTgt spid="472"/>
                                        </p:tgtEl>
                                        <p:attrNameLst>
                                          <p:attrName>style.visibility</p:attrName>
                                        </p:attrNameLst>
                                      </p:cBhvr>
                                      <p:to>
                                        <p:strVal val="visible"/>
                                      </p:to>
                                    </p:set>
                                    <p:animEffect transition="in" filter="fade">
                                      <p:cBhvr>
                                        <p:cTn id="22" dur="400"/>
                                        <p:tgtEl>
                                          <p:spTgt spid="47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82"/>
                                        </p:tgtEl>
                                        <p:attrNameLst>
                                          <p:attrName>style.visibility</p:attrName>
                                        </p:attrNameLst>
                                      </p:cBhvr>
                                      <p:to>
                                        <p:strVal val="visible"/>
                                      </p:to>
                                    </p:set>
                                    <p:animEffect transition="in" filter="fade">
                                      <p:cBhvr>
                                        <p:cTn id="25" dur="400"/>
                                        <p:tgtEl>
                                          <p:spTgt spid="48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90"/>
                                        </p:tgtEl>
                                        <p:attrNameLst>
                                          <p:attrName>style.visibility</p:attrName>
                                        </p:attrNameLst>
                                      </p:cBhvr>
                                      <p:to>
                                        <p:strVal val="visible"/>
                                      </p:to>
                                    </p:set>
                                    <p:animEffect transition="in" filter="fade">
                                      <p:cBhvr>
                                        <p:cTn id="30" dur="400"/>
                                        <p:tgtEl>
                                          <p:spTgt spid="4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 grpId="0" animBg="1"/>
      <p:bldP spid="470" grpId="0" animBg="1"/>
      <p:bldP spid="480" grpId="0" animBg="1"/>
      <p:bldP spid="471" grpId="0" animBg="1"/>
      <p:bldP spid="481" grpId="0" animBg="1"/>
      <p:bldP spid="472" grpId="0" animBg="1"/>
      <p:bldP spid="482" grpId="0" animBg="1"/>
      <p:bldP spid="49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Sicherer Zustand und Cybersecurity-Konformität sind </a:t>
            </a:r>
            <a:br>
              <a:rPr lang="de-DE" sz="2800" b="1" dirty="0"/>
            </a:br>
            <a:r>
              <a:rPr lang="de-DE" sz="2800" b="1" dirty="0"/>
              <a:t>trennbare Eigenschaften</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dirty="0"/>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A67A550F-B4F4-41F1-AC4B-BE6EF865DDB0}" type="slidenum">
              <a:rPr lang="de-DE"/>
              <a:t>17</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dirty="0"/>
              <a:t>Fazit</a:t>
            </a:r>
          </a:p>
        </p:txBody>
      </p:sp>
      <p:sp>
        <p:nvSpPr>
          <p:cNvPr id="101" name="Frage-Karte 1"/>
          <p:cNvSpPr/>
          <p:nvPr/>
        </p:nvSpPr>
        <p:spPr>
          <a:xfrm>
            <a:off x="400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fontScale="92500"/>
          </a:bodyPr>
          <a:lstStyle/>
          <a:p>
            <a:pPr algn="ctr"/>
            <a:r>
              <a:rPr lang="de-DE" sz="2800" b="1" dirty="0">
                <a:solidFill>
                  <a:srgbClr val="FF6E00"/>
                </a:solidFill>
              </a:rPr>
              <a:t>Übersetzen?</a:t>
            </a:r>
          </a:p>
          <a:p>
            <a:pPr algn="ctr">
              <a:lnSpc>
                <a:spcPct val="110000"/>
              </a:lnSpc>
              <a:spcBef>
                <a:spcPts val="900"/>
              </a:spcBef>
            </a:pPr>
            <a:r>
              <a:rPr lang="de-DE" sz="2000" dirty="0">
                <a:solidFill>
                  <a:srgbClr val="30343A"/>
                </a:solidFill>
              </a:rPr>
              <a:t>Die Ableitungskette erzeugt Anforderungen, die sich an konkrete Schnittstelle, Asset und Zugriffsposition binden lassen, durchgängig belegt.</a:t>
            </a:r>
          </a:p>
        </p:txBody>
      </p:sp>
      <p:sp>
        <p:nvSpPr>
          <p:cNvPr id="102" name="Frage-Karte 2"/>
          <p:cNvSpPr/>
          <p:nvPr/>
        </p:nvSpPr>
        <p:spPr>
          <a:xfrm>
            <a:off x="4296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a:bodyPr>
          <a:lstStyle/>
          <a:p>
            <a:pPr algn="ctr"/>
            <a:r>
              <a:rPr lang="de-DE" sz="2800" b="1" dirty="0">
                <a:solidFill>
                  <a:srgbClr val="FF6E00"/>
                </a:solidFill>
              </a:rPr>
              <a:t>Anwendbar?</a:t>
            </a:r>
          </a:p>
          <a:p>
            <a:pPr algn="ctr">
              <a:lnSpc>
                <a:spcPct val="110000"/>
              </a:lnSpc>
              <a:spcBef>
                <a:spcPts val="900"/>
              </a:spcBef>
            </a:pPr>
            <a:r>
              <a:rPr lang="de-DE" sz="2000" dirty="0">
                <a:solidFill>
                  <a:srgbClr val="30343A"/>
                </a:solidFill>
              </a:rPr>
              <a:t>Vier direkt, zwei mit Anpassung, drei nicht anwendbar, einer blockiert,  alle vorab erkannt.</a:t>
            </a:r>
          </a:p>
        </p:txBody>
      </p:sp>
      <p:sp>
        <p:nvSpPr>
          <p:cNvPr id="103" name="Frage-Karte 3"/>
          <p:cNvSpPr/>
          <p:nvPr/>
        </p:nvSpPr>
        <p:spPr>
          <a:xfrm>
            <a:off x="8192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lnSpcReduction="10000"/>
          </a:bodyPr>
          <a:lstStyle/>
          <a:p>
            <a:pPr algn="ctr"/>
            <a:r>
              <a:rPr lang="de-DE" sz="2800" b="1" dirty="0">
                <a:solidFill>
                  <a:srgbClr val="FF6E00"/>
                </a:solidFill>
              </a:rPr>
              <a:t>Direktzugriff?</a:t>
            </a:r>
          </a:p>
          <a:p>
            <a:pPr algn="ctr">
              <a:lnSpc>
                <a:spcPct val="110000"/>
              </a:lnSpc>
              <a:spcBef>
                <a:spcPts val="900"/>
              </a:spcBef>
            </a:pPr>
            <a:r>
              <a:rPr lang="de-DE" sz="2000">
                <a:solidFill>
                  <a:srgbClr val="30343A"/>
                </a:solidFill>
              </a:rPr>
              <a:t>Verifiziert Funktionen auf dem IT-Pfad abschließend, kann über die zyklische Safety-Kommunikation strukturell keine Aussage treffen.</a:t>
            </a:r>
            <a:endParaRPr lang="de-DE" sz="2000" dirty="0">
              <a:solidFill>
                <a:srgbClr val="30343A"/>
              </a:solidFill>
            </a:endParaRP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FF6E00"/>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1">
                <a:solidFill>
                  <a:srgbClr val="FF6E00"/>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 name="Autor Fusszeile">
            <a:extLst>
              <a:ext uri="{FF2B5EF4-FFF2-40B4-BE49-F238E27FC236}">
                <a16:creationId xmlns:a16="http://schemas.microsoft.com/office/drawing/2014/main" id="{33F9A1C7-D3D4-88E0-F5CB-838B35B58569}"/>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F6BD42A2-3851-2898-EA19-FD915E9C04B8}"/>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C316427F-50C0-AC8E-53EB-92DE67CF81E2}"/>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 Schritte für die Weiterentwicklung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276C4F5C-AA36-4590-B2A9-2555AAAC2EAE}" type="slidenum">
              <a:rPr lang="de-DE"/>
              <a:t>18</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Ausblick</a:t>
            </a:r>
          </a:p>
        </p:txBody>
      </p:sp>
      <p:sp>
        <p:nvSpPr>
          <p:cNvPr id="3"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4"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FF6E00"/>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1">
                <a:solidFill>
                  <a:srgbClr val="FF6E00"/>
                </a:solidFill>
              </a:rPr>
              <a:t>Ausblick</a:t>
            </a:r>
          </a:p>
        </p:txBody>
      </p:sp>
      <p:sp>
        <p:nvSpPr>
          <p:cNvPr id="500" name="Karte 1"/>
          <p:cNvSpPr/>
          <p:nvPr/>
        </p:nvSpPr>
        <p:spPr>
          <a:xfrm>
            <a:off x="400000" y="1500000"/>
            <a:ext cx="2740000" cy="3000000"/>
          </a:xfrm>
          <a:prstGeom prst="rect">
            <a:avLst/>
          </a:prstGeom>
          <a:solidFill>
            <a:srgbClr val="FF6E00"/>
          </a:solidFill>
          <a:ln>
            <a:noFill/>
          </a:ln>
        </p:spPr>
        <p:txBody>
          <a:bodyPr wrap="square" lIns="120000" tIns="20000" rIns="60000" bIns="20000" anchor="ctr">
            <a:normAutofit/>
          </a:bodyPr>
          <a:lstStyle/>
          <a:p>
            <a:endParaRPr lang="de-DE"/>
          </a:p>
        </p:txBody>
      </p:sp>
      <p:sp>
        <p:nvSpPr>
          <p:cNvPr id="510" name="Ziffer 1"/>
          <p:cNvSpPr/>
          <p:nvPr/>
        </p:nvSpPr>
        <p:spPr>
          <a:xfrm>
            <a:off x="560000" y="1640000"/>
            <a:ext cx="900000" cy="760000"/>
          </a:xfrm>
          <a:prstGeom prst="rect">
            <a:avLst/>
          </a:prstGeom>
          <a:noFill/>
          <a:ln>
            <a:noFill/>
          </a:ln>
        </p:spPr>
        <p:txBody>
          <a:bodyPr wrap="square" lIns="0" tIns="20000" rIns="60000" bIns="20000" anchor="t">
            <a:normAutofit/>
          </a:bodyPr>
          <a:lstStyle/>
          <a:p>
            <a:pPr algn="l"/>
            <a:r>
              <a:rPr lang="de-DE" sz="4000" b="1">
                <a:solidFill>
                  <a:srgbClr val="FFFFFF"/>
                </a:solidFill>
              </a:rPr>
              <a:t>1</a:t>
            </a:r>
          </a:p>
        </p:txBody>
      </p:sp>
      <p:sp>
        <p:nvSpPr>
          <p:cNvPr id="520" name="Titel 1"/>
          <p:cNvSpPr/>
          <p:nvPr/>
        </p:nvSpPr>
        <p:spPr>
          <a:xfrm>
            <a:off x="560000" y="2400000"/>
            <a:ext cx="2420000" cy="680000"/>
          </a:xfrm>
          <a:prstGeom prst="rect">
            <a:avLst/>
          </a:prstGeom>
          <a:noFill/>
          <a:ln>
            <a:noFill/>
          </a:ln>
        </p:spPr>
        <p:txBody>
          <a:bodyPr wrap="square" lIns="0" tIns="20000" rIns="60000" bIns="20000" anchor="t">
            <a:normAutofit/>
          </a:bodyPr>
          <a:lstStyle/>
          <a:p>
            <a:pPr algn="l"/>
            <a:r>
              <a:rPr lang="de-DE" sz="2400" b="1">
                <a:solidFill>
                  <a:srgbClr val="FFFFFF"/>
                </a:solidFill>
              </a:rPr>
              <a:t>NV2 realisieren</a:t>
            </a:r>
          </a:p>
        </p:txBody>
      </p:sp>
      <p:sp>
        <p:nvSpPr>
          <p:cNvPr id="530" name="Zusatz 1"/>
          <p:cNvSpPr/>
          <p:nvPr/>
        </p:nvSpPr>
        <p:spPr>
          <a:xfrm>
            <a:off x="560000" y="3030000"/>
            <a:ext cx="2420000" cy="950000"/>
          </a:xfrm>
          <a:prstGeom prst="rect">
            <a:avLst/>
          </a:prstGeom>
          <a:noFill/>
          <a:ln>
            <a:noFill/>
          </a:ln>
        </p:spPr>
        <p:txBody>
          <a:bodyPr wrap="square" lIns="0" tIns="20000" rIns="60000" bIns="20000" anchor="t">
            <a:normAutofit/>
          </a:bodyPr>
          <a:lstStyle/>
          <a:p>
            <a:pPr algn="l"/>
            <a:r>
              <a:rPr lang="de-DE" sz="2000" b="0" dirty="0">
                <a:solidFill>
                  <a:srgbClr val="FFE0C7"/>
                </a:solidFill>
              </a:rPr>
              <a:t>Mirror-Port oder Netzwerk-Tap</a:t>
            </a:r>
          </a:p>
        </p:txBody>
      </p:sp>
      <p:sp>
        <p:nvSpPr>
          <p:cNvPr id="540" name="Chip 1"/>
          <p:cNvSpPr/>
          <p:nvPr/>
        </p:nvSpPr>
        <p:spPr>
          <a:xfrm>
            <a:off x="560000" y="4000000"/>
            <a:ext cx="2420000" cy="420000"/>
          </a:xfrm>
          <a:prstGeom prst="roundRect">
            <a:avLst/>
          </a:prstGeom>
          <a:solidFill>
            <a:srgbClr val="FFFFFF"/>
          </a:solidFill>
          <a:ln w="12700">
            <a:solidFill>
              <a:srgbClr val="FFFFFF"/>
            </a:solidFill>
          </a:ln>
        </p:spPr>
        <p:txBody>
          <a:bodyPr wrap="square" lIns="0" tIns="20000" rIns="60000" bIns="20000" anchor="ctr">
            <a:normAutofit/>
          </a:bodyPr>
          <a:lstStyle/>
          <a:p>
            <a:pPr algn="ctr"/>
            <a:r>
              <a:rPr lang="de-DE" sz="2000" b="1">
                <a:solidFill>
                  <a:srgbClr val="FF6E00"/>
                </a:solidFill>
              </a:rPr>
              <a:t>kurzfristig</a:t>
            </a:r>
          </a:p>
        </p:txBody>
      </p:sp>
      <p:sp>
        <p:nvSpPr>
          <p:cNvPr id="501" name="Karte 2"/>
          <p:cNvSpPr/>
          <p:nvPr/>
        </p:nvSpPr>
        <p:spPr>
          <a:xfrm>
            <a:off x="3310000" y="1500000"/>
            <a:ext cx="2740000" cy="3000000"/>
          </a:xfrm>
          <a:prstGeom prst="rect">
            <a:avLst/>
          </a:prstGeom>
          <a:solidFill>
            <a:srgbClr val="FF6E00"/>
          </a:solidFill>
          <a:ln>
            <a:noFill/>
          </a:ln>
        </p:spPr>
        <p:txBody>
          <a:bodyPr wrap="square" lIns="120000" tIns="20000" rIns="60000" bIns="20000" anchor="ctr">
            <a:normAutofit/>
          </a:bodyPr>
          <a:lstStyle/>
          <a:p>
            <a:endParaRPr lang="de-DE"/>
          </a:p>
        </p:txBody>
      </p:sp>
      <p:sp>
        <p:nvSpPr>
          <p:cNvPr id="511" name="Ziffer 2"/>
          <p:cNvSpPr/>
          <p:nvPr/>
        </p:nvSpPr>
        <p:spPr>
          <a:xfrm>
            <a:off x="3470000" y="1640000"/>
            <a:ext cx="900000" cy="760000"/>
          </a:xfrm>
          <a:prstGeom prst="rect">
            <a:avLst/>
          </a:prstGeom>
          <a:noFill/>
          <a:ln>
            <a:noFill/>
          </a:ln>
        </p:spPr>
        <p:txBody>
          <a:bodyPr wrap="square" lIns="0" tIns="20000" rIns="60000" bIns="20000" anchor="t">
            <a:normAutofit/>
          </a:bodyPr>
          <a:lstStyle/>
          <a:p>
            <a:pPr algn="l"/>
            <a:r>
              <a:rPr lang="de-DE" sz="4000" b="1">
                <a:solidFill>
                  <a:srgbClr val="FFFFFF"/>
                </a:solidFill>
              </a:rPr>
              <a:t>2</a:t>
            </a:r>
          </a:p>
        </p:txBody>
      </p:sp>
      <p:sp>
        <p:nvSpPr>
          <p:cNvPr id="521" name="Titel 2"/>
          <p:cNvSpPr/>
          <p:nvPr/>
        </p:nvSpPr>
        <p:spPr>
          <a:xfrm>
            <a:off x="3470000" y="2400000"/>
            <a:ext cx="2420000" cy="680000"/>
          </a:xfrm>
          <a:prstGeom prst="rect">
            <a:avLst/>
          </a:prstGeom>
          <a:noFill/>
          <a:ln>
            <a:noFill/>
          </a:ln>
        </p:spPr>
        <p:txBody>
          <a:bodyPr wrap="square" lIns="0" tIns="20000" rIns="60000" bIns="20000" anchor="t">
            <a:normAutofit/>
          </a:bodyPr>
          <a:lstStyle/>
          <a:p>
            <a:pPr algn="l"/>
            <a:r>
              <a:rPr lang="de-DE" sz="2400" b="1">
                <a:solidFill>
                  <a:srgbClr val="FFFFFF"/>
                </a:solidFill>
              </a:rPr>
              <a:t>NV3 realisieren</a:t>
            </a:r>
          </a:p>
        </p:txBody>
      </p:sp>
      <p:sp>
        <p:nvSpPr>
          <p:cNvPr id="531" name="Zusatz 2"/>
          <p:cNvSpPr/>
          <p:nvPr/>
        </p:nvSpPr>
        <p:spPr>
          <a:xfrm>
            <a:off x="3470000" y="3030000"/>
            <a:ext cx="2420000" cy="950000"/>
          </a:xfrm>
          <a:prstGeom prst="rect">
            <a:avLst/>
          </a:prstGeom>
          <a:noFill/>
          <a:ln>
            <a:noFill/>
          </a:ln>
        </p:spPr>
        <p:txBody>
          <a:bodyPr wrap="square" lIns="0" tIns="20000" rIns="60000" bIns="20000" anchor="t">
            <a:normAutofit/>
          </a:bodyPr>
          <a:lstStyle/>
          <a:p>
            <a:pPr algn="l"/>
            <a:r>
              <a:rPr lang="de-DE" sz="2000" b="0">
                <a:solidFill>
                  <a:srgbClr val="FFE0C7"/>
                </a:solidFill>
              </a:rPr>
              <a:t>transparente Bridge</a:t>
            </a:r>
          </a:p>
        </p:txBody>
      </p:sp>
      <p:sp>
        <p:nvSpPr>
          <p:cNvPr id="541" name="Chip 2"/>
          <p:cNvSpPr/>
          <p:nvPr/>
        </p:nvSpPr>
        <p:spPr>
          <a:xfrm>
            <a:off x="3470000" y="4000000"/>
            <a:ext cx="2420000" cy="420000"/>
          </a:xfrm>
          <a:prstGeom prst="roundRect">
            <a:avLst/>
          </a:prstGeom>
          <a:solidFill>
            <a:srgbClr val="FFFFFF"/>
          </a:solidFill>
          <a:ln w="12700">
            <a:solidFill>
              <a:srgbClr val="FFFFFF"/>
            </a:solidFill>
          </a:ln>
        </p:spPr>
        <p:txBody>
          <a:bodyPr wrap="square" lIns="0" tIns="20000" rIns="60000" bIns="20000" anchor="ctr">
            <a:normAutofit/>
          </a:bodyPr>
          <a:lstStyle/>
          <a:p>
            <a:pPr algn="ctr"/>
            <a:r>
              <a:rPr lang="de-DE" sz="2000" b="1">
                <a:solidFill>
                  <a:srgbClr val="FF6E00"/>
                </a:solidFill>
              </a:rPr>
              <a:t>kurzfristig</a:t>
            </a:r>
          </a:p>
        </p:txBody>
      </p:sp>
      <p:sp>
        <p:nvSpPr>
          <p:cNvPr id="502" name="Karte 3"/>
          <p:cNvSpPr/>
          <p:nvPr/>
        </p:nvSpPr>
        <p:spPr>
          <a:xfrm>
            <a:off x="6220000" y="1500000"/>
            <a:ext cx="2740000" cy="3000000"/>
          </a:xfrm>
          <a:prstGeom prst="rect">
            <a:avLst/>
          </a:prstGeom>
          <a:solidFill>
            <a:srgbClr val="F2F2F2"/>
          </a:solidFill>
          <a:ln w="12700">
            <a:solidFill>
              <a:srgbClr val="D9D9D9"/>
            </a:solidFill>
          </a:ln>
        </p:spPr>
        <p:txBody>
          <a:bodyPr wrap="square" lIns="120000" tIns="20000" rIns="60000" bIns="20000" anchor="ctr">
            <a:normAutofit/>
          </a:bodyPr>
          <a:lstStyle/>
          <a:p>
            <a:endParaRPr lang="de-DE"/>
          </a:p>
        </p:txBody>
      </p:sp>
      <p:sp>
        <p:nvSpPr>
          <p:cNvPr id="512" name="Ziffer 3"/>
          <p:cNvSpPr/>
          <p:nvPr/>
        </p:nvSpPr>
        <p:spPr>
          <a:xfrm>
            <a:off x="6380000" y="1640000"/>
            <a:ext cx="900000" cy="760000"/>
          </a:xfrm>
          <a:prstGeom prst="rect">
            <a:avLst/>
          </a:prstGeom>
          <a:noFill/>
          <a:ln>
            <a:noFill/>
          </a:ln>
        </p:spPr>
        <p:txBody>
          <a:bodyPr wrap="square" lIns="0" tIns="20000" rIns="60000" bIns="20000" anchor="t">
            <a:normAutofit/>
          </a:bodyPr>
          <a:lstStyle/>
          <a:p>
            <a:pPr algn="l"/>
            <a:r>
              <a:rPr lang="de-DE" sz="4000" b="1">
                <a:solidFill>
                  <a:srgbClr val="30343A"/>
                </a:solidFill>
              </a:rPr>
              <a:t>3</a:t>
            </a:r>
          </a:p>
        </p:txBody>
      </p:sp>
      <p:sp>
        <p:nvSpPr>
          <p:cNvPr id="522" name="Titel 3"/>
          <p:cNvSpPr/>
          <p:nvPr/>
        </p:nvSpPr>
        <p:spPr>
          <a:xfrm>
            <a:off x="6380000" y="2400000"/>
            <a:ext cx="2420000" cy="680000"/>
          </a:xfrm>
          <a:prstGeom prst="rect">
            <a:avLst/>
          </a:prstGeom>
          <a:noFill/>
          <a:ln>
            <a:noFill/>
          </a:ln>
        </p:spPr>
        <p:txBody>
          <a:bodyPr wrap="square" lIns="0" tIns="20000" rIns="60000" bIns="20000" anchor="t">
            <a:normAutofit fontScale="92500" lnSpcReduction="10000"/>
          </a:bodyPr>
          <a:lstStyle/>
          <a:p>
            <a:pPr algn="l"/>
            <a:r>
              <a:rPr lang="de-DE" sz="2400" b="1">
                <a:solidFill>
                  <a:srgbClr val="30343A"/>
                </a:solidFill>
              </a:rPr>
              <a:t>Testtiefe skalieren</a:t>
            </a:r>
          </a:p>
        </p:txBody>
      </p:sp>
      <p:sp>
        <p:nvSpPr>
          <p:cNvPr id="532" name="Zusatz 3"/>
          <p:cNvSpPr/>
          <p:nvPr/>
        </p:nvSpPr>
        <p:spPr>
          <a:xfrm>
            <a:off x="6380000" y="3030000"/>
            <a:ext cx="2420000" cy="950000"/>
          </a:xfrm>
          <a:prstGeom prst="rect">
            <a:avLst/>
          </a:prstGeom>
          <a:noFill/>
          <a:ln>
            <a:noFill/>
          </a:ln>
        </p:spPr>
        <p:txBody>
          <a:bodyPr wrap="square" lIns="0" tIns="20000" rIns="60000" bIns="20000" anchor="t">
            <a:normAutofit/>
          </a:bodyPr>
          <a:lstStyle/>
          <a:p>
            <a:pPr algn="l"/>
            <a:r>
              <a:rPr lang="de-DE" sz="2000" b="0">
                <a:solidFill>
                  <a:srgbClr val="5B666F"/>
                </a:solidFill>
              </a:rPr>
              <a:t>Staffelung über SRSL-Stufen</a:t>
            </a:r>
          </a:p>
        </p:txBody>
      </p:sp>
      <p:sp>
        <p:nvSpPr>
          <p:cNvPr id="542" name="Chip 3"/>
          <p:cNvSpPr/>
          <p:nvPr/>
        </p:nvSpPr>
        <p:spPr>
          <a:xfrm>
            <a:off x="6380000" y="4000000"/>
            <a:ext cx="2420000" cy="420000"/>
          </a:xfrm>
          <a:prstGeom prst="roundRect">
            <a:avLst/>
          </a:prstGeom>
          <a:solidFill>
            <a:srgbClr val="FFFFFF"/>
          </a:solidFill>
          <a:ln w="12700">
            <a:solidFill>
              <a:srgbClr val="9AA1A9"/>
            </a:solidFill>
          </a:ln>
        </p:spPr>
        <p:txBody>
          <a:bodyPr wrap="square" lIns="0" tIns="20000" rIns="60000" bIns="20000" anchor="ctr">
            <a:normAutofit/>
          </a:bodyPr>
          <a:lstStyle/>
          <a:p>
            <a:pPr algn="ctr"/>
            <a:r>
              <a:rPr lang="de-DE" sz="2000" b="1">
                <a:solidFill>
                  <a:srgbClr val="FF6E00"/>
                </a:solidFill>
              </a:rPr>
              <a:t>mittelfristig</a:t>
            </a:r>
          </a:p>
        </p:txBody>
      </p:sp>
      <p:sp>
        <p:nvSpPr>
          <p:cNvPr id="503" name="Karte 4"/>
          <p:cNvSpPr/>
          <p:nvPr/>
        </p:nvSpPr>
        <p:spPr>
          <a:xfrm>
            <a:off x="9130000" y="1500000"/>
            <a:ext cx="2740000" cy="3000000"/>
          </a:xfrm>
          <a:prstGeom prst="rect">
            <a:avLst/>
          </a:prstGeom>
          <a:solidFill>
            <a:srgbClr val="F2F2F2"/>
          </a:solidFill>
          <a:ln w="12700">
            <a:solidFill>
              <a:srgbClr val="D9D9D9"/>
            </a:solidFill>
          </a:ln>
        </p:spPr>
        <p:txBody>
          <a:bodyPr wrap="square" lIns="120000" tIns="20000" rIns="60000" bIns="20000" anchor="ctr">
            <a:normAutofit/>
          </a:bodyPr>
          <a:lstStyle/>
          <a:p>
            <a:endParaRPr lang="de-DE"/>
          </a:p>
        </p:txBody>
      </p:sp>
      <p:sp>
        <p:nvSpPr>
          <p:cNvPr id="513" name="Ziffer 4"/>
          <p:cNvSpPr/>
          <p:nvPr/>
        </p:nvSpPr>
        <p:spPr>
          <a:xfrm>
            <a:off x="9290000" y="1640000"/>
            <a:ext cx="900000" cy="760000"/>
          </a:xfrm>
          <a:prstGeom prst="rect">
            <a:avLst/>
          </a:prstGeom>
          <a:noFill/>
          <a:ln>
            <a:noFill/>
          </a:ln>
        </p:spPr>
        <p:txBody>
          <a:bodyPr wrap="square" lIns="0" tIns="20000" rIns="60000" bIns="20000" anchor="t">
            <a:normAutofit/>
          </a:bodyPr>
          <a:lstStyle/>
          <a:p>
            <a:pPr algn="l"/>
            <a:r>
              <a:rPr lang="de-DE" sz="4000" b="1">
                <a:solidFill>
                  <a:srgbClr val="30343A"/>
                </a:solidFill>
              </a:rPr>
              <a:t>4</a:t>
            </a:r>
          </a:p>
        </p:txBody>
      </p:sp>
      <p:sp>
        <p:nvSpPr>
          <p:cNvPr id="523" name="Titel 4"/>
          <p:cNvSpPr/>
          <p:nvPr/>
        </p:nvSpPr>
        <p:spPr>
          <a:xfrm>
            <a:off x="9290000" y="2400000"/>
            <a:ext cx="2420000" cy="680000"/>
          </a:xfrm>
          <a:prstGeom prst="rect">
            <a:avLst/>
          </a:prstGeom>
          <a:noFill/>
          <a:ln>
            <a:noFill/>
          </a:ln>
        </p:spPr>
        <p:txBody>
          <a:bodyPr wrap="square" lIns="0" tIns="20000" rIns="60000" bIns="20000" anchor="t">
            <a:normAutofit fontScale="92500" lnSpcReduction="10000"/>
          </a:bodyPr>
          <a:lstStyle/>
          <a:p>
            <a:pPr algn="l"/>
            <a:r>
              <a:rPr lang="de-DE" sz="2400" b="1">
                <a:solidFill>
                  <a:srgbClr val="30343A"/>
                </a:solidFill>
              </a:rPr>
              <a:t>Methodik verankern</a:t>
            </a:r>
          </a:p>
        </p:txBody>
      </p:sp>
      <p:sp>
        <p:nvSpPr>
          <p:cNvPr id="533" name="Zusatz 4"/>
          <p:cNvSpPr/>
          <p:nvPr/>
        </p:nvSpPr>
        <p:spPr>
          <a:xfrm>
            <a:off x="9290000" y="3030000"/>
            <a:ext cx="2420000" cy="950000"/>
          </a:xfrm>
          <a:prstGeom prst="rect">
            <a:avLst/>
          </a:prstGeom>
          <a:noFill/>
          <a:ln>
            <a:noFill/>
          </a:ln>
        </p:spPr>
        <p:txBody>
          <a:bodyPr wrap="square" lIns="0" tIns="20000" rIns="60000" bIns="20000" anchor="t">
            <a:normAutofit lnSpcReduction="10000"/>
          </a:bodyPr>
          <a:lstStyle/>
          <a:p>
            <a:pPr algn="l"/>
            <a:r>
              <a:rPr lang="de-DE" sz="2000" b="0" dirty="0">
                <a:solidFill>
                  <a:srgbClr val="5B666F"/>
                </a:solidFill>
              </a:rPr>
              <a:t>Secure Development Lifecycle</a:t>
            </a:r>
          </a:p>
        </p:txBody>
      </p:sp>
      <p:sp>
        <p:nvSpPr>
          <p:cNvPr id="543" name="Chip 4"/>
          <p:cNvSpPr/>
          <p:nvPr/>
        </p:nvSpPr>
        <p:spPr>
          <a:xfrm>
            <a:off x="9290000" y="4000000"/>
            <a:ext cx="2420000" cy="420000"/>
          </a:xfrm>
          <a:prstGeom prst="roundRect">
            <a:avLst/>
          </a:prstGeom>
          <a:solidFill>
            <a:srgbClr val="FFFFFF"/>
          </a:solidFill>
          <a:ln w="12700">
            <a:solidFill>
              <a:srgbClr val="9AA1A9"/>
            </a:solidFill>
          </a:ln>
        </p:spPr>
        <p:txBody>
          <a:bodyPr wrap="square" lIns="0" tIns="20000" rIns="60000" bIns="20000" anchor="ctr">
            <a:normAutofit/>
          </a:bodyPr>
          <a:lstStyle/>
          <a:p>
            <a:pPr algn="ctr"/>
            <a:r>
              <a:rPr lang="de-DE" sz="2000" b="1">
                <a:solidFill>
                  <a:srgbClr val="FF6E00"/>
                </a:solidFill>
              </a:rPr>
              <a:t>mittelfristig</a:t>
            </a:r>
          </a:p>
        </p:txBody>
      </p:sp>
      <p:sp>
        <p:nvSpPr>
          <p:cNvPr id="6" name="Autor Fusszeile">
            <a:extLst>
              <a:ext uri="{FF2B5EF4-FFF2-40B4-BE49-F238E27FC236}">
                <a16:creationId xmlns:a16="http://schemas.microsoft.com/office/drawing/2014/main" id="{D304DE52-5049-B046-F32A-E24C48A54FB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7" name="Date Placeholder 12">
            <a:extLst>
              <a:ext uri="{FF2B5EF4-FFF2-40B4-BE49-F238E27FC236}">
                <a16:creationId xmlns:a16="http://schemas.microsoft.com/office/drawing/2014/main" id="{423D4B74-E149-B548-E07D-1417F52A174C}"/>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D271F2E6-9DF2-9C6F-993E-C6B3558D38CF}"/>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9">
            <a:extLst>
              <a:ext uri="{FF2B5EF4-FFF2-40B4-BE49-F238E27FC236}">
                <a16:creationId xmlns:a16="http://schemas.microsoft.com/office/drawing/2014/main" id="{1133B5E1-8FE6-75A2-6479-91B041A0580A}"/>
              </a:ext>
            </a:extLst>
          </p:cNvPr>
          <p:cNvSpPr>
            <a:spLocks noGrp="1"/>
          </p:cNvSpPr>
          <p:nvPr>
            <p:ph type="body" sz="quarter" idx="11" hasCustomPrompt="1"/>
          </p:nvPr>
        </p:nvSpPr>
        <p:spPr>
          <a:xfrm>
            <a:off x="1397000" y="6242050"/>
            <a:ext cx="4699000" cy="174625"/>
          </a:xfrm>
        </p:spPr>
        <p:txBody>
          <a:bodyPr lIns="0" tIns="0" rIns="0" bIns="0" anchor="b">
            <a:no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Nathalie Nuber</a:t>
            </a:r>
          </a:p>
        </p:txBody>
      </p:sp>
      <p:sp>
        <p:nvSpPr>
          <p:cNvPr id="4" name="Title 1">
            <a:extLst>
              <a:ext uri="{FF2B5EF4-FFF2-40B4-BE49-F238E27FC236}">
                <a16:creationId xmlns:a16="http://schemas.microsoft.com/office/drawing/2014/main" id="{913E86FC-5583-37C2-2F92-9F2EA352BD51}"/>
              </a:ext>
            </a:extLst>
          </p:cNvPr>
          <p:cNvSpPr txBox="1">
            <a:spLocks/>
          </p:cNvSpPr>
          <p:nvPr/>
        </p:nvSpPr>
        <p:spPr>
          <a:xfrm>
            <a:off x="439980" y="1090920"/>
            <a:ext cx="10992000" cy="1100000"/>
          </a:xfrm>
          <a:prstGeom prst="rect">
            <a:avLst/>
          </a:prstGeom>
        </p:spPr>
        <p:txBody>
          <a:bodyPr anchor="ctr">
            <a:normAutofit/>
          </a:bodyPr>
          <a:lstStyle>
            <a:lvl1pPr algn="l" defTabSz="914400" rtl="0" eaLnBrk="1" latinLnBrk="0" hangingPunct="1">
              <a:lnSpc>
                <a:spcPct val="90000"/>
              </a:lnSpc>
              <a:spcBef>
                <a:spcPct val="0"/>
              </a:spcBef>
              <a:buNone/>
              <a:defRPr sz="4000" kern="1200">
                <a:solidFill>
                  <a:schemeClr val="tx2"/>
                </a:solidFill>
                <a:latin typeface="+mj-lt"/>
                <a:ea typeface="+mj-ea"/>
                <a:cs typeface="+mj-cs"/>
              </a:defRPr>
            </a:lvl1pPr>
          </a:lstStyle>
          <a:p>
            <a:pPr algn="ctr"/>
            <a:r>
              <a:rPr lang="de-DE" b="1" dirty="0">
                <a:solidFill>
                  <a:schemeClr val="tx1"/>
                </a:solidFill>
              </a:rPr>
              <a:t>Vielen Dank für Ihre Aufmerksamkeit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fm powerpoint Master">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w="9525">
          <a:noFill/>
        </a:ln>
      </a:spPr>
      <a:bodyPr lIns="108000" tIns="72000" rIns="108000" bIns="72000" rtlCol="0" anchor="ctr"/>
      <a:lstStyle>
        <a:defPPr marL="180000" indent="-180000" algn="ctr">
          <a:buFont typeface="Arial" panose="020B0604020202020204" pitchFamily="34" charset="0"/>
          <a:buChar char="•"/>
          <a:defRPr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9525">
          <a:solidFill>
            <a:schemeClr val="accent2"/>
          </a:solidFill>
          <a:tailEnd type="none"/>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buClr>
            <a:schemeClr val="tx2"/>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Präsentation1" id="{78DB20B6-635E-481C-9A4E-5E1792BC3942}" vid="{3CBFD050-F2C8-471F-827C-5DF794ECC23B}"/>
    </a:ext>
  </a:extLst>
</a:theme>
</file>

<file path=ppt/theme/theme2.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45B52553D98B5429EF075933278D318" ma:contentTypeVersion="6" ma:contentTypeDescription="Ein neues Dokument erstellen." ma:contentTypeScope="" ma:versionID="920a476a874636e752190e44ec6087ab">
  <xsd:schema xmlns:xsd="http://www.w3.org/2001/XMLSchema" xmlns:xs="http://www.w3.org/2001/XMLSchema" xmlns:p="http://schemas.microsoft.com/office/2006/metadata/properties" xmlns:ns2="edebd399-61bb-41a3-a170-08dbff6e2386" xmlns:ns3="8d2a1563-0d9d-4259-bc57-467924f57fad" targetNamespace="http://schemas.microsoft.com/office/2006/metadata/properties" ma:root="true" ma:fieldsID="248b788c19ba11a52e368a5e490347fa" ns2:_="" ns3:_="">
    <xsd:import namespace="edebd399-61bb-41a3-a170-08dbff6e2386"/>
    <xsd:import namespace="8d2a1563-0d9d-4259-bc57-467924f57fa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ebd399-61bb-41a3-a170-08dbff6e23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d2a1563-0d9d-4259-bc57-467924f57fad" elementFormDefault="qualified">
    <xsd:import namespace="http://schemas.microsoft.com/office/2006/documentManagement/types"/>
    <xsd:import namespace="http://schemas.microsoft.com/office/infopath/2007/PartnerControls"/>
    <xsd:element name="SharedWithUsers" ma:index="10"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71E76F4-69AA-4864-850C-BF69620C2B4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ebd399-61bb-41a3-a170-08dbff6e2386"/>
    <ds:schemaRef ds:uri="8d2a1563-0d9d-4259-bc57-467924f57fa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F063D64-694F-4BCC-9DC6-30202EC9759F}">
  <ds:schemaRefs>
    <ds:schemaRef ds:uri="http://schemas.microsoft.com/sharepoint/v3/contenttype/forms"/>
  </ds:schemaRefs>
</ds:datastoreItem>
</file>

<file path=customXml/itemProps3.xml><?xml version="1.0" encoding="utf-8"?>
<ds:datastoreItem xmlns:ds="http://schemas.openxmlformats.org/officeDocument/2006/customXml" ds:itemID="{65C0EA16-CD53-4F37-BD65-CCA94DB53305}">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e97c528e-e8db-4a71-b5cb-4edd5b40a06c}" enabled="1" method="Standard" siteId="{2782ef14-4849-46b4-b90d-d7e83fc425ca}" removed="0"/>
</clbl:labelList>
</file>

<file path=docProps/app.xml><?xml version="1.0" encoding="utf-8"?>
<Properties xmlns="http://schemas.openxmlformats.org/officeDocument/2006/extended-properties" xmlns:vt="http://schemas.openxmlformats.org/officeDocument/2006/docPropsVTypes">
  <Template>ifm_powerpoint_toolbox_classic_2.1</Template>
  <TotalTime>0</TotalTime>
  <Words>4547</Words>
  <Application>Microsoft Office PowerPoint</Application>
  <PresentationFormat>Breitbild</PresentationFormat>
  <Paragraphs>679</Paragraphs>
  <Slides>19</Slides>
  <Notes>19</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19</vt:i4>
      </vt:variant>
    </vt:vector>
  </HeadingPairs>
  <TitlesOfParts>
    <vt:vector size="23" baseType="lpstr">
      <vt:lpstr>Arial</vt:lpstr>
      <vt:lpstr>Calibri</vt:lpstr>
      <vt:lpstr>ifm powerpoint Master</vt:lpstr>
      <vt:lpstr>think-cell Folie</vt:lpstr>
      <vt:lpstr>Functional Testing of Security in Industrial Gateways under the New Machinery Regulation</vt:lpstr>
      <vt:lpstr>Der Weg von der Pflicht zum Prüfergebnis</vt:lpstr>
      <vt:lpstr>Das Gateway verbindet zwei Welten mit gegensätzlichen Schutzzielen</vt:lpstr>
      <vt:lpstr>Ab 20. Januar 2027 ist Cybersecurity Teil der Konformitätsbewertung</vt:lpstr>
      <vt:lpstr>Zwischen Prüfpraxis und Regulierung klafft eine  Lücke</vt:lpstr>
      <vt:lpstr>Drei Fragen leiten die Arbeit</vt:lpstr>
      <vt:lpstr>Drei Ebenen führen von der Rechtspflicht zur  prüfbaren Anforderung</vt:lpstr>
      <vt:lpstr>Vierzehn prüfbare Anforderungen aus zwei Abschnitten  des Anhangs III</vt:lpstr>
      <vt:lpstr>Die Ableitung am Beispiel RQ-003</vt:lpstr>
      <vt:lpstr>Kein etablierter Ansatz erfüllt alle Kriterien  - deshalb eine Kombination</vt:lpstr>
      <vt:lpstr>Jeder Test ist von der Anforderung bis zur Evidenz rückverfolgbar</vt:lpstr>
      <vt:lpstr>Drei Zugriffspositionen spezifiziert, eine realisiert</vt:lpstr>
      <vt:lpstr>Der realisierte Prüfstand</vt:lpstr>
      <vt:lpstr>Vier von zehn Firmentests passen direkt - erkannt vor der Ausführung</vt:lpstr>
      <vt:lpstr>Die Kette angewendet: RQ-003 am Prüfling</vt:lpstr>
      <vt:lpstr>Der Nachweis überlebt den Kaltstart nicht</vt:lpstr>
      <vt:lpstr>Sicherer Zustand und Cybersecurity-Konformität sind  trennbare Eigenschaften</vt:lpstr>
      <vt:lpstr>Vier Schritte für die Weiterentwicklung</vt:lpstr>
      <vt:lpstr>PowerPoint-Präsentation</vt:lpstr>
    </vt:vector>
  </TitlesOfParts>
  <Company>ifm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Nuber, Nathalie</dc:creator>
  <cp:lastModifiedBy>Nuber, Nathalie</cp:lastModifiedBy>
  <cp:revision>1</cp:revision>
  <dcterms:created xsi:type="dcterms:W3CDTF">2026-09-20T13:56:55Z</dcterms:created>
  <dcterms:modified xsi:type="dcterms:W3CDTF">2026-09-22T08:23:26Z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97c528e-e8db-4a71-b5cb-4edd5b40a06c_Enabled">
    <vt:lpwstr>true</vt:lpwstr>
  </property>
  <property fmtid="{D5CDD505-2E9C-101B-9397-08002B2CF9AE}" pid="3" name="MSIP_Label_e97c528e-e8db-4a71-b5cb-4edd5b40a06c_SetDate">
    <vt:lpwstr>2025-12-08T09:04:56Z</vt:lpwstr>
  </property>
  <property fmtid="{D5CDD505-2E9C-101B-9397-08002B2CF9AE}" pid="4" name="MSIP_Label_e97c528e-e8db-4a71-b5cb-4edd5b40a06c_Method">
    <vt:lpwstr>Standard</vt:lpwstr>
  </property>
  <property fmtid="{D5CDD505-2E9C-101B-9397-08002B2CF9AE}" pid="5" name="MSIP_Label_e97c528e-e8db-4a71-b5cb-4edd5b40a06c_Name">
    <vt:lpwstr>ifminternal</vt:lpwstr>
  </property>
  <property fmtid="{D5CDD505-2E9C-101B-9397-08002B2CF9AE}" pid="6" name="MSIP_Label_e97c528e-e8db-4a71-b5cb-4edd5b40a06c_SiteId">
    <vt:lpwstr>2782ef14-4849-46b4-b90d-d7e83fc425ca</vt:lpwstr>
  </property>
  <property fmtid="{D5CDD505-2E9C-101B-9397-08002B2CF9AE}" pid="7" name="MSIP_Label_e97c528e-e8db-4a71-b5cb-4edd5b40a06c_ActionId">
    <vt:lpwstr>0ca1b76d-039d-4412-9861-cba0282812d2</vt:lpwstr>
  </property>
  <property fmtid="{D5CDD505-2E9C-101B-9397-08002B2CF9AE}" pid="8" name="MSIP_Label_e97c528e-e8db-4a71-b5cb-4edd5b40a06c_ContentBits">
    <vt:lpwstr>2</vt:lpwstr>
  </property>
  <property fmtid="{D5CDD505-2E9C-101B-9397-08002B2CF9AE}" pid="9" name="MSIP_Label_e97c528e-e8db-4a71-b5cb-4edd5b40a06c_Tag">
    <vt:lpwstr>10, 3, 0, 1</vt:lpwstr>
  </property>
  <property fmtid="{D5CDD505-2E9C-101B-9397-08002B2CF9AE}" pid="10" name="ClassificationContentMarkingFooterLocations">
    <vt:lpwstr>ifm_powerpoint_Master:9</vt:lpwstr>
  </property>
  <property fmtid="{D5CDD505-2E9C-101B-9397-08002B2CF9AE}" pid="11" name="ClassificationContentMarkingFooterText">
    <vt:lpwstr>INTERNAL</vt:lpwstr>
  </property>
  <property fmtid="{D5CDD505-2E9C-101B-9397-08002B2CF9AE}" pid="12" name="ContentTypeId">
    <vt:lpwstr>0x010100B45B52553D98B5429EF075933278D318</vt:lpwstr>
  </property>
</Properties>
</file>