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27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7"/>
  </p:notesMasterIdLst>
  <p:handoutMasterIdLst>
    <p:handoutMasterId r:id="rId58"/>
  </p:handoutMasterIdLst>
  <p:sldIdLst>
    <p:sldId id="257" r:id="rId5"/>
    <p:sldId id="337" r:id="rId6"/>
    <p:sldId id="338" r:id="rId7"/>
    <p:sldId id="339" r:id="rId8"/>
    <p:sldId id="340" r:id="rId9"/>
    <p:sldId id="341" r:id="rId10"/>
    <p:sldId id="342" r:id="rId11"/>
    <p:sldId id="343" r:id="rId12"/>
    <p:sldId id="344" r:id="rId13"/>
    <p:sldId id="345" r:id="rId14"/>
    <p:sldId id="346" r:id="rId15"/>
    <p:sldId id="347" r:id="rId16"/>
    <p:sldId id="348" r:id="rId17"/>
    <p:sldId id="349" r:id="rId18"/>
    <p:sldId id="350" r:id="rId19"/>
    <p:sldId id="351" r:id="rId20"/>
    <p:sldId id="352" r:id="rId21"/>
    <p:sldId id="353" r:id="rId22"/>
    <p:sldId id="354" r:id="rId23"/>
    <p:sldId id="261" r:id="rId24"/>
    <p:sldId id="272" r:id="rId25"/>
    <p:sldId id="306" r:id="rId26"/>
    <p:sldId id="262" r:id="rId27"/>
    <p:sldId id="263" r:id="rId28"/>
    <p:sldId id="264" r:id="rId29"/>
    <p:sldId id="301" r:id="rId30"/>
    <p:sldId id="265" r:id="rId31"/>
    <p:sldId id="266" r:id="rId32"/>
    <p:sldId id="267" r:id="rId33"/>
    <p:sldId id="268" r:id="rId34"/>
    <p:sldId id="269" r:id="rId35"/>
    <p:sldId id="270" r:id="rId36"/>
    <p:sldId id="271" r:id="rId37"/>
    <p:sldId id="305" r:id="rId38"/>
    <p:sldId id="307" r:id="rId39"/>
    <p:sldId id="308" r:id="rId40"/>
    <p:sldId id="309" r:id="rId41"/>
    <p:sldId id="273" r:id="rId42"/>
    <p:sldId id="274" r:id="rId43"/>
    <p:sldId id="275" r:id="rId44"/>
    <p:sldId id="310" r:id="rId45"/>
    <p:sldId id="311" r:id="rId46"/>
    <p:sldId id="313" r:id="rId47"/>
    <p:sldId id="312" r:id="rId48"/>
    <p:sldId id="316" r:id="rId49"/>
    <p:sldId id="317" r:id="rId50"/>
    <p:sldId id="335" r:id="rId51"/>
    <p:sldId id="336" r:id="rId52"/>
    <p:sldId id="314" r:id="rId53"/>
    <p:sldId id="315" r:id="rId54"/>
    <p:sldId id="276" r:id="rId55"/>
    <p:sldId id="277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stertemplate_White" id="{8EC53384-1762-4595-9AD3-3F1B9D99300F}">
          <p14:sldIdLst>
            <p14:sldId id="257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261"/>
            <p14:sldId id="272"/>
            <p14:sldId id="306"/>
            <p14:sldId id="262"/>
            <p14:sldId id="263"/>
            <p14:sldId id="264"/>
            <p14:sldId id="301"/>
            <p14:sldId id="265"/>
            <p14:sldId id="266"/>
            <p14:sldId id="267"/>
            <p14:sldId id="268"/>
            <p14:sldId id="269"/>
            <p14:sldId id="270"/>
            <p14:sldId id="271"/>
            <p14:sldId id="305"/>
            <p14:sldId id="307"/>
            <p14:sldId id="308"/>
            <p14:sldId id="309"/>
            <p14:sldId id="273"/>
            <p14:sldId id="274"/>
            <p14:sldId id="275"/>
            <p14:sldId id="310"/>
            <p14:sldId id="311"/>
            <p14:sldId id="313"/>
            <p14:sldId id="312"/>
            <p14:sldId id="316"/>
            <p14:sldId id="317"/>
            <p14:sldId id="335"/>
            <p14:sldId id="336"/>
            <p14:sldId id="314"/>
            <p14:sldId id="31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799B23B-EC83-4686-B30A-512413B5E67A}" styleName="Helle Formatvorlage 3 - Akz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Helle Formatvorlage 3 - Akz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Helle Formatvorlage 3 - Akz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54" d="100"/>
          <a:sy n="54" d="100"/>
        </p:scale>
        <p:origin x="76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 snapToGrid="0" showGuides="1">
      <p:cViewPr varScale="1">
        <p:scale>
          <a:sx n="77" d="100"/>
          <a:sy n="77" d="100"/>
        </p:scale>
        <p:origin x="1940" y="8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66384793415344E-2"/>
          <c:y val="2.1714680028021762E-2"/>
          <c:w val="0.97633615206584656"/>
          <c:h val="0.8913610058448638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</c:f>
              <c:strCache>
                <c:ptCount val="1"/>
                <c:pt idx="0">
                  <c:v>Kategorie 1</c:v>
                </c:pt>
              </c:strCache>
            </c:strRef>
          </c:cat>
          <c:val>
            <c:numRef>
              <c:f>Tabelle1!$B$2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57-4D12-A0C1-7688F6DB4F0A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</c:f>
              <c:strCache>
                <c:ptCount val="1"/>
                <c:pt idx="0">
                  <c:v>Kategorie 1</c:v>
                </c:pt>
              </c:strCache>
            </c:strRef>
          </c:cat>
          <c:val>
            <c:numRef>
              <c:f>Tabelle1!$C$2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B57-4D12-A0C1-7688F6DB4F0A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</c:f>
              <c:strCache>
                <c:ptCount val="1"/>
                <c:pt idx="0">
                  <c:v>Kategorie 1</c:v>
                </c:pt>
              </c:strCache>
            </c:strRef>
          </c:cat>
          <c:val>
            <c:numRef>
              <c:f>Tabelle1!$D$2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B57-4D12-A0C1-7688F6DB4F0A}"/>
            </c:ext>
          </c:extLst>
        </c:ser>
        <c:ser>
          <c:idx val="3"/>
          <c:order val="3"/>
          <c:tx>
            <c:strRef>
              <c:f>Tabelle1!$E$1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Tabelle1!$A$2</c:f>
              <c:strCache>
                <c:ptCount val="1"/>
                <c:pt idx="0">
                  <c:v>Kategorie 1</c:v>
                </c:pt>
              </c:strCache>
            </c:strRef>
          </c:cat>
          <c:val>
            <c:numRef>
              <c:f>Tabelle1!$E$2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B57-4D12-A0C1-7688F6DB4F0A}"/>
            </c:ext>
          </c:extLst>
        </c:ser>
        <c:ser>
          <c:idx val="4"/>
          <c:order val="4"/>
          <c:tx>
            <c:strRef>
              <c:f>Tabelle1!$F$1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Tabelle1!$A$2</c:f>
              <c:strCache>
                <c:ptCount val="1"/>
                <c:pt idx="0">
                  <c:v>Kategorie 1</c:v>
                </c:pt>
              </c:strCache>
            </c:strRef>
          </c:cat>
          <c:val>
            <c:numRef>
              <c:f>Tabelle1!$F$2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B57-4D12-A0C1-7688F6DB4F0A}"/>
            </c:ext>
          </c:extLst>
        </c:ser>
        <c:ser>
          <c:idx val="5"/>
          <c:order val="5"/>
          <c:tx>
            <c:strRef>
              <c:f>Tabelle1!$G$1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Tabelle1!$A$2</c:f>
              <c:strCache>
                <c:ptCount val="1"/>
                <c:pt idx="0">
                  <c:v>Kategorie 1</c:v>
                </c:pt>
              </c:strCache>
            </c:strRef>
          </c:cat>
          <c:val>
            <c:numRef>
              <c:f>Tabelle1!$G$2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B57-4D12-A0C1-7688F6DB4F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80203903"/>
        <c:axId val="480193343"/>
      </c:barChart>
      <c:catAx>
        <c:axId val="48020390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0193343"/>
        <c:crosses val="autoZero"/>
        <c:auto val="1"/>
        <c:lblAlgn val="ctr"/>
        <c:lblOffset val="100"/>
        <c:noMultiLvlLbl val="0"/>
      </c:catAx>
      <c:valAx>
        <c:axId val="4801933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accent2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4802039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1941097511395977"/>
          <c:y val="0.94034399250653977"/>
          <c:w val="0.36117796241647282"/>
          <c:h val="5.965600749346027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solidFill>
            <a:schemeClr val="tx1"/>
          </a:solidFill>
        </a:defRPr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66384793415344E-2"/>
          <c:y val="2.1714680028021762E-2"/>
          <c:w val="0.97633615206584656"/>
          <c:h val="0.8247174865772780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1</c:v>
                </c:pt>
                <c:pt idx="2">
                  <c:v>Kategorie 1</c:v>
                </c:pt>
                <c:pt idx="3">
                  <c:v>Kategorie 1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3</c:v>
                </c:pt>
                <c:pt idx="1">
                  <c:v>5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57-4D12-A0C1-7688F6DB4F0A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1</c:v>
                </c:pt>
                <c:pt idx="2">
                  <c:v>Kategorie 1</c:v>
                </c:pt>
                <c:pt idx="3">
                  <c:v>Kategorie 1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1</c:v>
                </c:pt>
                <c:pt idx="1">
                  <c:v>5</c:v>
                </c:pt>
                <c:pt idx="2">
                  <c:v>1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B57-4D12-A0C1-7688F6DB4F0A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1</c:v>
                </c:pt>
                <c:pt idx="2">
                  <c:v>Kategorie 1</c:v>
                </c:pt>
                <c:pt idx="3">
                  <c:v>Kategorie 1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B57-4D12-A0C1-7688F6DB4F0A}"/>
            </c:ext>
          </c:extLst>
        </c:ser>
        <c:ser>
          <c:idx val="3"/>
          <c:order val="3"/>
          <c:tx>
            <c:strRef>
              <c:f>Tabelle1!$E$1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1</c:v>
                </c:pt>
                <c:pt idx="2">
                  <c:v>Kategorie 1</c:v>
                </c:pt>
                <c:pt idx="3">
                  <c:v>Kategorie 1</c:v>
                </c:pt>
              </c:strCache>
            </c:strRef>
          </c:cat>
          <c:val>
            <c:numRef>
              <c:f>Tabelle1!$E$2:$E$5</c:f>
              <c:numCache>
                <c:formatCode>General</c:formatCode>
                <c:ptCount val="4"/>
                <c:pt idx="0">
                  <c:v>5</c:v>
                </c:pt>
                <c:pt idx="1">
                  <c:v>1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B57-4D12-A0C1-7688F6DB4F0A}"/>
            </c:ext>
          </c:extLst>
        </c:ser>
        <c:ser>
          <c:idx val="4"/>
          <c:order val="4"/>
          <c:tx>
            <c:strRef>
              <c:f>Tabelle1!$F$1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1</c:v>
                </c:pt>
                <c:pt idx="2">
                  <c:v>Kategorie 1</c:v>
                </c:pt>
                <c:pt idx="3">
                  <c:v>Kategorie 1</c:v>
                </c:pt>
              </c:strCache>
            </c:strRef>
          </c:cat>
          <c:val>
            <c:numRef>
              <c:f>Tabelle1!$F$2:$F$5</c:f>
              <c:numCache>
                <c:formatCode>General</c:formatCode>
                <c:ptCount val="4"/>
                <c:pt idx="0">
                  <c:v>5</c:v>
                </c:pt>
                <c:pt idx="1">
                  <c:v>4</c:v>
                </c:pt>
                <c:pt idx="2">
                  <c:v>5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B57-4D12-A0C1-7688F6DB4F0A}"/>
            </c:ext>
          </c:extLst>
        </c:ser>
        <c:ser>
          <c:idx val="5"/>
          <c:order val="5"/>
          <c:tx>
            <c:strRef>
              <c:f>Tabelle1!$G$1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1</c:v>
                </c:pt>
                <c:pt idx="2">
                  <c:v>Kategorie 1</c:v>
                </c:pt>
                <c:pt idx="3">
                  <c:v>Kategorie 1</c:v>
                </c:pt>
              </c:strCache>
            </c:strRef>
          </c:cat>
          <c:val>
            <c:numRef>
              <c:f>Tabelle1!$G$2:$G$5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B57-4D12-A0C1-7688F6DB4F0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axId val="480203903"/>
        <c:axId val="480193343"/>
      </c:barChart>
      <c:catAx>
        <c:axId val="480203903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480193343"/>
        <c:crosses val="autoZero"/>
        <c:auto val="1"/>
        <c:lblAlgn val="ctr"/>
        <c:lblOffset val="100"/>
        <c:noMultiLvlLbl val="0"/>
      </c:catAx>
      <c:valAx>
        <c:axId val="4801933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accent2"/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4802039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1941097511395977"/>
          <c:y val="0.94034399250653977"/>
          <c:w val="0.36117796241647282"/>
          <c:h val="5.965600749346027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solidFill>
            <a:schemeClr val="tx1"/>
          </a:solidFill>
        </a:defRPr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A8BEB59-B03F-1516-D49A-9B01C9EBDB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3E739C-43EC-06F0-78BD-C84C799ED07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89CB0D-740C-494B-9BDA-DCE1ACE6143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EB51A1-BCC8-3F2F-A236-B281F68E211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BE4778-705C-CBF1-D316-F090A61B91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19DDCA-229A-46B2-BF95-595DCDF55B5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321032"/>
      </p:ext>
    </p:extLst>
  </p:cSld>
  <p:clrMap bg1="dk1" tx1="lt1" bg2="dk2" tx2="lt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4FF18E-6B4D-4FA3-9B28-AA54BB56B2C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729047" y="840364"/>
            <a:ext cx="3399906" cy="191244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134388"/>
            <a:ext cx="5486400" cy="4866612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CB6471-ACEC-47CF-B768-419C0458B30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464755"/>
      </p:ext>
    </p:extLst>
  </p:cSld>
  <p:clrMap bg1="dk1" tx1="lt1" bg2="dk2" tx2="lt2" accent1="accent1" accent2="accent2" accent3="accent3" accent4="accent4" accent5="accent5" accent6="accent6" hlink="hlink" folHlink="folHlink"/>
  <p:notesStyle>
    <a:lvl1pPr marL="180000" indent="-180000" algn="l" defTabSz="914400" rtl="0" eaLnBrk="1" latinLnBrk="0" hangingPunct="1">
      <a:spcAft>
        <a:spcPts val="300"/>
      </a:spcAft>
      <a:buClr>
        <a:schemeClr val="tx2"/>
      </a:buClr>
      <a:buFont typeface="Arial" panose="020B0604020202020204" pitchFamily="34" charset="0"/>
      <a:buChar char="•"/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360000" indent="-180000" algn="l" defTabSz="914400" rtl="0" eaLnBrk="1" latinLnBrk="0" hangingPunct="1">
      <a:spcAft>
        <a:spcPts val="300"/>
      </a:spcAft>
      <a:buClr>
        <a:schemeClr val="tx2"/>
      </a:buClr>
      <a:buFont typeface="Arial" panose="020B0604020202020204" pitchFamily="34" charset="0"/>
      <a:buChar char="•"/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540000" indent="-180000" algn="l" defTabSz="914400" rtl="0" eaLnBrk="1" latinLnBrk="0" hangingPunct="1">
      <a:spcAft>
        <a:spcPts val="300"/>
      </a:spcAft>
      <a:buClr>
        <a:schemeClr val="tx2"/>
      </a:buClr>
      <a:buFont typeface="Arial" panose="020B0604020202020204" pitchFamily="34" charset="0"/>
      <a:buChar char="•"/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720000" indent="-180000" algn="l" defTabSz="914400" rtl="0" eaLnBrk="1" latinLnBrk="0" hangingPunct="1">
      <a:spcAft>
        <a:spcPts val="300"/>
      </a:spcAft>
      <a:buClr>
        <a:schemeClr val="tx2"/>
      </a:buClr>
      <a:buFont typeface="Arial" panose="020B0604020202020204" pitchFamily="34" charset="0"/>
      <a:buChar char="•"/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900000" indent="-180000" algn="l" defTabSz="914400" rtl="0" eaLnBrk="1" latinLnBrk="0" hangingPunct="1">
      <a:spcAft>
        <a:spcPts val="300"/>
      </a:spcAft>
      <a:buClr>
        <a:schemeClr val="tx2"/>
      </a:buClr>
      <a:buFont typeface="Arial" panose="020B0604020202020204" pitchFamily="34" charset="0"/>
      <a:buChar char="•"/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1080000" indent="-180000" algn="l" defTabSz="914400" rtl="0" eaLnBrk="1" latinLnBrk="0" hangingPunct="1">
      <a:spcAft>
        <a:spcPts val="300"/>
      </a:spcAft>
      <a:buClr>
        <a:schemeClr val="tx2"/>
      </a:buClr>
      <a:buFont typeface="Arial" panose="020B0604020202020204" pitchFamily="34" charset="0"/>
      <a:buChar char="•"/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1260000" indent="-180000" algn="l" defTabSz="914400" rtl="0" eaLnBrk="1" latinLnBrk="0" hangingPunct="1">
      <a:spcAft>
        <a:spcPts val="300"/>
      </a:spcAft>
      <a:buClr>
        <a:schemeClr val="tx2"/>
      </a:buClr>
      <a:buFont typeface="Arial" panose="020B0604020202020204" pitchFamily="34" charset="0"/>
      <a:buChar char="•"/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1440000" indent="-180000" algn="l" defTabSz="914400" rtl="0" eaLnBrk="1" latinLnBrk="0" hangingPunct="1">
      <a:spcAft>
        <a:spcPts val="300"/>
      </a:spcAft>
      <a:buClr>
        <a:schemeClr val="tx2"/>
      </a:buClr>
      <a:buFont typeface="Arial" panose="020B0604020202020204" pitchFamily="34" charset="0"/>
      <a:buChar char="•"/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1620000" indent="-180000" algn="l" defTabSz="914400" rtl="0" eaLnBrk="1" latinLnBrk="0" hangingPunct="1">
      <a:spcAft>
        <a:spcPts val="300"/>
      </a:spcAft>
      <a:buClr>
        <a:schemeClr val="tx2"/>
      </a:buClr>
      <a:buFont typeface="Arial" panose="020B0604020202020204" pitchFamily="34" charset="0"/>
      <a:buChar char="•"/>
      <a:defRPr sz="20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4.emf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4.emf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range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50100DB-63C2-9910-B81D-421C05004AB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42894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4C6CFA7-8CBB-49CA-3693-3AA4EC1DA5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3063" y="373063"/>
            <a:ext cx="11447462" cy="830997"/>
          </a:xfrm>
        </p:spPr>
        <p:txBody>
          <a:bodyPr vert="horz" lIns="0" tIns="0" rIns="0" bIns="0" anchor="t">
            <a:spAutoFit/>
          </a:bodyPr>
          <a:lstStyle>
            <a:lvl1pPr algn="l"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A12F02C-6C8E-FA47-49A4-0D592874E4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3063" y="5956300"/>
            <a:ext cx="5722937" cy="252413"/>
          </a:xfrm>
        </p:spPr>
        <p:txBody>
          <a:bodyPr lIns="0" tIns="0" rIns="0" bIns="0" anchor="b">
            <a:spAutoFit/>
          </a:bodyPr>
          <a:lstStyle>
            <a:lvl1pPr>
              <a:buNone/>
              <a:defRPr sz="1600">
                <a:solidFill>
                  <a:schemeClr val="bg1"/>
                </a:solidFill>
              </a:defRPr>
            </a:lvl1pPr>
            <a:lvl5pPr marL="540000" indent="0">
              <a:buNone/>
              <a:defRPr/>
            </a:lvl5pPr>
          </a:lstStyle>
          <a:p>
            <a:r>
              <a:rPr lang="en-US" dirty="0">
                <a:cs typeface="Arial" panose="020B0604020202020204" pitchFamily="34" charset="0"/>
              </a:rPr>
              <a:t>Date or further information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1423213-8DF4-F212-5025-D9DC72CABF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7000" y="6232009"/>
            <a:ext cx="4699000" cy="184666"/>
          </a:xfrm>
        </p:spPr>
        <p:txBody>
          <a:bodyPr lIns="0" tIns="0" rIns="0" bIns="0" anchor="b">
            <a:spAutoFit/>
          </a:bodyPr>
          <a:lstStyle>
            <a:lvl1pPr>
              <a:buNone/>
              <a:defRPr sz="12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Please insert Author Name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1D2CB1-81F9-B961-6A00-7EEA8BBCA8BB}"/>
              </a:ext>
            </a:extLst>
          </p:cNvPr>
          <p:cNvSpPr txBox="1">
            <a:spLocks/>
          </p:cNvSpPr>
          <p:nvPr userDrawn="1"/>
        </p:nvSpPr>
        <p:spPr>
          <a:xfrm>
            <a:off x="373064" y="6232009"/>
            <a:ext cx="982662" cy="18466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© </a:t>
            </a:r>
            <a:r>
              <a:rPr lang="en-US" sz="1200" dirty="0" err="1">
                <a:solidFill>
                  <a:schemeClr val="bg1"/>
                </a:solidFill>
              </a:rPr>
              <a:t>ifm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•</a:t>
            </a:r>
            <a:r>
              <a:rPr lang="en-US" sz="1200" dirty="0">
                <a:solidFill>
                  <a:schemeClr val="bg1"/>
                </a:solidFill>
              </a:rPr>
              <a:t> Author: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6763F-DB2C-1653-E1D8-F89762942ED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3063" y="1204060"/>
            <a:ext cx="11447462" cy="461665"/>
          </a:xfrm>
        </p:spPr>
        <p:txBody>
          <a:bodyPr lIns="0" tIns="0" rIns="0" bIns="0">
            <a:spAutoFit/>
          </a:bodyPr>
          <a:lstStyle>
            <a:lvl1pPr marL="0" indent="0" algn="l">
              <a:buNone/>
              <a:defRPr sz="3000">
                <a:solidFill>
                  <a:schemeClr val="bg1"/>
                </a:solidFill>
              </a:defRPr>
            </a:lvl1pPr>
            <a:lvl2pPr marL="0" indent="0" algn="l">
              <a:buNone/>
              <a:defRPr sz="3000">
                <a:solidFill>
                  <a:schemeClr val="bg1"/>
                </a:solidFill>
              </a:defRPr>
            </a:lvl2pPr>
            <a:lvl3pPr marL="0" indent="0" algn="l">
              <a:buNone/>
              <a:defRPr sz="3000">
                <a:solidFill>
                  <a:schemeClr val="bg1"/>
                </a:solidFill>
              </a:defRPr>
            </a:lvl3pPr>
            <a:lvl4pPr marL="0" indent="0" algn="l">
              <a:buNone/>
              <a:defRPr sz="3000">
                <a:solidFill>
                  <a:schemeClr val="bg1"/>
                </a:solidFill>
              </a:defRPr>
            </a:lvl4pPr>
            <a:lvl5pPr marL="0" indent="0" algn="l">
              <a:buNone/>
              <a:defRPr sz="3000">
                <a:solidFill>
                  <a:schemeClr val="bg1"/>
                </a:solidFill>
              </a:defRPr>
            </a:lvl5pPr>
            <a:lvl6pPr marL="0" indent="0" algn="l">
              <a:buNone/>
              <a:defRPr sz="3000">
                <a:solidFill>
                  <a:schemeClr val="bg1"/>
                </a:solidFill>
              </a:defRPr>
            </a:lvl6pPr>
            <a:lvl7pPr marL="0" indent="0" algn="l">
              <a:buNone/>
              <a:defRPr sz="3000">
                <a:solidFill>
                  <a:schemeClr val="bg1"/>
                </a:solidFill>
              </a:defRPr>
            </a:lvl7pPr>
            <a:lvl8pPr marL="0" indent="0" algn="l">
              <a:buNone/>
              <a:defRPr sz="3000">
                <a:solidFill>
                  <a:schemeClr val="bg1"/>
                </a:solidFill>
              </a:defRPr>
            </a:lvl8pPr>
            <a:lvl9pPr marL="0" indent="0" algn="l">
              <a:buNone/>
              <a:defRPr sz="3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Presentation description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BB39316-0B9B-AC28-B9F9-D76D251744F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548438" y="2111435"/>
            <a:ext cx="5334000" cy="474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5476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13">
            <a:extLst>
              <a:ext uri="{FF2B5EF4-FFF2-40B4-BE49-F238E27FC236}">
                <a16:creationId xmlns:a16="http://schemas.microsoft.com/office/drawing/2014/main" id="{5A766D3D-C15A-EE82-7498-75239FD227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0" y="270"/>
            <a:ext cx="12210089" cy="6857460"/>
          </a:xfrm>
          <a:prstGeom prst="rect">
            <a:avLst/>
          </a:prstGeom>
        </p:spPr>
      </p:pic>
      <p:sp>
        <p:nvSpPr>
          <p:cNvPr id="5" name="Rechteck">
            <a:extLst>
              <a:ext uri="{FF2B5EF4-FFF2-40B4-BE49-F238E27FC236}">
                <a16:creationId xmlns:a16="http://schemas.microsoft.com/office/drawing/2014/main" id="{9E77F99A-7C99-D1E4-541B-7B0C866691E7}"/>
              </a:ext>
            </a:extLst>
          </p:cNvPr>
          <p:cNvSpPr>
            <a:spLocks/>
          </p:cNvSpPr>
          <p:nvPr userDrawn="1"/>
        </p:nvSpPr>
        <p:spPr>
          <a:xfrm>
            <a:off x="0" y="270"/>
            <a:ext cx="12210089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6CFA7-8CBB-49CA-3693-3AA4EC1DA5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73063" y="373063"/>
            <a:ext cx="11447462" cy="830997"/>
          </a:xfrm>
        </p:spPr>
        <p:txBody>
          <a:bodyPr lIns="0" tIns="0" rIns="0" bIns="0" anchor="t">
            <a:spAutoFit/>
          </a:bodyPr>
          <a:lstStyle>
            <a:lvl1pPr algn="l"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6763F-DB2C-1653-E1D8-F89762942ED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73063" y="1204060"/>
            <a:ext cx="11447462" cy="461665"/>
          </a:xfrm>
        </p:spPr>
        <p:txBody>
          <a:bodyPr lIns="0" tIns="0" rIns="0" bIns="0">
            <a:spAutoFit/>
          </a:bodyPr>
          <a:lstStyle>
            <a:lvl1pPr marL="0" indent="0" algn="l">
              <a:buNone/>
              <a:defRPr sz="3000">
                <a:solidFill>
                  <a:schemeClr val="bg1"/>
                </a:solidFill>
              </a:defRPr>
            </a:lvl1pPr>
            <a:lvl2pPr marL="0" indent="0" algn="l">
              <a:buNone/>
              <a:defRPr sz="3000">
                <a:solidFill>
                  <a:schemeClr val="bg1"/>
                </a:solidFill>
              </a:defRPr>
            </a:lvl2pPr>
            <a:lvl3pPr marL="0" indent="0" algn="l">
              <a:buNone/>
              <a:defRPr sz="3000">
                <a:solidFill>
                  <a:schemeClr val="bg1"/>
                </a:solidFill>
              </a:defRPr>
            </a:lvl3pPr>
            <a:lvl4pPr marL="0" indent="0" algn="l">
              <a:buNone/>
              <a:defRPr sz="3000">
                <a:solidFill>
                  <a:schemeClr val="bg1"/>
                </a:solidFill>
              </a:defRPr>
            </a:lvl4pPr>
            <a:lvl5pPr marL="0" indent="0" algn="l">
              <a:buNone/>
              <a:defRPr sz="3000">
                <a:solidFill>
                  <a:schemeClr val="bg1"/>
                </a:solidFill>
              </a:defRPr>
            </a:lvl5pPr>
            <a:lvl6pPr marL="0" indent="0" algn="l">
              <a:buNone/>
              <a:defRPr sz="3000">
                <a:solidFill>
                  <a:schemeClr val="bg1"/>
                </a:solidFill>
              </a:defRPr>
            </a:lvl6pPr>
            <a:lvl7pPr marL="0" indent="0" algn="l">
              <a:buNone/>
              <a:defRPr sz="3000">
                <a:solidFill>
                  <a:schemeClr val="bg1"/>
                </a:solidFill>
              </a:defRPr>
            </a:lvl7pPr>
            <a:lvl8pPr marL="0" indent="0" algn="l">
              <a:buNone/>
              <a:defRPr sz="3000">
                <a:solidFill>
                  <a:schemeClr val="bg1"/>
                </a:solidFill>
              </a:defRPr>
            </a:lvl8pPr>
            <a:lvl9pPr marL="0" indent="0" algn="l">
              <a:buNone/>
              <a:defRPr sz="3000">
                <a:solidFill>
                  <a:schemeClr val="bg1"/>
                </a:solidFill>
              </a:defRPr>
            </a:lvl9pPr>
          </a:lstStyle>
          <a:p>
            <a:r>
              <a:rPr lang="en-US" dirty="0"/>
              <a:t>Presentation description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A12F02C-6C8E-FA47-49A4-0D592874E4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373063" y="5956300"/>
            <a:ext cx="5722937" cy="252413"/>
          </a:xfrm>
        </p:spPr>
        <p:txBody>
          <a:bodyPr lIns="0" tIns="0" rIns="0" bIns="0" anchor="b">
            <a:spAutoFit/>
          </a:bodyPr>
          <a:lstStyle>
            <a:lvl1pPr>
              <a:buNone/>
              <a:defRPr sz="1600">
                <a:solidFill>
                  <a:schemeClr val="bg1"/>
                </a:solidFill>
              </a:defRPr>
            </a:lvl1pPr>
            <a:lvl5pPr marL="540000" indent="0">
              <a:buNone/>
              <a:defRPr/>
            </a:lvl5pPr>
          </a:lstStyle>
          <a:p>
            <a:r>
              <a:rPr lang="en-US" dirty="0">
                <a:cs typeface="Arial" panose="020B0604020202020204" pitchFamily="34" charset="0"/>
              </a:rPr>
              <a:t>Date or further information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1423213-8DF4-F212-5025-D9DC72CABF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1397000" y="6232009"/>
            <a:ext cx="4699000" cy="184666"/>
          </a:xfrm>
        </p:spPr>
        <p:txBody>
          <a:bodyPr lIns="0" tIns="0" r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Please insert Author Name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1D2CB1-81F9-B961-6A00-7EEA8BBCA8BB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373064" y="6232009"/>
            <a:ext cx="982662" cy="18466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© </a:t>
            </a:r>
            <a:r>
              <a:rPr lang="en-US" sz="1200" dirty="0" err="1">
                <a:solidFill>
                  <a:schemeClr val="bg1"/>
                </a:solidFill>
              </a:rPr>
              <a:t>ifm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>
                <a:solidFill>
                  <a:schemeClr val="tx2"/>
                </a:solidFill>
              </a:rPr>
              <a:t>•</a:t>
            </a:r>
            <a:r>
              <a:rPr lang="en-US" sz="1200" dirty="0">
                <a:solidFill>
                  <a:schemeClr val="bg1"/>
                </a:solidFill>
              </a:rPr>
              <a:t> Author: 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10968A5-41FD-32D2-7F90-0191942485BD}"/>
              </a:ext>
            </a:extLst>
          </p:cNvPr>
          <p:cNvGrpSpPr/>
          <p:nvPr userDrawn="1"/>
        </p:nvGrpSpPr>
        <p:grpSpPr>
          <a:xfrm>
            <a:off x="6597756" y="2225331"/>
            <a:ext cx="5088778" cy="4811136"/>
            <a:chOff x="6597756" y="2225331"/>
            <a:chExt cx="5088778" cy="4811136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8D77FE9-CC05-6AC2-F340-3D2327F4A3FC}"/>
                </a:ext>
              </a:extLst>
            </p:cNvPr>
            <p:cNvSpPr/>
            <p:nvPr/>
          </p:nvSpPr>
          <p:spPr bwMode="gray">
            <a:xfrm rot="21132644">
              <a:off x="6597756" y="2225331"/>
              <a:ext cx="5088778" cy="4811136"/>
            </a:xfrm>
            <a:custGeom>
              <a:avLst/>
              <a:gdLst>
                <a:gd name="connsiteX0" fmla="*/ 2804813 w 5088778"/>
                <a:gd name="connsiteY0" fmla="*/ 13119 h 4811136"/>
                <a:gd name="connsiteX1" fmla="*/ 5088778 w 5088778"/>
                <a:gd name="connsiteY1" fmla="*/ 2544389 h 4811136"/>
                <a:gd name="connsiteX2" fmla="*/ 3757935 w 5088778"/>
                <a:gd name="connsiteY2" fmla="*/ 4782020 h 4811136"/>
                <a:gd name="connsiteX3" fmla="*/ 3697427 w 5088778"/>
                <a:gd name="connsiteY3" fmla="*/ 4811136 h 4811136"/>
                <a:gd name="connsiteX4" fmla="*/ 826279 w 5088778"/>
                <a:gd name="connsiteY4" fmla="*/ 4418385 h 4811136"/>
                <a:gd name="connsiteX5" fmla="*/ 744609 w 5088778"/>
                <a:gd name="connsiteY5" fmla="*/ 4344170 h 4811136"/>
                <a:gd name="connsiteX6" fmla="*/ 1 w 5088778"/>
                <a:gd name="connsiteY6" fmla="*/ 2544389 h 4811136"/>
                <a:gd name="connsiteX7" fmla="*/ 2544389 w 5088778"/>
                <a:gd name="connsiteY7" fmla="*/ 1 h 4811136"/>
                <a:gd name="connsiteX8" fmla="*/ 2804813 w 5088778"/>
                <a:gd name="connsiteY8" fmla="*/ 13119 h 4811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88778" h="4811136">
                  <a:moveTo>
                    <a:pt x="2804813" y="13119"/>
                  </a:moveTo>
                  <a:cubicBezTo>
                    <a:pt x="4089029" y="143239"/>
                    <a:pt x="5088778" y="1225425"/>
                    <a:pt x="5088778" y="2544389"/>
                  </a:cubicBezTo>
                  <a:cubicBezTo>
                    <a:pt x="5088778" y="3511630"/>
                    <a:pt x="4551135" y="4351536"/>
                    <a:pt x="3757935" y="4782020"/>
                  </a:cubicBezTo>
                  <a:lnTo>
                    <a:pt x="3697427" y="4811136"/>
                  </a:lnTo>
                  <a:lnTo>
                    <a:pt x="826279" y="4418385"/>
                  </a:lnTo>
                  <a:lnTo>
                    <a:pt x="744609" y="4344170"/>
                  </a:lnTo>
                  <a:cubicBezTo>
                    <a:pt x="284374" y="3883934"/>
                    <a:pt x="0" y="3247837"/>
                    <a:pt x="1" y="2544389"/>
                  </a:cubicBezTo>
                  <a:cubicBezTo>
                    <a:pt x="0" y="1137494"/>
                    <a:pt x="1137494" y="0"/>
                    <a:pt x="2544389" y="1"/>
                  </a:cubicBezTo>
                  <a:cubicBezTo>
                    <a:pt x="2632320" y="1"/>
                    <a:pt x="2719199" y="4444"/>
                    <a:pt x="2804813" y="13119"/>
                  </a:cubicBezTo>
                  <a:close/>
                </a:path>
              </a:pathLst>
            </a:custGeom>
            <a:solidFill>
              <a:schemeClr val="tx2"/>
            </a:solidFill>
            <a:ln w="1748" cap="flat">
              <a:solidFill>
                <a:srgbClr val="FF6E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1E88DBC-A094-B4D9-2C59-BF333ADBB76D}"/>
                </a:ext>
              </a:extLst>
            </p:cNvPr>
            <p:cNvSpPr/>
            <p:nvPr/>
          </p:nvSpPr>
          <p:spPr bwMode="gray">
            <a:xfrm rot="21132644">
              <a:off x="7048659" y="2839116"/>
              <a:ext cx="4118922" cy="3262805"/>
            </a:xfrm>
            <a:custGeom>
              <a:avLst/>
              <a:gdLst>
                <a:gd name="connsiteX0" fmla="*/ 85384 w 407943"/>
                <a:gd name="connsiteY0" fmla="*/ 68781 h 323152"/>
                <a:gd name="connsiteX1" fmla="*/ 88941 w 407943"/>
                <a:gd name="connsiteY1" fmla="*/ 86569 h 323152"/>
                <a:gd name="connsiteX2" fmla="*/ 44471 w 407943"/>
                <a:gd name="connsiteY2" fmla="*/ 131040 h 323152"/>
                <a:gd name="connsiteX3" fmla="*/ 0 w 407943"/>
                <a:gd name="connsiteY3" fmla="*/ 86569 h 323152"/>
                <a:gd name="connsiteX4" fmla="*/ 44471 w 407943"/>
                <a:gd name="connsiteY4" fmla="*/ 42099 h 323152"/>
                <a:gd name="connsiteX5" fmla="*/ 68781 w 407943"/>
                <a:gd name="connsiteY5" fmla="*/ 49807 h 323152"/>
                <a:gd name="connsiteX6" fmla="*/ 68781 w 407943"/>
                <a:gd name="connsiteY6" fmla="*/ 38541 h 323152"/>
                <a:gd name="connsiteX7" fmla="*/ 107322 w 407943"/>
                <a:gd name="connsiteY7" fmla="*/ 0 h 323152"/>
                <a:gd name="connsiteX8" fmla="*/ 215831 w 407943"/>
                <a:gd name="connsiteY8" fmla="*/ 0 h 323152"/>
                <a:gd name="connsiteX9" fmla="*/ 215831 w 407943"/>
                <a:gd name="connsiteY9" fmla="*/ 64631 h 323152"/>
                <a:gd name="connsiteX10" fmla="*/ 152979 w 407943"/>
                <a:gd name="connsiteY10" fmla="*/ 64631 h 323152"/>
                <a:gd name="connsiteX11" fmla="*/ 150607 w 407943"/>
                <a:gd name="connsiteY11" fmla="*/ 67002 h 323152"/>
                <a:gd name="connsiteX12" fmla="*/ 150607 w 407943"/>
                <a:gd name="connsiteY12" fmla="*/ 106729 h 323152"/>
                <a:gd name="connsiteX13" fmla="*/ 152979 w 407943"/>
                <a:gd name="connsiteY13" fmla="*/ 109101 h 323152"/>
                <a:gd name="connsiteX14" fmla="*/ 215831 w 407943"/>
                <a:gd name="connsiteY14" fmla="*/ 109101 h 323152"/>
                <a:gd name="connsiteX15" fmla="*/ 215831 w 407943"/>
                <a:gd name="connsiteY15" fmla="*/ 163652 h 323152"/>
                <a:gd name="connsiteX16" fmla="*/ 154758 w 407943"/>
                <a:gd name="connsiteY16" fmla="*/ 163652 h 323152"/>
                <a:gd name="connsiteX17" fmla="*/ 150607 w 407943"/>
                <a:gd name="connsiteY17" fmla="*/ 167802 h 323152"/>
                <a:gd name="connsiteX18" fmla="*/ 150607 w 407943"/>
                <a:gd name="connsiteY18" fmla="*/ 307144 h 323152"/>
                <a:gd name="connsiteX19" fmla="*/ 199821 w 407943"/>
                <a:gd name="connsiteY19" fmla="*/ 307144 h 323152"/>
                <a:gd name="connsiteX20" fmla="*/ 199821 w 407943"/>
                <a:gd name="connsiteY20" fmla="*/ 208122 h 323152"/>
                <a:gd name="connsiteX21" fmla="*/ 214052 w 407943"/>
                <a:gd name="connsiteY21" fmla="*/ 193892 h 323152"/>
                <a:gd name="connsiteX22" fmla="*/ 232433 w 407943"/>
                <a:gd name="connsiteY22" fmla="*/ 193892 h 323152"/>
                <a:gd name="connsiteX23" fmla="*/ 246664 w 407943"/>
                <a:gd name="connsiteY23" fmla="*/ 208122 h 323152"/>
                <a:gd name="connsiteX24" fmla="*/ 246664 w 407943"/>
                <a:gd name="connsiteY24" fmla="*/ 307144 h 323152"/>
                <a:gd name="connsiteX25" fmla="*/ 295878 w 407943"/>
                <a:gd name="connsiteY25" fmla="*/ 307144 h 323152"/>
                <a:gd name="connsiteX26" fmla="*/ 295878 w 407943"/>
                <a:gd name="connsiteY26" fmla="*/ 208122 h 323152"/>
                <a:gd name="connsiteX27" fmla="*/ 310108 w 407943"/>
                <a:gd name="connsiteY27" fmla="*/ 193892 h 323152"/>
                <a:gd name="connsiteX28" fmla="*/ 328489 w 407943"/>
                <a:gd name="connsiteY28" fmla="*/ 193892 h 323152"/>
                <a:gd name="connsiteX29" fmla="*/ 342720 w 407943"/>
                <a:gd name="connsiteY29" fmla="*/ 208122 h 323152"/>
                <a:gd name="connsiteX30" fmla="*/ 342720 w 407943"/>
                <a:gd name="connsiteY30" fmla="*/ 307144 h 323152"/>
                <a:gd name="connsiteX31" fmla="*/ 391934 w 407943"/>
                <a:gd name="connsiteY31" fmla="*/ 307144 h 323152"/>
                <a:gd name="connsiteX32" fmla="*/ 391934 w 407943"/>
                <a:gd name="connsiteY32" fmla="*/ 167802 h 323152"/>
                <a:gd name="connsiteX33" fmla="*/ 387784 w 407943"/>
                <a:gd name="connsiteY33" fmla="*/ 163652 h 323152"/>
                <a:gd name="connsiteX34" fmla="*/ 230654 w 407943"/>
                <a:gd name="connsiteY34" fmla="*/ 163652 h 323152"/>
                <a:gd name="connsiteX35" fmla="*/ 230654 w 407943"/>
                <a:gd name="connsiteY35" fmla="*/ 147642 h 323152"/>
                <a:gd name="connsiteX36" fmla="*/ 393713 w 407943"/>
                <a:gd name="connsiteY36" fmla="*/ 147642 h 323152"/>
                <a:gd name="connsiteX37" fmla="*/ 407944 w 407943"/>
                <a:gd name="connsiteY37" fmla="*/ 161873 h 323152"/>
                <a:gd name="connsiteX38" fmla="*/ 407944 w 407943"/>
                <a:gd name="connsiteY38" fmla="*/ 323153 h 323152"/>
                <a:gd name="connsiteX39" fmla="*/ 326711 w 407943"/>
                <a:gd name="connsiteY39" fmla="*/ 323153 h 323152"/>
                <a:gd name="connsiteX40" fmla="*/ 326711 w 407943"/>
                <a:gd name="connsiteY40" fmla="*/ 212866 h 323152"/>
                <a:gd name="connsiteX41" fmla="*/ 324339 w 407943"/>
                <a:gd name="connsiteY41" fmla="*/ 210494 h 323152"/>
                <a:gd name="connsiteX42" fmla="*/ 314852 w 407943"/>
                <a:gd name="connsiteY42" fmla="*/ 210494 h 323152"/>
                <a:gd name="connsiteX43" fmla="*/ 312480 w 407943"/>
                <a:gd name="connsiteY43" fmla="*/ 212866 h 323152"/>
                <a:gd name="connsiteX44" fmla="*/ 312480 w 407943"/>
                <a:gd name="connsiteY44" fmla="*/ 323153 h 323152"/>
                <a:gd name="connsiteX45" fmla="*/ 231247 w 407943"/>
                <a:gd name="connsiteY45" fmla="*/ 323153 h 323152"/>
                <a:gd name="connsiteX46" fmla="*/ 231247 w 407943"/>
                <a:gd name="connsiteY46" fmla="*/ 212866 h 323152"/>
                <a:gd name="connsiteX47" fmla="*/ 228875 w 407943"/>
                <a:gd name="connsiteY47" fmla="*/ 210494 h 323152"/>
                <a:gd name="connsiteX48" fmla="*/ 219388 w 407943"/>
                <a:gd name="connsiteY48" fmla="*/ 210494 h 323152"/>
                <a:gd name="connsiteX49" fmla="*/ 217016 w 407943"/>
                <a:gd name="connsiteY49" fmla="*/ 212866 h 323152"/>
                <a:gd name="connsiteX50" fmla="*/ 217016 w 407943"/>
                <a:gd name="connsiteY50" fmla="*/ 323153 h 323152"/>
                <a:gd name="connsiteX51" fmla="*/ 34984 w 407943"/>
                <a:gd name="connsiteY51" fmla="*/ 323153 h 323152"/>
                <a:gd name="connsiteX52" fmla="*/ 34984 w 407943"/>
                <a:gd name="connsiteY52" fmla="*/ 307144 h 323152"/>
                <a:gd name="connsiteX53" fmla="*/ 69967 w 407943"/>
                <a:gd name="connsiteY53" fmla="*/ 307144 h 323152"/>
                <a:gd name="connsiteX54" fmla="*/ 69967 w 407943"/>
                <a:gd name="connsiteY54" fmla="*/ 167802 h 323152"/>
                <a:gd name="connsiteX55" fmla="*/ 65816 w 407943"/>
                <a:gd name="connsiteY55" fmla="*/ 163652 h 323152"/>
                <a:gd name="connsiteX56" fmla="*/ 20753 w 407943"/>
                <a:gd name="connsiteY56" fmla="*/ 163652 h 323152"/>
                <a:gd name="connsiteX57" fmla="*/ 20753 w 407943"/>
                <a:gd name="connsiteY57" fmla="*/ 323153 h 323152"/>
                <a:gd name="connsiteX58" fmla="*/ 4744 w 407943"/>
                <a:gd name="connsiteY58" fmla="*/ 323153 h 323152"/>
                <a:gd name="connsiteX59" fmla="*/ 4744 w 407943"/>
                <a:gd name="connsiteY59" fmla="*/ 147642 h 323152"/>
                <a:gd name="connsiteX60" fmla="*/ 72339 w 407943"/>
                <a:gd name="connsiteY60" fmla="*/ 147642 h 323152"/>
                <a:gd name="connsiteX61" fmla="*/ 86569 w 407943"/>
                <a:gd name="connsiteY61" fmla="*/ 161873 h 323152"/>
                <a:gd name="connsiteX62" fmla="*/ 86569 w 407943"/>
                <a:gd name="connsiteY62" fmla="*/ 307144 h 323152"/>
                <a:gd name="connsiteX63" fmla="*/ 135784 w 407943"/>
                <a:gd name="connsiteY63" fmla="*/ 307144 h 323152"/>
                <a:gd name="connsiteX64" fmla="*/ 135784 w 407943"/>
                <a:gd name="connsiteY64" fmla="*/ 161873 h 323152"/>
                <a:gd name="connsiteX65" fmla="*/ 150014 w 407943"/>
                <a:gd name="connsiteY65" fmla="*/ 147642 h 323152"/>
                <a:gd name="connsiteX66" fmla="*/ 201007 w 407943"/>
                <a:gd name="connsiteY66" fmla="*/ 147642 h 323152"/>
                <a:gd name="connsiteX67" fmla="*/ 201007 w 407943"/>
                <a:gd name="connsiteY67" fmla="*/ 125704 h 323152"/>
                <a:gd name="connsiteX68" fmla="*/ 150014 w 407943"/>
                <a:gd name="connsiteY68" fmla="*/ 125704 h 323152"/>
                <a:gd name="connsiteX69" fmla="*/ 135784 w 407943"/>
                <a:gd name="connsiteY69" fmla="*/ 111473 h 323152"/>
                <a:gd name="connsiteX70" fmla="*/ 135784 w 407943"/>
                <a:gd name="connsiteY70" fmla="*/ 62852 h 323152"/>
                <a:gd name="connsiteX71" fmla="*/ 150014 w 407943"/>
                <a:gd name="connsiteY71" fmla="*/ 48621 h 323152"/>
                <a:gd name="connsiteX72" fmla="*/ 201007 w 407943"/>
                <a:gd name="connsiteY72" fmla="*/ 48621 h 323152"/>
                <a:gd name="connsiteX73" fmla="*/ 201007 w 407943"/>
                <a:gd name="connsiteY73" fmla="*/ 16602 h 323152"/>
                <a:gd name="connsiteX74" fmla="*/ 108508 w 407943"/>
                <a:gd name="connsiteY74" fmla="*/ 16602 h 323152"/>
                <a:gd name="connsiteX75" fmla="*/ 86569 w 407943"/>
                <a:gd name="connsiteY75" fmla="*/ 38541 h 323152"/>
                <a:gd name="connsiteX76" fmla="*/ 86569 w 407943"/>
                <a:gd name="connsiteY76" fmla="*/ 69374 h 323152"/>
                <a:gd name="connsiteX77" fmla="*/ 85384 w 407943"/>
                <a:gd name="connsiteY77" fmla="*/ 68781 h 323152"/>
                <a:gd name="connsiteX78" fmla="*/ 16009 w 407943"/>
                <a:gd name="connsiteY78" fmla="*/ 86569 h 323152"/>
                <a:gd name="connsiteX79" fmla="*/ 44471 w 407943"/>
                <a:gd name="connsiteY79" fmla="*/ 58108 h 323152"/>
                <a:gd name="connsiteX80" fmla="*/ 72932 w 407943"/>
                <a:gd name="connsiteY80" fmla="*/ 86569 h 323152"/>
                <a:gd name="connsiteX81" fmla="*/ 44471 w 407943"/>
                <a:gd name="connsiteY81" fmla="*/ 115031 h 323152"/>
                <a:gd name="connsiteX82" fmla="*/ 16009 w 407943"/>
                <a:gd name="connsiteY82" fmla="*/ 86569 h 323152"/>
                <a:gd name="connsiteX0" fmla="*/ 85384 w 407944"/>
                <a:gd name="connsiteY0" fmla="*/ 68781 h 323153"/>
                <a:gd name="connsiteX1" fmla="*/ 88941 w 407944"/>
                <a:gd name="connsiteY1" fmla="*/ 86569 h 323153"/>
                <a:gd name="connsiteX2" fmla="*/ 44471 w 407944"/>
                <a:gd name="connsiteY2" fmla="*/ 131040 h 323153"/>
                <a:gd name="connsiteX3" fmla="*/ 0 w 407944"/>
                <a:gd name="connsiteY3" fmla="*/ 86569 h 323153"/>
                <a:gd name="connsiteX4" fmla="*/ 44471 w 407944"/>
                <a:gd name="connsiteY4" fmla="*/ 42099 h 323153"/>
                <a:gd name="connsiteX5" fmla="*/ 68781 w 407944"/>
                <a:gd name="connsiteY5" fmla="*/ 49807 h 323153"/>
                <a:gd name="connsiteX6" fmla="*/ 68781 w 407944"/>
                <a:gd name="connsiteY6" fmla="*/ 38541 h 323153"/>
                <a:gd name="connsiteX7" fmla="*/ 107322 w 407944"/>
                <a:gd name="connsiteY7" fmla="*/ 0 h 323153"/>
                <a:gd name="connsiteX8" fmla="*/ 215831 w 407944"/>
                <a:gd name="connsiteY8" fmla="*/ 0 h 323153"/>
                <a:gd name="connsiteX9" fmla="*/ 215831 w 407944"/>
                <a:gd name="connsiteY9" fmla="*/ 64631 h 323153"/>
                <a:gd name="connsiteX10" fmla="*/ 152979 w 407944"/>
                <a:gd name="connsiteY10" fmla="*/ 64631 h 323153"/>
                <a:gd name="connsiteX11" fmla="*/ 150607 w 407944"/>
                <a:gd name="connsiteY11" fmla="*/ 67002 h 323153"/>
                <a:gd name="connsiteX12" fmla="*/ 150607 w 407944"/>
                <a:gd name="connsiteY12" fmla="*/ 106729 h 323153"/>
                <a:gd name="connsiteX13" fmla="*/ 152979 w 407944"/>
                <a:gd name="connsiteY13" fmla="*/ 109101 h 323153"/>
                <a:gd name="connsiteX14" fmla="*/ 215831 w 407944"/>
                <a:gd name="connsiteY14" fmla="*/ 109101 h 323153"/>
                <a:gd name="connsiteX15" fmla="*/ 215831 w 407944"/>
                <a:gd name="connsiteY15" fmla="*/ 163652 h 323153"/>
                <a:gd name="connsiteX16" fmla="*/ 154758 w 407944"/>
                <a:gd name="connsiteY16" fmla="*/ 163652 h 323153"/>
                <a:gd name="connsiteX17" fmla="*/ 150607 w 407944"/>
                <a:gd name="connsiteY17" fmla="*/ 167802 h 323153"/>
                <a:gd name="connsiteX18" fmla="*/ 150607 w 407944"/>
                <a:gd name="connsiteY18" fmla="*/ 307144 h 323153"/>
                <a:gd name="connsiteX19" fmla="*/ 199821 w 407944"/>
                <a:gd name="connsiteY19" fmla="*/ 307144 h 323153"/>
                <a:gd name="connsiteX20" fmla="*/ 199821 w 407944"/>
                <a:gd name="connsiteY20" fmla="*/ 208122 h 323153"/>
                <a:gd name="connsiteX21" fmla="*/ 214052 w 407944"/>
                <a:gd name="connsiteY21" fmla="*/ 193892 h 323153"/>
                <a:gd name="connsiteX22" fmla="*/ 232433 w 407944"/>
                <a:gd name="connsiteY22" fmla="*/ 193892 h 323153"/>
                <a:gd name="connsiteX23" fmla="*/ 246664 w 407944"/>
                <a:gd name="connsiteY23" fmla="*/ 208122 h 323153"/>
                <a:gd name="connsiteX24" fmla="*/ 246664 w 407944"/>
                <a:gd name="connsiteY24" fmla="*/ 307144 h 323153"/>
                <a:gd name="connsiteX25" fmla="*/ 295878 w 407944"/>
                <a:gd name="connsiteY25" fmla="*/ 307144 h 323153"/>
                <a:gd name="connsiteX26" fmla="*/ 295878 w 407944"/>
                <a:gd name="connsiteY26" fmla="*/ 208122 h 323153"/>
                <a:gd name="connsiteX27" fmla="*/ 310108 w 407944"/>
                <a:gd name="connsiteY27" fmla="*/ 193892 h 323153"/>
                <a:gd name="connsiteX28" fmla="*/ 328489 w 407944"/>
                <a:gd name="connsiteY28" fmla="*/ 193892 h 323153"/>
                <a:gd name="connsiteX29" fmla="*/ 342720 w 407944"/>
                <a:gd name="connsiteY29" fmla="*/ 208122 h 323153"/>
                <a:gd name="connsiteX30" fmla="*/ 342720 w 407944"/>
                <a:gd name="connsiteY30" fmla="*/ 307144 h 323153"/>
                <a:gd name="connsiteX31" fmla="*/ 391934 w 407944"/>
                <a:gd name="connsiteY31" fmla="*/ 307144 h 323153"/>
                <a:gd name="connsiteX32" fmla="*/ 391934 w 407944"/>
                <a:gd name="connsiteY32" fmla="*/ 167802 h 323153"/>
                <a:gd name="connsiteX33" fmla="*/ 387784 w 407944"/>
                <a:gd name="connsiteY33" fmla="*/ 163652 h 323153"/>
                <a:gd name="connsiteX34" fmla="*/ 230654 w 407944"/>
                <a:gd name="connsiteY34" fmla="*/ 163652 h 323153"/>
                <a:gd name="connsiteX35" fmla="*/ 230654 w 407944"/>
                <a:gd name="connsiteY35" fmla="*/ 147642 h 323153"/>
                <a:gd name="connsiteX36" fmla="*/ 393713 w 407944"/>
                <a:gd name="connsiteY36" fmla="*/ 147642 h 323153"/>
                <a:gd name="connsiteX37" fmla="*/ 407944 w 407944"/>
                <a:gd name="connsiteY37" fmla="*/ 161873 h 323153"/>
                <a:gd name="connsiteX38" fmla="*/ 407944 w 407944"/>
                <a:gd name="connsiteY38" fmla="*/ 323153 h 323153"/>
                <a:gd name="connsiteX39" fmla="*/ 326711 w 407944"/>
                <a:gd name="connsiteY39" fmla="*/ 323153 h 323153"/>
                <a:gd name="connsiteX40" fmla="*/ 326711 w 407944"/>
                <a:gd name="connsiteY40" fmla="*/ 212866 h 323153"/>
                <a:gd name="connsiteX41" fmla="*/ 324339 w 407944"/>
                <a:gd name="connsiteY41" fmla="*/ 210494 h 323153"/>
                <a:gd name="connsiteX42" fmla="*/ 314852 w 407944"/>
                <a:gd name="connsiteY42" fmla="*/ 210494 h 323153"/>
                <a:gd name="connsiteX43" fmla="*/ 312480 w 407944"/>
                <a:gd name="connsiteY43" fmla="*/ 212866 h 323153"/>
                <a:gd name="connsiteX44" fmla="*/ 312480 w 407944"/>
                <a:gd name="connsiteY44" fmla="*/ 323153 h 323153"/>
                <a:gd name="connsiteX45" fmla="*/ 231247 w 407944"/>
                <a:gd name="connsiteY45" fmla="*/ 323153 h 323153"/>
                <a:gd name="connsiteX46" fmla="*/ 231247 w 407944"/>
                <a:gd name="connsiteY46" fmla="*/ 212866 h 323153"/>
                <a:gd name="connsiteX47" fmla="*/ 228875 w 407944"/>
                <a:gd name="connsiteY47" fmla="*/ 210494 h 323153"/>
                <a:gd name="connsiteX48" fmla="*/ 219388 w 407944"/>
                <a:gd name="connsiteY48" fmla="*/ 210494 h 323153"/>
                <a:gd name="connsiteX49" fmla="*/ 217016 w 407944"/>
                <a:gd name="connsiteY49" fmla="*/ 212866 h 323153"/>
                <a:gd name="connsiteX50" fmla="*/ 217016 w 407944"/>
                <a:gd name="connsiteY50" fmla="*/ 323153 h 323153"/>
                <a:gd name="connsiteX51" fmla="*/ 34984 w 407944"/>
                <a:gd name="connsiteY51" fmla="*/ 323153 h 323153"/>
                <a:gd name="connsiteX52" fmla="*/ 34984 w 407944"/>
                <a:gd name="connsiteY52" fmla="*/ 307144 h 323153"/>
                <a:gd name="connsiteX53" fmla="*/ 69967 w 407944"/>
                <a:gd name="connsiteY53" fmla="*/ 307144 h 323153"/>
                <a:gd name="connsiteX54" fmla="*/ 69967 w 407944"/>
                <a:gd name="connsiteY54" fmla="*/ 167802 h 323153"/>
                <a:gd name="connsiteX55" fmla="*/ 65816 w 407944"/>
                <a:gd name="connsiteY55" fmla="*/ 163652 h 323153"/>
                <a:gd name="connsiteX56" fmla="*/ 20753 w 407944"/>
                <a:gd name="connsiteY56" fmla="*/ 163652 h 323153"/>
                <a:gd name="connsiteX57" fmla="*/ 20753 w 407944"/>
                <a:gd name="connsiteY57" fmla="*/ 323153 h 323153"/>
                <a:gd name="connsiteX58" fmla="*/ 4744 w 407944"/>
                <a:gd name="connsiteY58" fmla="*/ 323153 h 323153"/>
                <a:gd name="connsiteX59" fmla="*/ 4744 w 407944"/>
                <a:gd name="connsiteY59" fmla="*/ 147642 h 323153"/>
                <a:gd name="connsiteX60" fmla="*/ 72339 w 407944"/>
                <a:gd name="connsiteY60" fmla="*/ 147642 h 323153"/>
                <a:gd name="connsiteX61" fmla="*/ 86569 w 407944"/>
                <a:gd name="connsiteY61" fmla="*/ 161873 h 323153"/>
                <a:gd name="connsiteX62" fmla="*/ 86569 w 407944"/>
                <a:gd name="connsiteY62" fmla="*/ 307144 h 323153"/>
                <a:gd name="connsiteX63" fmla="*/ 135784 w 407944"/>
                <a:gd name="connsiteY63" fmla="*/ 307144 h 323153"/>
                <a:gd name="connsiteX64" fmla="*/ 135784 w 407944"/>
                <a:gd name="connsiteY64" fmla="*/ 161873 h 323153"/>
                <a:gd name="connsiteX65" fmla="*/ 150014 w 407944"/>
                <a:gd name="connsiteY65" fmla="*/ 147642 h 323153"/>
                <a:gd name="connsiteX66" fmla="*/ 201007 w 407944"/>
                <a:gd name="connsiteY66" fmla="*/ 147642 h 323153"/>
                <a:gd name="connsiteX67" fmla="*/ 201007 w 407944"/>
                <a:gd name="connsiteY67" fmla="*/ 125704 h 323153"/>
                <a:gd name="connsiteX68" fmla="*/ 150014 w 407944"/>
                <a:gd name="connsiteY68" fmla="*/ 125704 h 323153"/>
                <a:gd name="connsiteX69" fmla="*/ 135784 w 407944"/>
                <a:gd name="connsiteY69" fmla="*/ 111473 h 323153"/>
                <a:gd name="connsiteX70" fmla="*/ 135784 w 407944"/>
                <a:gd name="connsiteY70" fmla="*/ 62852 h 323153"/>
                <a:gd name="connsiteX71" fmla="*/ 150014 w 407944"/>
                <a:gd name="connsiteY71" fmla="*/ 48621 h 323153"/>
                <a:gd name="connsiteX72" fmla="*/ 201007 w 407944"/>
                <a:gd name="connsiteY72" fmla="*/ 48621 h 323153"/>
                <a:gd name="connsiteX73" fmla="*/ 201007 w 407944"/>
                <a:gd name="connsiteY73" fmla="*/ 16602 h 323153"/>
                <a:gd name="connsiteX74" fmla="*/ 108508 w 407944"/>
                <a:gd name="connsiteY74" fmla="*/ 16602 h 323153"/>
                <a:gd name="connsiteX75" fmla="*/ 86569 w 407944"/>
                <a:gd name="connsiteY75" fmla="*/ 38541 h 323153"/>
                <a:gd name="connsiteX76" fmla="*/ 86569 w 407944"/>
                <a:gd name="connsiteY76" fmla="*/ 69374 h 323153"/>
                <a:gd name="connsiteX77" fmla="*/ 85384 w 407944"/>
                <a:gd name="connsiteY77" fmla="*/ 68781 h 323153"/>
                <a:gd name="connsiteX78" fmla="*/ 16009 w 407944"/>
                <a:gd name="connsiteY78" fmla="*/ 86569 h 323153"/>
                <a:gd name="connsiteX79" fmla="*/ 44471 w 407944"/>
                <a:gd name="connsiteY79" fmla="*/ 58108 h 323153"/>
                <a:gd name="connsiteX80" fmla="*/ 72932 w 407944"/>
                <a:gd name="connsiteY80" fmla="*/ 86569 h 323153"/>
                <a:gd name="connsiteX81" fmla="*/ 44471 w 407944"/>
                <a:gd name="connsiteY81" fmla="*/ 115031 h 323153"/>
                <a:gd name="connsiteX82" fmla="*/ 16009 w 407944"/>
                <a:gd name="connsiteY82" fmla="*/ 86569 h 323153"/>
                <a:gd name="connsiteX0" fmla="*/ 85384 w 407944"/>
                <a:gd name="connsiteY0" fmla="*/ 68781 h 323153"/>
                <a:gd name="connsiteX1" fmla="*/ 88941 w 407944"/>
                <a:gd name="connsiteY1" fmla="*/ 86569 h 323153"/>
                <a:gd name="connsiteX2" fmla="*/ 44471 w 407944"/>
                <a:gd name="connsiteY2" fmla="*/ 131040 h 323153"/>
                <a:gd name="connsiteX3" fmla="*/ 0 w 407944"/>
                <a:gd name="connsiteY3" fmla="*/ 86569 h 323153"/>
                <a:gd name="connsiteX4" fmla="*/ 44471 w 407944"/>
                <a:gd name="connsiteY4" fmla="*/ 42099 h 323153"/>
                <a:gd name="connsiteX5" fmla="*/ 68781 w 407944"/>
                <a:gd name="connsiteY5" fmla="*/ 49807 h 323153"/>
                <a:gd name="connsiteX6" fmla="*/ 68781 w 407944"/>
                <a:gd name="connsiteY6" fmla="*/ 38541 h 323153"/>
                <a:gd name="connsiteX7" fmla="*/ 107322 w 407944"/>
                <a:gd name="connsiteY7" fmla="*/ 0 h 323153"/>
                <a:gd name="connsiteX8" fmla="*/ 215831 w 407944"/>
                <a:gd name="connsiteY8" fmla="*/ 0 h 323153"/>
                <a:gd name="connsiteX9" fmla="*/ 215831 w 407944"/>
                <a:gd name="connsiteY9" fmla="*/ 64631 h 323153"/>
                <a:gd name="connsiteX10" fmla="*/ 152979 w 407944"/>
                <a:gd name="connsiteY10" fmla="*/ 64631 h 323153"/>
                <a:gd name="connsiteX11" fmla="*/ 150607 w 407944"/>
                <a:gd name="connsiteY11" fmla="*/ 67002 h 323153"/>
                <a:gd name="connsiteX12" fmla="*/ 150607 w 407944"/>
                <a:gd name="connsiteY12" fmla="*/ 106729 h 323153"/>
                <a:gd name="connsiteX13" fmla="*/ 152979 w 407944"/>
                <a:gd name="connsiteY13" fmla="*/ 109101 h 323153"/>
                <a:gd name="connsiteX14" fmla="*/ 215831 w 407944"/>
                <a:gd name="connsiteY14" fmla="*/ 109101 h 323153"/>
                <a:gd name="connsiteX15" fmla="*/ 215831 w 407944"/>
                <a:gd name="connsiteY15" fmla="*/ 163652 h 323153"/>
                <a:gd name="connsiteX16" fmla="*/ 154758 w 407944"/>
                <a:gd name="connsiteY16" fmla="*/ 163652 h 323153"/>
                <a:gd name="connsiteX17" fmla="*/ 150607 w 407944"/>
                <a:gd name="connsiteY17" fmla="*/ 167802 h 323153"/>
                <a:gd name="connsiteX18" fmla="*/ 150607 w 407944"/>
                <a:gd name="connsiteY18" fmla="*/ 307144 h 323153"/>
                <a:gd name="connsiteX19" fmla="*/ 199821 w 407944"/>
                <a:gd name="connsiteY19" fmla="*/ 307144 h 323153"/>
                <a:gd name="connsiteX20" fmla="*/ 199821 w 407944"/>
                <a:gd name="connsiteY20" fmla="*/ 208122 h 323153"/>
                <a:gd name="connsiteX21" fmla="*/ 214052 w 407944"/>
                <a:gd name="connsiteY21" fmla="*/ 193892 h 323153"/>
                <a:gd name="connsiteX22" fmla="*/ 232433 w 407944"/>
                <a:gd name="connsiteY22" fmla="*/ 193892 h 323153"/>
                <a:gd name="connsiteX23" fmla="*/ 246664 w 407944"/>
                <a:gd name="connsiteY23" fmla="*/ 208122 h 323153"/>
                <a:gd name="connsiteX24" fmla="*/ 246664 w 407944"/>
                <a:gd name="connsiteY24" fmla="*/ 307144 h 323153"/>
                <a:gd name="connsiteX25" fmla="*/ 295878 w 407944"/>
                <a:gd name="connsiteY25" fmla="*/ 307144 h 323153"/>
                <a:gd name="connsiteX26" fmla="*/ 295878 w 407944"/>
                <a:gd name="connsiteY26" fmla="*/ 208122 h 323153"/>
                <a:gd name="connsiteX27" fmla="*/ 310108 w 407944"/>
                <a:gd name="connsiteY27" fmla="*/ 193892 h 323153"/>
                <a:gd name="connsiteX28" fmla="*/ 328489 w 407944"/>
                <a:gd name="connsiteY28" fmla="*/ 193892 h 323153"/>
                <a:gd name="connsiteX29" fmla="*/ 342720 w 407944"/>
                <a:gd name="connsiteY29" fmla="*/ 208122 h 323153"/>
                <a:gd name="connsiteX30" fmla="*/ 342720 w 407944"/>
                <a:gd name="connsiteY30" fmla="*/ 307144 h 323153"/>
                <a:gd name="connsiteX31" fmla="*/ 391934 w 407944"/>
                <a:gd name="connsiteY31" fmla="*/ 307144 h 323153"/>
                <a:gd name="connsiteX32" fmla="*/ 391934 w 407944"/>
                <a:gd name="connsiteY32" fmla="*/ 167802 h 323153"/>
                <a:gd name="connsiteX33" fmla="*/ 387784 w 407944"/>
                <a:gd name="connsiteY33" fmla="*/ 163652 h 323153"/>
                <a:gd name="connsiteX34" fmla="*/ 230654 w 407944"/>
                <a:gd name="connsiteY34" fmla="*/ 163652 h 323153"/>
                <a:gd name="connsiteX35" fmla="*/ 230654 w 407944"/>
                <a:gd name="connsiteY35" fmla="*/ 147642 h 323153"/>
                <a:gd name="connsiteX36" fmla="*/ 393713 w 407944"/>
                <a:gd name="connsiteY36" fmla="*/ 147642 h 323153"/>
                <a:gd name="connsiteX37" fmla="*/ 407944 w 407944"/>
                <a:gd name="connsiteY37" fmla="*/ 161873 h 323153"/>
                <a:gd name="connsiteX38" fmla="*/ 407944 w 407944"/>
                <a:gd name="connsiteY38" fmla="*/ 323153 h 323153"/>
                <a:gd name="connsiteX39" fmla="*/ 326711 w 407944"/>
                <a:gd name="connsiteY39" fmla="*/ 323153 h 323153"/>
                <a:gd name="connsiteX40" fmla="*/ 326711 w 407944"/>
                <a:gd name="connsiteY40" fmla="*/ 212866 h 323153"/>
                <a:gd name="connsiteX41" fmla="*/ 324339 w 407944"/>
                <a:gd name="connsiteY41" fmla="*/ 210494 h 323153"/>
                <a:gd name="connsiteX42" fmla="*/ 314852 w 407944"/>
                <a:gd name="connsiteY42" fmla="*/ 210494 h 323153"/>
                <a:gd name="connsiteX43" fmla="*/ 312480 w 407944"/>
                <a:gd name="connsiteY43" fmla="*/ 212866 h 323153"/>
                <a:gd name="connsiteX44" fmla="*/ 312480 w 407944"/>
                <a:gd name="connsiteY44" fmla="*/ 323153 h 323153"/>
                <a:gd name="connsiteX45" fmla="*/ 231247 w 407944"/>
                <a:gd name="connsiteY45" fmla="*/ 323153 h 323153"/>
                <a:gd name="connsiteX46" fmla="*/ 231247 w 407944"/>
                <a:gd name="connsiteY46" fmla="*/ 212866 h 323153"/>
                <a:gd name="connsiteX47" fmla="*/ 228875 w 407944"/>
                <a:gd name="connsiteY47" fmla="*/ 210494 h 323153"/>
                <a:gd name="connsiteX48" fmla="*/ 219388 w 407944"/>
                <a:gd name="connsiteY48" fmla="*/ 210494 h 323153"/>
                <a:gd name="connsiteX49" fmla="*/ 217016 w 407944"/>
                <a:gd name="connsiteY49" fmla="*/ 212866 h 323153"/>
                <a:gd name="connsiteX50" fmla="*/ 217016 w 407944"/>
                <a:gd name="connsiteY50" fmla="*/ 323153 h 323153"/>
                <a:gd name="connsiteX51" fmla="*/ 34984 w 407944"/>
                <a:gd name="connsiteY51" fmla="*/ 323153 h 323153"/>
                <a:gd name="connsiteX52" fmla="*/ 34984 w 407944"/>
                <a:gd name="connsiteY52" fmla="*/ 307144 h 323153"/>
                <a:gd name="connsiteX53" fmla="*/ 69967 w 407944"/>
                <a:gd name="connsiteY53" fmla="*/ 307144 h 323153"/>
                <a:gd name="connsiteX54" fmla="*/ 69967 w 407944"/>
                <a:gd name="connsiteY54" fmla="*/ 167802 h 323153"/>
                <a:gd name="connsiteX55" fmla="*/ 65816 w 407944"/>
                <a:gd name="connsiteY55" fmla="*/ 163652 h 323153"/>
                <a:gd name="connsiteX56" fmla="*/ 20753 w 407944"/>
                <a:gd name="connsiteY56" fmla="*/ 163652 h 323153"/>
                <a:gd name="connsiteX57" fmla="*/ 20753 w 407944"/>
                <a:gd name="connsiteY57" fmla="*/ 323153 h 323153"/>
                <a:gd name="connsiteX58" fmla="*/ 4744 w 407944"/>
                <a:gd name="connsiteY58" fmla="*/ 323153 h 323153"/>
                <a:gd name="connsiteX59" fmla="*/ 4744 w 407944"/>
                <a:gd name="connsiteY59" fmla="*/ 147642 h 323153"/>
                <a:gd name="connsiteX60" fmla="*/ 72339 w 407944"/>
                <a:gd name="connsiteY60" fmla="*/ 147642 h 323153"/>
                <a:gd name="connsiteX61" fmla="*/ 86569 w 407944"/>
                <a:gd name="connsiteY61" fmla="*/ 161873 h 323153"/>
                <a:gd name="connsiteX62" fmla="*/ 86569 w 407944"/>
                <a:gd name="connsiteY62" fmla="*/ 307144 h 323153"/>
                <a:gd name="connsiteX63" fmla="*/ 135784 w 407944"/>
                <a:gd name="connsiteY63" fmla="*/ 307144 h 323153"/>
                <a:gd name="connsiteX64" fmla="*/ 135784 w 407944"/>
                <a:gd name="connsiteY64" fmla="*/ 161873 h 323153"/>
                <a:gd name="connsiteX65" fmla="*/ 150014 w 407944"/>
                <a:gd name="connsiteY65" fmla="*/ 147642 h 323153"/>
                <a:gd name="connsiteX66" fmla="*/ 201007 w 407944"/>
                <a:gd name="connsiteY66" fmla="*/ 147642 h 323153"/>
                <a:gd name="connsiteX67" fmla="*/ 201007 w 407944"/>
                <a:gd name="connsiteY67" fmla="*/ 125704 h 323153"/>
                <a:gd name="connsiteX68" fmla="*/ 150014 w 407944"/>
                <a:gd name="connsiteY68" fmla="*/ 125704 h 323153"/>
                <a:gd name="connsiteX69" fmla="*/ 135784 w 407944"/>
                <a:gd name="connsiteY69" fmla="*/ 111473 h 323153"/>
                <a:gd name="connsiteX70" fmla="*/ 135784 w 407944"/>
                <a:gd name="connsiteY70" fmla="*/ 62852 h 323153"/>
                <a:gd name="connsiteX71" fmla="*/ 150014 w 407944"/>
                <a:gd name="connsiteY71" fmla="*/ 48621 h 323153"/>
                <a:gd name="connsiteX72" fmla="*/ 201007 w 407944"/>
                <a:gd name="connsiteY72" fmla="*/ 48621 h 323153"/>
                <a:gd name="connsiteX73" fmla="*/ 201007 w 407944"/>
                <a:gd name="connsiteY73" fmla="*/ 16602 h 323153"/>
                <a:gd name="connsiteX74" fmla="*/ 108508 w 407944"/>
                <a:gd name="connsiteY74" fmla="*/ 16602 h 323153"/>
                <a:gd name="connsiteX75" fmla="*/ 86569 w 407944"/>
                <a:gd name="connsiteY75" fmla="*/ 38541 h 323153"/>
                <a:gd name="connsiteX76" fmla="*/ 86569 w 407944"/>
                <a:gd name="connsiteY76" fmla="*/ 69374 h 323153"/>
                <a:gd name="connsiteX77" fmla="*/ 85384 w 407944"/>
                <a:gd name="connsiteY77" fmla="*/ 68781 h 323153"/>
                <a:gd name="connsiteX78" fmla="*/ 16009 w 407944"/>
                <a:gd name="connsiteY78" fmla="*/ 86569 h 323153"/>
                <a:gd name="connsiteX79" fmla="*/ 44471 w 407944"/>
                <a:gd name="connsiteY79" fmla="*/ 58108 h 323153"/>
                <a:gd name="connsiteX80" fmla="*/ 72932 w 407944"/>
                <a:gd name="connsiteY80" fmla="*/ 86569 h 323153"/>
                <a:gd name="connsiteX81" fmla="*/ 44471 w 407944"/>
                <a:gd name="connsiteY81" fmla="*/ 115031 h 323153"/>
                <a:gd name="connsiteX82" fmla="*/ 16009 w 407944"/>
                <a:gd name="connsiteY82" fmla="*/ 86569 h 32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407944" h="323153">
                  <a:moveTo>
                    <a:pt x="85384" y="68781"/>
                  </a:moveTo>
                  <a:cubicBezTo>
                    <a:pt x="87755" y="74118"/>
                    <a:pt x="88941" y="80047"/>
                    <a:pt x="88941" y="86569"/>
                  </a:cubicBezTo>
                  <a:cubicBezTo>
                    <a:pt x="88941" y="110880"/>
                    <a:pt x="68781" y="131040"/>
                    <a:pt x="44471" y="131040"/>
                  </a:cubicBezTo>
                  <a:cubicBezTo>
                    <a:pt x="20160" y="131040"/>
                    <a:pt x="0" y="110880"/>
                    <a:pt x="0" y="86569"/>
                  </a:cubicBezTo>
                  <a:cubicBezTo>
                    <a:pt x="0" y="62259"/>
                    <a:pt x="20160" y="42099"/>
                    <a:pt x="44471" y="42099"/>
                  </a:cubicBezTo>
                  <a:cubicBezTo>
                    <a:pt x="68781" y="42099"/>
                    <a:pt x="36342" y="60960"/>
                    <a:pt x="68781" y="49807"/>
                  </a:cubicBezTo>
                  <a:lnTo>
                    <a:pt x="68781" y="38541"/>
                  </a:lnTo>
                  <a:cubicBezTo>
                    <a:pt x="68781" y="17195"/>
                    <a:pt x="85976" y="0"/>
                    <a:pt x="107322" y="0"/>
                  </a:cubicBezTo>
                  <a:lnTo>
                    <a:pt x="215831" y="0"/>
                  </a:lnTo>
                  <a:lnTo>
                    <a:pt x="215831" y="64631"/>
                  </a:lnTo>
                  <a:lnTo>
                    <a:pt x="152979" y="64631"/>
                  </a:lnTo>
                  <a:cubicBezTo>
                    <a:pt x="151793" y="64631"/>
                    <a:pt x="150607" y="65816"/>
                    <a:pt x="150607" y="67002"/>
                  </a:cubicBezTo>
                  <a:lnTo>
                    <a:pt x="150607" y="106729"/>
                  </a:lnTo>
                  <a:cubicBezTo>
                    <a:pt x="150607" y="107915"/>
                    <a:pt x="151793" y="109101"/>
                    <a:pt x="152979" y="109101"/>
                  </a:cubicBezTo>
                  <a:lnTo>
                    <a:pt x="215831" y="109101"/>
                  </a:lnTo>
                  <a:lnTo>
                    <a:pt x="215831" y="163652"/>
                  </a:lnTo>
                  <a:lnTo>
                    <a:pt x="154758" y="163652"/>
                  </a:lnTo>
                  <a:cubicBezTo>
                    <a:pt x="152386" y="163652"/>
                    <a:pt x="150607" y="165431"/>
                    <a:pt x="150607" y="167802"/>
                  </a:cubicBezTo>
                  <a:lnTo>
                    <a:pt x="150607" y="307144"/>
                  </a:lnTo>
                  <a:lnTo>
                    <a:pt x="199821" y="307144"/>
                  </a:lnTo>
                  <a:lnTo>
                    <a:pt x="199821" y="208122"/>
                  </a:lnTo>
                  <a:cubicBezTo>
                    <a:pt x="199821" y="200414"/>
                    <a:pt x="206344" y="193892"/>
                    <a:pt x="214052" y="193892"/>
                  </a:cubicBezTo>
                  <a:lnTo>
                    <a:pt x="232433" y="193892"/>
                  </a:lnTo>
                  <a:cubicBezTo>
                    <a:pt x="240141" y="193892"/>
                    <a:pt x="246664" y="200414"/>
                    <a:pt x="246664" y="208122"/>
                  </a:cubicBezTo>
                  <a:lnTo>
                    <a:pt x="246664" y="307144"/>
                  </a:lnTo>
                  <a:lnTo>
                    <a:pt x="295878" y="307144"/>
                  </a:lnTo>
                  <a:lnTo>
                    <a:pt x="295878" y="208122"/>
                  </a:lnTo>
                  <a:cubicBezTo>
                    <a:pt x="295878" y="200414"/>
                    <a:pt x="302400" y="193892"/>
                    <a:pt x="310108" y="193892"/>
                  </a:cubicBezTo>
                  <a:lnTo>
                    <a:pt x="328489" y="193892"/>
                  </a:lnTo>
                  <a:cubicBezTo>
                    <a:pt x="336198" y="193892"/>
                    <a:pt x="342720" y="200414"/>
                    <a:pt x="342720" y="208122"/>
                  </a:cubicBezTo>
                  <a:lnTo>
                    <a:pt x="342720" y="307144"/>
                  </a:lnTo>
                  <a:lnTo>
                    <a:pt x="391934" y="307144"/>
                  </a:lnTo>
                  <a:lnTo>
                    <a:pt x="391934" y="167802"/>
                  </a:lnTo>
                  <a:cubicBezTo>
                    <a:pt x="391934" y="165431"/>
                    <a:pt x="390155" y="163652"/>
                    <a:pt x="387784" y="163652"/>
                  </a:cubicBezTo>
                  <a:lnTo>
                    <a:pt x="230654" y="163652"/>
                  </a:lnTo>
                  <a:lnTo>
                    <a:pt x="230654" y="147642"/>
                  </a:lnTo>
                  <a:lnTo>
                    <a:pt x="393713" y="147642"/>
                  </a:lnTo>
                  <a:cubicBezTo>
                    <a:pt x="401421" y="147642"/>
                    <a:pt x="407944" y="154165"/>
                    <a:pt x="407944" y="161873"/>
                  </a:cubicBezTo>
                  <a:lnTo>
                    <a:pt x="407944" y="323153"/>
                  </a:lnTo>
                  <a:lnTo>
                    <a:pt x="326711" y="323153"/>
                  </a:lnTo>
                  <a:lnTo>
                    <a:pt x="326711" y="212866"/>
                  </a:lnTo>
                  <a:cubicBezTo>
                    <a:pt x="326711" y="211680"/>
                    <a:pt x="325525" y="210494"/>
                    <a:pt x="324339" y="210494"/>
                  </a:cubicBezTo>
                  <a:lnTo>
                    <a:pt x="314852" y="210494"/>
                  </a:lnTo>
                  <a:cubicBezTo>
                    <a:pt x="313666" y="210494"/>
                    <a:pt x="312480" y="211680"/>
                    <a:pt x="312480" y="212866"/>
                  </a:cubicBezTo>
                  <a:lnTo>
                    <a:pt x="312480" y="323153"/>
                  </a:lnTo>
                  <a:lnTo>
                    <a:pt x="231247" y="323153"/>
                  </a:lnTo>
                  <a:lnTo>
                    <a:pt x="231247" y="212866"/>
                  </a:lnTo>
                  <a:cubicBezTo>
                    <a:pt x="231247" y="211680"/>
                    <a:pt x="230061" y="210494"/>
                    <a:pt x="228875" y="210494"/>
                  </a:cubicBezTo>
                  <a:lnTo>
                    <a:pt x="219388" y="210494"/>
                  </a:lnTo>
                  <a:cubicBezTo>
                    <a:pt x="218202" y="210494"/>
                    <a:pt x="217016" y="211680"/>
                    <a:pt x="217016" y="212866"/>
                  </a:cubicBezTo>
                  <a:lnTo>
                    <a:pt x="217016" y="323153"/>
                  </a:lnTo>
                  <a:lnTo>
                    <a:pt x="34984" y="323153"/>
                  </a:lnTo>
                  <a:lnTo>
                    <a:pt x="34984" y="307144"/>
                  </a:lnTo>
                  <a:lnTo>
                    <a:pt x="69967" y="307144"/>
                  </a:lnTo>
                  <a:lnTo>
                    <a:pt x="69967" y="167802"/>
                  </a:lnTo>
                  <a:cubicBezTo>
                    <a:pt x="69967" y="165431"/>
                    <a:pt x="68188" y="163652"/>
                    <a:pt x="65816" y="163652"/>
                  </a:cubicBezTo>
                  <a:lnTo>
                    <a:pt x="20753" y="163652"/>
                  </a:lnTo>
                  <a:lnTo>
                    <a:pt x="20753" y="323153"/>
                  </a:lnTo>
                  <a:lnTo>
                    <a:pt x="4744" y="323153"/>
                  </a:lnTo>
                  <a:lnTo>
                    <a:pt x="4744" y="147642"/>
                  </a:lnTo>
                  <a:lnTo>
                    <a:pt x="72339" y="147642"/>
                  </a:lnTo>
                  <a:cubicBezTo>
                    <a:pt x="80047" y="147642"/>
                    <a:pt x="86569" y="154165"/>
                    <a:pt x="86569" y="161873"/>
                  </a:cubicBezTo>
                  <a:lnTo>
                    <a:pt x="86569" y="307144"/>
                  </a:lnTo>
                  <a:lnTo>
                    <a:pt x="135784" y="307144"/>
                  </a:lnTo>
                  <a:lnTo>
                    <a:pt x="135784" y="161873"/>
                  </a:lnTo>
                  <a:cubicBezTo>
                    <a:pt x="135784" y="154165"/>
                    <a:pt x="142306" y="147642"/>
                    <a:pt x="150014" y="147642"/>
                  </a:cubicBezTo>
                  <a:lnTo>
                    <a:pt x="201007" y="147642"/>
                  </a:lnTo>
                  <a:lnTo>
                    <a:pt x="201007" y="125704"/>
                  </a:lnTo>
                  <a:lnTo>
                    <a:pt x="150014" y="125704"/>
                  </a:lnTo>
                  <a:cubicBezTo>
                    <a:pt x="142306" y="125704"/>
                    <a:pt x="135784" y="119181"/>
                    <a:pt x="135784" y="111473"/>
                  </a:cubicBezTo>
                  <a:lnTo>
                    <a:pt x="135784" y="62852"/>
                  </a:lnTo>
                  <a:cubicBezTo>
                    <a:pt x="135784" y="55144"/>
                    <a:pt x="142306" y="48621"/>
                    <a:pt x="150014" y="48621"/>
                  </a:cubicBezTo>
                  <a:lnTo>
                    <a:pt x="201007" y="48621"/>
                  </a:lnTo>
                  <a:lnTo>
                    <a:pt x="201007" y="16602"/>
                  </a:lnTo>
                  <a:lnTo>
                    <a:pt x="108508" y="16602"/>
                  </a:lnTo>
                  <a:cubicBezTo>
                    <a:pt x="96056" y="16602"/>
                    <a:pt x="86569" y="26682"/>
                    <a:pt x="86569" y="38541"/>
                  </a:cubicBezTo>
                  <a:lnTo>
                    <a:pt x="86569" y="69374"/>
                  </a:lnTo>
                  <a:lnTo>
                    <a:pt x="85384" y="68781"/>
                  </a:lnTo>
                  <a:close/>
                  <a:moveTo>
                    <a:pt x="16009" y="86569"/>
                  </a:moveTo>
                  <a:cubicBezTo>
                    <a:pt x="16009" y="71153"/>
                    <a:pt x="28461" y="58108"/>
                    <a:pt x="44471" y="58108"/>
                  </a:cubicBezTo>
                  <a:cubicBezTo>
                    <a:pt x="60480" y="58108"/>
                    <a:pt x="72932" y="70560"/>
                    <a:pt x="72932" y="86569"/>
                  </a:cubicBezTo>
                  <a:cubicBezTo>
                    <a:pt x="72932" y="102579"/>
                    <a:pt x="60480" y="115031"/>
                    <a:pt x="44471" y="115031"/>
                  </a:cubicBezTo>
                  <a:cubicBezTo>
                    <a:pt x="28461" y="115031"/>
                    <a:pt x="16009" y="102579"/>
                    <a:pt x="16009" y="86569"/>
                  </a:cubicBezTo>
                  <a:close/>
                </a:path>
              </a:pathLst>
            </a:custGeom>
            <a:solidFill>
              <a:schemeClr val="bg1"/>
            </a:solidFill>
            <a:ln w="58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F4FFC34-2C72-F723-1336-00BE70E98108}"/>
                </a:ext>
              </a:extLst>
            </p:cNvPr>
            <p:cNvSpPr/>
            <p:nvPr/>
          </p:nvSpPr>
          <p:spPr bwMode="gray">
            <a:xfrm rot="21132644">
              <a:off x="6960598" y="3487392"/>
              <a:ext cx="898018" cy="898018"/>
            </a:xfrm>
            <a:custGeom>
              <a:avLst/>
              <a:gdLst>
                <a:gd name="connsiteX0" fmla="*/ 16009 w 88941"/>
                <a:gd name="connsiteY0" fmla="*/ 44471 h 88941"/>
                <a:gd name="connsiteX1" fmla="*/ 44471 w 88941"/>
                <a:gd name="connsiteY1" fmla="*/ 16009 h 88941"/>
                <a:gd name="connsiteX2" fmla="*/ 72932 w 88941"/>
                <a:gd name="connsiteY2" fmla="*/ 44471 h 88941"/>
                <a:gd name="connsiteX3" fmla="*/ 44471 w 88941"/>
                <a:gd name="connsiteY3" fmla="*/ 72932 h 88941"/>
                <a:gd name="connsiteX4" fmla="*/ 16009 w 88941"/>
                <a:gd name="connsiteY4" fmla="*/ 44471 h 88941"/>
                <a:gd name="connsiteX5" fmla="*/ 0 w 88941"/>
                <a:gd name="connsiteY5" fmla="*/ 44471 h 88941"/>
                <a:gd name="connsiteX6" fmla="*/ 44471 w 88941"/>
                <a:gd name="connsiteY6" fmla="*/ 0 h 88941"/>
                <a:gd name="connsiteX7" fmla="*/ 88941 w 88941"/>
                <a:gd name="connsiteY7" fmla="*/ 44471 h 88941"/>
                <a:gd name="connsiteX8" fmla="*/ 44471 w 88941"/>
                <a:gd name="connsiteY8" fmla="*/ 88941 h 88941"/>
                <a:gd name="connsiteX9" fmla="*/ 0 w 88941"/>
                <a:gd name="connsiteY9" fmla="*/ 44471 h 88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941" h="88941">
                  <a:moveTo>
                    <a:pt x="16009" y="44471"/>
                  </a:moveTo>
                  <a:cubicBezTo>
                    <a:pt x="16009" y="29054"/>
                    <a:pt x="28461" y="16009"/>
                    <a:pt x="44471" y="16009"/>
                  </a:cubicBezTo>
                  <a:cubicBezTo>
                    <a:pt x="60480" y="16009"/>
                    <a:pt x="72932" y="28461"/>
                    <a:pt x="72932" y="44471"/>
                  </a:cubicBezTo>
                  <a:cubicBezTo>
                    <a:pt x="72932" y="60480"/>
                    <a:pt x="60480" y="72932"/>
                    <a:pt x="44471" y="72932"/>
                  </a:cubicBezTo>
                  <a:cubicBezTo>
                    <a:pt x="28461" y="72932"/>
                    <a:pt x="16009" y="60480"/>
                    <a:pt x="16009" y="44471"/>
                  </a:cubicBezTo>
                  <a:close/>
                  <a:moveTo>
                    <a:pt x="0" y="44471"/>
                  </a:moveTo>
                  <a:cubicBezTo>
                    <a:pt x="0" y="20160"/>
                    <a:pt x="20160" y="0"/>
                    <a:pt x="44471" y="0"/>
                  </a:cubicBezTo>
                  <a:cubicBezTo>
                    <a:pt x="68781" y="0"/>
                    <a:pt x="88941" y="20160"/>
                    <a:pt x="88941" y="44471"/>
                  </a:cubicBezTo>
                  <a:cubicBezTo>
                    <a:pt x="88941" y="68781"/>
                    <a:pt x="68781" y="88941"/>
                    <a:pt x="44471" y="88941"/>
                  </a:cubicBezTo>
                  <a:cubicBezTo>
                    <a:pt x="20160" y="88941"/>
                    <a:pt x="0" y="68781"/>
                    <a:pt x="0" y="44471"/>
                  </a:cubicBezTo>
                  <a:close/>
                </a:path>
              </a:pathLst>
            </a:custGeom>
            <a:solidFill>
              <a:schemeClr val="tx1"/>
            </a:solidFill>
            <a:ln w="1748" cap="flat">
              <a:solidFill>
                <a:srgbClr val="1A1A1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11519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 placehol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AE8476C-3A63-D1D8-D079-F3F9989CAAA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194108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3002B38-5B80-698E-BB6F-26F6D80F0006}"/>
              </a:ext>
            </a:extLst>
          </p:cNvPr>
          <p:cNvSpPr>
            <a:spLocks/>
          </p:cNvSpPr>
          <p:nvPr userDrawn="1"/>
        </p:nvSpPr>
        <p:spPr bwMode="blackWhite">
          <a:xfrm>
            <a:off x="0" y="270"/>
            <a:ext cx="12210089" cy="6857460"/>
          </a:xfrm>
          <a:custGeom>
            <a:avLst/>
            <a:gdLst>
              <a:gd name="connsiteX0" fmla="*/ 0 w 12210089"/>
              <a:gd name="connsiteY0" fmla="*/ 0 h 6857460"/>
              <a:gd name="connsiteX1" fmla="*/ 12210089 w 12210089"/>
              <a:gd name="connsiteY1" fmla="*/ 0 h 6857460"/>
              <a:gd name="connsiteX2" fmla="*/ 12210089 w 12210089"/>
              <a:gd name="connsiteY2" fmla="*/ 6857460 h 6857460"/>
              <a:gd name="connsiteX3" fmla="*/ 10610979 w 12210089"/>
              <a:gd name="connsiteY3" fmla="*/ 6857460 h 6857460"/>
              <a:gd name="connsiteX4" fmla="*/ 10666574 w 12210089"/>
              <a:gd name="connsiteY4" fmla="*/ 6820682 h 6857460"/>
              <a:gd name="connsiteX5" fmla="*/ 11681872 w 12210089"/>
              <a:gd name="connsiteY5" fmla="*/ 4423328 h 6857460"/>
              <a:gd name="connsiteX6" fmla="*/ 9075918 w 12210089"/>
              <a:gd name="connsiteY6" fmla="*/ 2224959 h 6857460"/>
              <a:gd name="connsiteX7" fmla="*/ 8816119 w 12210089"/>
              <a:gd name="connsiteY7" fmla="*/ 2247258 h 6857460"/>
              <a:gd name="connsiteX8" fmla="*/ 6640048 w 12210089"/>
              <a:gd name="connsiteY8" fmla="*/ 5113010 h 6857460"/>
              <a:gd name="connsiteX9" fmla="*/ 7621710 w 12210089"/>
              <a:gd name="connsiteY9" fmla="*/ 6795268 h 6857460"/>
              <a:gd name="connsiteX10" fmla="*/ 7712292 w 12210089"/>
              <a:gd name="connsiteY10" fmla="*/ 6857460 h 6857460"/>
              <a:gd name="connsiteX11" fmla="*/ 0 w 12210089"/>
              <a:gd name="connsiteY11" fmla="*/ 6857460 h 6857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210089" h="6857460">
                <a:moveTo>
                  <a:pt x="0" y="0"/>
                </a:moveTo>
                <a:lnTo>
                  <a:pt x="12210089" y="0"/>
                </a:lnTo>
                <a:lnTo>
                  <a:pt x="12210089" y="6857460"/>
                </a:lnTo>
                <a:lnTo>
                  <a:pt x="10610979" y="6857460"/>
                </a:lnTo>
                <a:lnTo>
                  <a:pt x="10666574" y="6820682"/>
                </a:lnTo>
                <a:cubicBezTo>
                  <a:pt x="11394112" y="6286668"/>
                  <a:pt x="11812962" y="5381645"/>
                  <a:pt x="11681872" y="4423328"/>
                </a:cubicBezTo>
                <a:cubicBezTo>
                  <a:pt x="11503113" y="3116534"/>
                  <a:pt x="10365920" y="2179829"/>
                  <a:pt x="9075918" y="2224959"/>
                </a:cubicBezTo>
                <a:cubicBezTo>
                  <a:pt x="8989918" y="2227968"/>
                  <a:pt x="8903238" y="2235340"/>
                  <a:pt x="8816119" y="2247258"/>
                </a:cubicBezTo>
                <a:cubicBezTo>
                  <a:pt x="7422205" y="2437933"/>
                  <a:pt x="6449371" y="3719096"/>
                  <a:pt x="6640048" y="5113010"/>
                </a:cubicBezTo>
                <a:cubicBezTo>
                  <a:pt x="6735385" y="5809968"/>
                  <a:pt x="7103346" y="6401655"/>
                  <a:pt x="7621710" y="6795268"/>
                </a:cubicBezTo>
                <a:lnTo>
                  <a:pt x="7712292" y="6857460"/>
                </a:lnTo>
                <a:lnTo>
                  <a:pt x="0" y="6857460"/>
                </a:lnTo>
                <a:close/>
              </a:path>
            </a:pathLst>
          </a:custGeom>
          <a:solidFill>
            <a:srgbClr val="000000">
              <a:alpha val="55000"/>
            </a:srgbClr>
          </a:solidFill>
          <a:ln w="12700">
            <a:miter lim="400000"/>
          </a:ln>
        </p:spPr>
        <p:txBody>
          <a:bodyPr wrap="square" lIns="50800" tIns="50800" rIns="50800" bIns="50800" anchor="ctr">
            <a:no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8E65CE29-609E-F244-9891-05422282413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70"/>
            <a:ext cx="12210089" cy="6857460"/>
          </a:xfrm>
          <a:custGeom>
            <a:avLst/>
            <a:gdLst>
              <a:gd name="connsiteX0" fmla="*/ 0 w 12210089"/>
              <a:gd name="connsiteY0" fmla="*/ 0 h 6857460"/>
              <a:gd name="connsiteX1" fmla="*/ 12210089 w 12210089"/>
              <a:gd name="connsiteY1" fmla="*/ 0 h 6857460"/>
              <a:gd name="connsiteX2" fmla="*/ 12210089 w 12210089"/>
              <a:gd name="connsiteY2" fmla="*/ 6857460 h 6857460"/>
              <a:gd name="connsiteX3" fmla="*/ 10610979 w 12210089"/>
              <a:gd name="connsiteY3" fmla="*/ 6857460 h 6857460"/>
              <a:gd name="connsiteX4" fmla="*/ 10666574 w 12210089"/>
              <a:gd name="connsiteY4" fmla="*/ 6820682 h 6857460"/>
              <a:gd name="connsiteX5" fmla="*/ 11681872 w 12210089"/>
              <a:gd name="connsiteY5" fmla="*/ 4423328 h 6857460"/>
              <a:gd name="connsiteX6" fmla="*/ 9075918 w 12210089"/>
              <a:gd name="connsiteY6" fmla="*/ 2224959 h 6857460"/>
              <a:gd name="connsiteX7" fmla="*/ 8816119 w 12210089"/>
              <a:gd name="connsiteY7" fmla="*/ 2247258 h 6857460"/>
              <a:gd name="connsiteX8" fmla="*/ 6640048 w 12210089"/>
              <a:gd name="connsiteY8" fmla="*/ 5113010 h 6857460"/>
              <a:gd name="connsiteX9" fmla="*/ 7621710 w 12210089"/>
              <a:gd name="connsiteY9" fmla="*/ 6795268 h 6857460"/>
              <a:gd name="connsiteX10" fmla="*/ 7712292 w 12210089"/>
              <a:gd name="connsiteY10" fmla="*/ 6857460 h 6857460"/>
              <a:gd name="connsiteX11" fmla="*/ 0 w 12210089"/>
              <a:gd name="connsiteY11" fmla="*/ 6857460 h 6857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210089" h="6857460">
                <a:moveTo>
                  <a:pt x="0" y="0"/>
                </a:moveTo>
                <a:lnTo>
                  <a:pt x="12210089" y="0"/>
                </a:lnTo>
                <a:lnTo>
                  <a:pt x="12210089" y="6857460"/>
                </a:lnTo>
                <a:lnTo>
                  <a:pt x="10610979" y="6857460"/>
                </a:lnTo>
                <a:lnTo>
                  <a:pt x="10666574" y="6820682"/>
                </a:lnTo>
                <a:cubicBezTo>
                  <a:pt x="11394112" y="6286668"/>
                  <a:pt x="11812962" y="5381645"/>
                  <a:pt x="11681872" y="4423328"/>
                </a:cubicBezTo>
                <a:cubicBezTo>
                  <a:pt x="11503113" y="3116534"/>
                  <a:pt x="10365920" y="2179829"/>
                  <a:pt x="9075918" y="2224959"/>
                </a:cubicBezTo>
                <a:cubicBezTo>
                  <a:pt x="8989918" y="2227968"/>
                  <a:pt x="8903238" y="2235340"/>
                  <a:pt x="8816119" y="2247258"/>
                </a:cubicBezTo>
                <a:cubicBezTo>
                  <a:pt x="7422205" y="2437933"/>
                  <a:pt x="6449371" y="3719096"/>
                  <a:pt x="6640048" y="5113010"/>
                </a:cubicBezTo>
                <a:cubicBezTo>
                  <a:pt x="6735385" y="5809968"/>
                  <a:pt x="7103346" y="6401655"/>
                  <a:pt x="7621710" y="6795268"/>
                </a:cubicBezTo>
                <a:lnTo>
                  <a:pt x="7712292" y="6857460"/>
                </a:lnTo>
                <a:lnTo>
                  <a:pt x="0" y="685746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1" name="Rechteck 12">
            <a:extLst>
              <a:ext uri="{FF2B5EF4-FFF2-40B4-BE49-F238E27FC236}">
                <a16:creationId xmlns:a16="http://schemas.microsoft.com/office/drawing/2014/main" id="{DBB08617-5AF7-C3FE-29A0-1802E616C95A}"/>
              </a:ext>
            </a:extLst>
          </p:cNvPr>
          <p:cNvSpPr>
            <a:spLocks/>
          </p:cNvSpPr>
          <p:nvPr userDrawn="1"/>
        </p:nvSpPr>
        <p:spPr>
          <a:xfrm>
            <a:off x="-2488502" y="-1"/>
            <a:ext cx="2298700" cy="5367867"/>
          </a:xfrm>
          <a:prstGeom prst="rect">
            <a:avLst/>
          </a:prstGeom>
          <a:solidFill>
            <a:srgbClr val="F9D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use:</a:t>
            </a: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inside the placeholder to insert an image.</a:t>
            </a:r>
          </a:p>
          <a:p>
            <a:pPr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use images from this folder:</a:t>
            </a:r>
            <a:b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ifm</a:t>
            </a: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toolbox Background Images </a:t>
            </a:r>
            <a:r>
              <a:rPr lang="en-US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</a:t>
            </a: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1920x1080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find this collection here:</a:t>
            </a:r>
            <a:b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Intranet – About </a:t>
            </a:r>
            <a:r>
              <a:rPr lang="en-US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ifm</a:t>
            </a: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Company Facts – </a:t>
            </a:r>
            <a:r>
              <a:rPr lang="en-US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ifm</a:t>
            </a: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toolbox</a:t>
            </a:r>
          </a:p>
          <a:p>
            <a:pPr>
              <a:spcAft>
                <a:spcPts val="300"/>
              </a:spcAft>
            </a:pPr>
            <a:endParaRPr 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1200" dirty="0"/>
              <a:t>If you use the </a:t>
            </a:r>
            <a:r>
              <a:rPr lang="en-US" sz="1200" b="1" dirty="0"/>
              <a:t>title slide with the image placeholder</a:t>
            </a:r>
            <a:r>
              <a:rPr lang="en-US" sz="1200" dirty="0"/>
              <a:t>, please insert your image </a:t>
            </a:r>
            <a:br>
              <a:rPr lang="en-US" sz="1200" dirty="0"/>
            </a:br>
            <a:r>
              <a:rPr lang="en-US" sz="1200" dirty="0"/>
              <a:t>and set its </a:t>
            </a:r>
            <a:r>
              <a:rPr lang="en-US" sz="1200" b="1" dirty="0"/>
              <a:t>transparency</a:t>
            </a:r>
            <a:r>
              <a:rPr lang="en-US" sz="1200" dirty="0"/>
              <a:t> to </a:t>
            </a:r>
            <a:r>
              <a:rPr lang="en-US" sz="1200" b="1" dirty="0"/>
              <a:t>50%</a:t>
            </a:r>
            <a:r>
              <a:rPr lang="en-US" sz="1200" dirty="0"/>
              <a:t> </a:t>
            </a:r>
          </a:p>
          <a:p>
            <a:pPr>
              <a:spcAft>
                <a:spcPts val="600"/>
              </a:spcAft>
            </a:pPr>
            <a:r>
              <a:rPr lang="en-US" sz="1200" dirty="0"/>
              <a:t>(Picture Format → </a:t>
            </a:r>
            <a:br>
              <a:rPr lang="en-US" sz="1200" dirty="0"/>
            </a:br>
            <a:r>
              <a:rPr lang="en-US" sz="1200" dirty="0"/>
              <a:t>Picture Transparency → 50%).</a:t>
            </a:r>
          </a:p>
          <a:p>
            <a:pPr>
              <a:spcAft>
                <a:spcPts val="600"/>
              </a:spcAft>
            </a:pPr>
            <a:r>
              <a:rPr lang="en-US" sz="1200" dirty="0"/>
              <a:t>When using this slide, inserting an image is mandatory – do not use the black background.</a:t>
            </a:r>
            <a:endParaRPr lang="en-US" sz="12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6CFA7-8CBB-49CA-3693-3AA4EC1DA5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White">
          <a:xfrm>
            <a:off x="373063" y="373063"/>
            <a:ext cx="11447462" cy="830997"/>
          </a:xfrm>
        </p:spPr>
        <p:txBody>
          <a:bodyPr vert="horz" lIns="0" tIns="0" rIns="0" bIns="0" anchor="t">
            <a:spAutoFit/>
          </a:bodyPr>
          <a:lstStyle>
            <a:lvl1pPr algn="l"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6763F-DB2C-1653-E1D8-F89762942ED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White">
          <a:xfrm>
            <a:off x="373063" y="1204060"/>
            <a:ext cx="11447462" cy="461665"/>
          </a:xfrm>
        </p:spPr>
        <p:txBody>
          <a:bodyPr lIns="0" tIns="0" rIns="0" bIns="0">
            <a:spAutoFit/>
          </a:bodyPr>
          <a:lstStyle>
            <a:lvl1pPr marL="0" indent="0" algn="l">
              <a:buNone/>
              <a:defRPr sz="3000">
                <a:solidFill>
                  <a:schemeClr val="bg1"/>
                </a:solidFill>
              </a:defRPr>
            </a:lvl1pPr>
            <a:lvl2pPr marL="0" indent="0" algn="l">
              <a:buNone/>
              <a:defRPr sz="3000">
                <a:solidFill>
                  <a:schemeClr val="bg1"/>
                </a:solidFill>
              </a:defRPr>
            </a:lvl2pPr>
            <a:lvl3pPr marL="0" indent="0" algn="l">
              <a:buNone/>
              <a:defRPr sz="3000">
                <a:solidFill>
                  <a:schemeClr val="bg1"/>
                </a:solidFill>
              </a:defRPr>
            </a:lvl3pPr>
            <a:lvl4pPr marL="0" indent="0" algn="l">
              <a:buNone/>
              <a:defRPr sz="3000">
                <a:solidFill>
                  <a:schemeClr val="bg1"/>
                </a:solidFill>
              </a:defRPr>
            </a:lvl4pPr>
            <a:lvl5pPr marL="0" indent="0" algn="l">
              <a:buNone/>
              <a:defRPr sz="3000">
                <a:solidFill>
                  <a:schemeClr val="bg1"/>
                </a:solidFill>
              </a:defRPr>
            </a:lvl5pPr>
            <a:lvl6pPr marL="0" indent="0" algn="l">
              <a:buNone/>
              <a:defRPr sz="3000">
                <a:solidFill>
                  <a:schemeClr val="bg1"/>
                </a:solidFill>
              </a:defRPr>
            </a:lvl6pPr>
            <a:lvl7pPr marL="0" indent="0" algn="l">
              <a:buNone/>
              <a:defRPr sz="3000">
                <a:solidFill>
                  <a:schemeClr val="bg1"/>
                </a:solidFill>
              </a:defRPr>
            </a:lvl7pPr>
            <a:lvl8pPr marL="0" indent="0" algn="l">
              <a:buNone/>
              <a:defRPr sz="3000">
                <a:solidFill>
                  <a:schemeClr val="bg1"/>
                </a:solidFill>
              </a:defRPr>
            </a:lvl8pPr>
            <a:lvl9pPr marL="0" indent="0" algn="l">
              <a:buNone/>
              <a:defRPr sz="3000">
                <a:solidFill>
                  <a:schemeClr val="bg1"/>
                </a:solidFill>
              </a:defRPr>
            </a:lvl9pPr>
          </a:lstStyle>
          <a:p>
            <a:r>
              <a:rPr lang="en-US" dirty="0"/>
              <a:t>Presentation description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A12F02C-6C8E-FA47-49A4-0D592874E4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blackWhite">
          <a:xfrm>
            <a:off x="373063" y="5956300"/>
            <a:ext cx="5722937" cy="252413"/>
          </a:xfrm>
        </p:spPr>
        <p:txBody>
          <a:bodyPr lIns="0" tIns="0" rIns="0" bIns="0" anchor="b">
            <a:spAutoFit/>
          </a:bodyPr>
          <a:lstStyle>
            <a:lvl1pPr>
              <a:buNone/>
              <a:defRPr sz="1600">
                <a:solidFill>
                  <a:schemeClr val="bg1"/>
                </a:solidFill>
              </a:defRPr>
            </a:lvl1pPr>
            <a:lvl5pPr marL="540000" indent="0">
              <a:buNone/>
              <a:defRPr/>
            </a:lvl5pPr>
          </a:lstStyle>
          <a:p>
            <a:r>
              <a:rPr lang="en-US" dirty="0">
                <a:cs typeface="Arial" panose="020B0604020202020204" pitchFamily="34" charset="0"/>
              </a:rPr>
              <a:t>Date or further information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1423213-8DF4-F212-5025-D9DC72CABF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blackWhite">
          <a:xfrm>
            <a:off x="1397000" y="6232009"/>
            <a:ext cx="4699000" cy="184666"/>
          </a:xfrm>
        </p:spPr>
        <p:txBody>
          <a:bodyPr lIns="0" tIns="0" r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Please insert Author Name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1D2CB1-81F9-B961-6A00-7EEA8BBCA8BB}"/>
              </a:ext>
            </a:extLst>
          </p:cNvPr>
          <p:cNvSpPr txBox="1">
            <a:spLocks/>
          </p:cNvSpPr>
          <p:nvPr userDrawn="1"/>
        </p:nvSpPr>
        <p:spPr bwMode="blackWhite">
          <a:xfrm>
            <a:off x="373064" y="6232009"/>
            <a:ext cx="982662" cy="18466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© </a:t>
            </a:r>
            <a:r>
              <a:rPr lang="en-US" sz="1200" dirty="0" err="1">
                <a:solidFill>
                  <a:schemeClr val="bg1"/>
                </a:solidFill>
              </a:rPr>
              <a:t>ifm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>
                <a:solidFill>
                  <a:schemeClr val="tx2"/>
                </a:solidFill>
              </a:rPr>
              <a:t>•</a:t>
            </a:r>
            <a:r>
              <a:rPr lang="en-US" sz="1200" dirty="0">
                <a:solidFill>
                  <a:schemeClr val="bg1"/>
                </a:solidFill>
              </a:rPr>
              <a:t> Author: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7520C57-5E5D-DB50-3769-4784B35DE6AE}"/>
              </a:ext>
            </a:extLst>
          </p:cNvPr>
          <p:cNvGrpSpPr>
            <a:grpSpLocks/>
          </p:cNvGrpSpPr>
          <p:nvPr userDrawn="1"/>
        </p:nvGrpSpPr>
        <p:grpSpPr>
          <a:xfrm>
            <a:off x="6597756" y="2225331"/>
            <a:ext cx="5088778" cy="4811136"/>
            <a:chOff x="6597756" y="2225331"/>
            <a:chExt cx="5088778" cy="4811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F32EA48-1DF4-3D3A-5586-7E84648EA4D7}"/>
                </a:ext>
              </a:extLst>
            </p:cNvPr>
            <p:cNvSpPr/>
            <p:nvPr/>
          </p:nvSpPr>
          <p:spPr bwMode="gray">
            <a:xfrm rot="21132644">
              <a:off x="6597756" y="2225331"/>
              <a:ext cx="5088778" cy="4811136"/>
            </a:xfrm>
            <a:custGeom>
              <a:avLst/>
              <a:gdLst>
                <a:gd name="connsiteX0" fmla="*/ 2804813 w 5088778"/>
                <a:gd name="connsiteY0" fmla="*/ 13119 h 4811136"/>
                <a:gd name="connsiteX1" fmla="*/ 5088778 w 5088778"/>
                <a:gd name="connsiteY1" fmla="*/ 2544389 h 4811136"/>
                <a:gd name="connsiteX2" fmla="*/ 3757935 w 5088778"/>
                <a:gd name="connsiteY2" fmla="*/ 4782020 h 4811136"/>
                <a:gd name="connsiteX3" fmla="*/ 3697427 w 5088778"/>
                <a:gd name="connsiteY3" fmla="*/ 4811136 h 4811136"/>
                <a:gd name="connsiteX4" fmla="*/ 826279 w 5088778"/>
                <a:gd name="connsiteY4" fmla="*/ 4418385 h 4811136"/>
                <a:gd name="connsiteX5" fmla="*/ 744609 w 5088778"/>
                <a:gd name="connsiteY5" fmla="*/ 4344170 h 4811136"/>
                <a:gd name="connsiteX6" fmla="*/ 1 w 5088778"/>
                <a:gd name="connsiteY6" fmla="*/ 2544389 h 4811136"/>
                <a:gd name="connsiteX7" fmla="*/ 2544389 w 5088778"/>
                <a:gd name="connsiteY7" fmla="*/ 1 h 4811136"/>
                <a:gd name="connsiteX8" fmla="*/ 2804813 w 5088778"/>
                <a:gd name="connsiteY8" fmla="*/ 13119 h 4811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88778" h="4811136">
                  <a:moveTo>
                    <a:pt x="2804813" y="13119"/>
                  </a:moveTo>
                  <a:cubicBezTo>
                    <a:pt x="4089029" y="143239"/>
                    <a:pt x="5088778" y="1225425"/>
                    <a:pt x="5088778" y="2544389"/>
                  </a:cubicBezTo>
                  <a:cubicBezTo>
                    <a:pt x="5088778" y="3511630"/>
                    <a:pt x="4551135" y="4351536"/>
                    <a:pt x="3757935" y="4782020"/>
                  </a:cubicBezTo>
                  <a:lnTo>
                    <a:pt x="3697427" y="4811136"/>
                  </a:lnTo>
                  <a:lnTo>
                    <a:pt x="826279" y="4418385"/>
                  </a:lnTo>
                  <a:lnTo>
                    <a:pt x="744609" y="4344170"/>
                  </a:lnTo>
                  <a:cubicBezTo>
                    <a:pt x="284374" y="3883934"/>
                    <a:pt x="0" y="3247837"/>
                    <a:pt x="1" y="2544389"/>
                  </a:cubicBezTo>
                  <a:cubicBezTo>
                    <a:pt x="0" y="1137494"/>
                    <a:pt x="1137494" y="0"/>
                    <a:pt x="2544389" y="1"/>
                  </a:cubicBezTo>
                  <a:cubicBezTo>
                    <a:pt x="2632320" y="1"/>
                    <a:pt x="2719199" y="4444"/>
                    <a:pt x="2804813" y="13119"/>
                  </a:cubicBezTo>
                  <a:close/>
                </a:path>
              </a:pathLst>
            </a:custGeom>
            <a:solidFill>
              <a:schemeClr val="tx2"/>
            </a:solidFill>
            <a:ln w="1748" cap="flat">
              <a:solidFill>
                <a:srgbClr val="FF6E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4A9AD83-0ACC-5A60-B880-53E7D831B0B7}"/>
                </a:ext>
              </a:extLst>
            </p:cNvPr>
            <p:cNvSpPr/>
            <p:nvPr/>
          </p:nvSpPr>
          <p:spPr bwMode="gray">
            <a:xfrm rot="21132644">
              <a:off x="7048659" y="2839116"/>
              <a:ext cx="4118922" cy="3262805"/>
            </a:xfrm>
            <a:custGeom>
              <a:avLst/>
              <a:gdLst>
                <a:gd name="connsiteX0" fmla="*/ 85384 w 407943"/>
                <a:gd name="connsiteY0" fmla="*/ 68781 h 323152"/>
                <a:gd name="connsiteX1" fmla="*/ 88941 w 407943"/>
                <a:gd name="connsiteY1" fmla="*/ 86569 h 323152"/>
                <a:gd name="connsiteX2" fmla="*/ 44471 w 407943"/>
                <a:gd name="connsiteY2" fmla="*/ 131040 h 323152"/>
                <a:gd name="connsiteX3" fmla="*/ 0 w 407943"/>
                <a:gd name="connsiteY3" fmla="*/ 86569 h 323152"/>
                <a:gd name="connsiteX4" fmla="*/ 44471 w 407943"/>
                <a:gd name="connsiteY4" fmla="*/ 42099 h 323152"/>
                <a:gd name="connsiteX5" fmla="*/ 68781 w 407943"/>
                <a:gd name="connsiteY5" fmla="*/ 49807 h 323152"/>
                <a:gd name="connsiteX6" fmla="*/ 68781 w 407943"/>
                <a:gd name="connsiteY6" fmla="*/ 38541 h 323152"/>
                <a:gd name="connsiteX7" fmla="*/ 107322 w 407943"/>
                <a:gd name="connsiteY7" fmla="*/ 0 h 323152"/>
                <a:gd name="connsiteX8" fmla="*/ 215831 w 407943"/>
                <a:gd name="connsiteY8" fmla="*/ 0 h 323152"/>
                <a:gd name="connsiteX9" fmla="*/ 215831 w 407943"/>
                <a:gd name="connsiteY9" fmla="*/ 64631 h 323152"/>
                <a:gd name="connsiteX10" fmla="*/ 152979 w 407943"/>
                <a:gd name="connsiteY10" fmla="*/ 64631 h 323152"/>
                <a:gd name="connsiteX11" fmla="*/ 150607 w 407943"/>
                <a:gd name="connsiteY11" fmla="*/ 67002 h 323152"/>
                <a:gd name="connsiteX12" fmla="*/ 150607 w 407943"/>
                <a:gd name="connsiteY12" fmla="*/ 106729 h 323152"/>
                <a:gd name="connsiteX13" fmla="*/ 152979 w 407943"/>
                <a:gd name="connsiteY13" fmla="*/ 109101 h 323152"/>
                <a:gd name="connsiteX14" fmla="*/ 215831 w 407943"/>
                <a:gd name="connsiteY14" fmla="*/ 109101 h 323152"/>
                <a:gd name="connsiteX15" fmla="*/ 215831 w 407943"/>
                <a:gd name="connsiteY15" fmla="*/ 163652 h 323152"/>
                <a:gd name="connsiteX16" fmla="*/ 154758 w 407943"/>
                <a:gd name="connsiteY16" fmla="*/ 163652 h 323152"/>
                <a:gd name="connsiteX17" fmla="*/ 150607 w 407943"/>
                <a:gd name="connsiteY17" fmla="*/ 167802 h 323152"/>
                <a:gd name="connsiteX18" fmla="*/ 150607 w 407943"/>
                <a:gd name="connsiteY18" fmla="*/ 307144 h 323152"/>
                <a:gd name="connsiteX19" fmla="*/ 199821 w 407943"/>
                <a:gd name="connsiteY19" fmla="*/ 307144 h 323152"/>
                <a:gd name="connsiteX20" fmla="*/ 199821 w 407943"/>
                <a:gd name="connsiteY20" fmla="*/ 208122 h 323152"/>
                <a:gd name="connsiteX21" fmla="*/ 214052 w 407943"/>
                <a:gd name="connsiteY21" fmla="*/ 193892 h 323152"/>
                <a:gd name="connsiteX22" fmla="*/ 232433 w 407943"/>
                <a:gd name="connsiteY22" fmla="*/ 193892 h 323152"/>
                <a:gd name="connsiteX23" fmla="*/ 246664 w 407943"/>
                <a:gd name="connsiteY23" fmla="*/ 208122 h 323152"/>
                <a:gd name="connsiteX24" fmla="*/ 246664 w 407943"/>
                <a:gd name="connsiteY24" fmla="*/ 307144 h 323152"/>
                <a:gd name="connsiteX25" fmla="*/ 295878 w 407943"/>
                <a:gd name="connsiteY25" fmla="*/ 307144 h 323152"/>
                <a:gd name="connsiteX26" fmla="*/ 295878 w 407943"/>
                <a:gd name="connsiteY26" fmla="*/ 208122 h 323152"/>
                <a:gd name="connsiteX27" fmla="*/ 310108 w 407943"/>
                <a:gd name="connsiteY27" fmla="*/ 193892 h 323152"/>
                <a:gd name="connsiteX28" fmla="*/ 328489 w 407943"/>
                <a:gd name="connsiteY28" fmla="*/ 193892 h 323152"/>
                <a:gd name="connsiteX29" fmla="*/ 342720 w 407943"/>
                <a:gd name="connsiteY29" fmla="*/ 208122 h 323152"/>
                <a:gd name="connsiteX30" fmla="*/ 342720 w 407943"/>
                <a:gd name="connsiteY30" fmla="*/ 307144 h 323152"/>
                <a:gd name="connsiteX31" fmla="*/ 391934 w 407943"/>
                <a:gd name="connsiteY31" fmla="*/ 307144 h 323152"/>
                <a:gd name="connsiteX32" fmla="*/ 391934 w 407943"/>
                <a:gd name="connsiteY32" fmla="*/ 167802 h 323152"/>
                <a:gd name="connsiteX33" fmla="*/ 387784 w 407943"/>
                <a:gd name="connsiteY33" fmla="*/ 163652 h 323152"/>
                <a:gd name="connsiteX34" fmla="*/ 230654 w 407943"/>
                <a:gd name="connsiteY34" fmla="*/ 163652 h 323152"/>
                <a:gd name="connsiteX35" fmla="*/ 230654 w 407943"/>
                <a:gd name="connsiteY35" fmla="*/ 147642 h 323152"/>
                <a:gd name="connsiteX36" fmla="*/ 393713 w 407943"/>
                <a:gd name="connsiteY36" fmla="*/ 147642 h 323152"/>
                <a:gd name="connsiteX37" fmla="*/ 407944 w 407943"/>
                <a:gd name="connsiteY37" fmla="*/ 161873 h 323152"/>
                <a:gd name="connsiteX38" fmla="*/ 407944 w 407943"/>
                <a:gd name="connsiteY38" fmla="*/ 323153 h 323152"/>
                <a:gd name="connsiteX39" fmla="*/ 326711 w 407943"/>
                <a:gd name="connsiteY39" fmla="*/ 323153 h 323152"/>
                <a:gd name="connsiteX40" fmla="*/ 326711 w 407943"/>
                <a:gd name="connsiteY40" fmla="*/ 212866 h 323152"/>
                <a:gd name="connsiteX41" fmla="*/ 324339 w 407943"/>
                <a:gd name="connsiteY41" fmla="*/ 210494 h 323152"/>
                <a:gd name="connsiteX42" fmla="*/ 314852 w 407943"/>
                <a:gd name="connsiteY42" fmla="*/ 210494 h 323152"/>
                <a:gd name="connsiteX43" fmla="*/ 312480 w 407943"/>
                <a:gd name="connsiteY43" fmla="*/ 212866 h 323152"/>
                <a:gd name="connsiteX44" fmla="*/ 312480 w 407943"/>
                <a:gd name="connsiteY44" fmla="*/ 323153 h 323152"/>
                <a:gd name="connsiteX45" fmla="*/ 231247 w 407943"/>
                <a:gd name="connsiteY45" fmla="*/ 323153 h 323152"/>
                <a:gd name="connsiteX46" fmla="*/ 231247 w 407943"/>
                <a:gd name="connsiteY46" fmla="*/ 212866 h 323152"/>
                <a:gd name="connsiteX47" fmla="*/ 228875 w 407943"/>
                <a:gd name="connsiteY47" fmla="*/ 210494 h 323152"/>
                <a:gd name="connsiteX48" fmla="*/ 219388 w 407943"/>
                <a:gd name="connsiteY48" fmla="*/ 210494 h 323152"/>
                <a:gd name="connsiteX49" fmla="*/ 217016 w 407943"/>
                <a:gd name="connsiteY49" fmla="*/ 212866 h 323152"/>
                <a:gd name="connsiteX50" fmla="*/ 217016 w 407943"/>
                <a:gd name="connsiteY50" fmla="*/ 323153 h 323152"/>
                <a:gd name="connsiteX51" fmla="*/ 34984 w 407943"/>
                <a:gd name="connsiteY51" fmla="*/ 323153 h 323152"/>
                <a:gd name="connsiteX52" fmla="*/ 34984 w 407943"/>
                <a:gd name="connsiteY52" fmla="*/ 307144 h 323152"/>
                <a:gd name="connsiteX53" fmla="*/ 69967 w 407943"/>
                <a:gd name="connsiteY53" fmla="*/ 307144 h 323152"/>
                <a:gd name="connsiteX54" fmla="*/ 69967 w 407943"/>
                <a:gd name="connsiteY54" fmla="*/ 167802 h 323152"/>
                <a:gd name="connsiteX55" fmla="*/ 65816 w 407943"/>
                <a:gd name="connsiteY55" fmla="*/ 163652 h 323152"/>
                <a:gd name="connsiteX56" fmla="*/ 20753 w 407943"/>
                <a:gd name="connsiteY56" fmla="*/ 163652 h 323152"/>
                <a:gd name="connsiteX57" fmla="*/ 20753 w 407943"/>
                <a:gd name="connsiteY57" fmla="*/ 323153 h 323152"/>
                <a:gd name="connsiteX58" fmla="*/ 4744 w 407943"/>
                <a:gd name="connsiteY58" fmla="*/ 323153 h 323152"/>
                <a:gd name="connsiteX59" fmla="*/ 4744 w 407943"/>
                <a:gd name="connsiteY59" fmla="*/ 147642 h 323152"/>
                <a:gd name="connsiteX60" fmla="*/ 72339 w 407943"/>
                <a:gd name="connsiteY60" fmla="*/ 147642 h 323152"/>
                <a:gd name="connsiteX61" fmla="*/ 86569 w 407943"/>
                <a:gd name="connsiteY61" fmla="*/ 161873 h 323152"/>
                <a:gd name="connsiteX62" fmla="*/ 86569 w 407943"/>
                <a:gd name="connsiteY62" fmla="*/ 307144 h 323152"/>
                <a:gd name="connsiteX63" fmla="*/ 135784 w 407943"/>
                <a:gd name="connsiteY63" fmla="*/ 307144 h 323152"/>
                <a:gd name="connsiteX64" fmla="*/ 135784 w 407943"/>
                <a:gd name="connsiteY64" fmla="*/ 161873 h 323152"/>
                <a:gd name="connsiteX65" fmla="*/ 150014 w 407943"/>
                <a:gd name="connsiteY65" fmla="*/ 147642 h 323152"/>
                <a:gd name="connsiteX66" fmla="*/ 201007 w 407943"/>
                <a:gd name="connsiteY66" fmla="*/ 147642 h 323152"/>
                <a:gd name="connsiteX67" fmla="*/ 201007 w 407943"/>
                <a:gd name="connsiteY67" fmla="*/ 125704 h 323152"/>
                <a:gd name="connsiteX68" fmla="*/ 150014 w 407943"/>
                <a:gd name="connsiteY68" fmla="*/ 125704 h 323152"/>
                <a:gd name="connsiteX69" fmla="*/ 135784 w 407943"/>
                <a:gd name="connsiteY69" fmla="*/ 111473 h 323152"/>
                <a:gd name="connsiteX70" fmla="*/ 135784 w 407943"/>
                <a:gd name="connsiteY70" fmla="*/ 62852 h 323152"/>
                <a:gd name="connsiteX71" fmla="*/ 150014 w 407943"/>
                <a:gd name="connsiteY71" fmla="*/ 48621 h 323152"/>
                <a:gd name="connsiteX72" fmla="*/ 201007 w 407943"/>
                <a:gd name="connsiteY72" fmla="*/ 48621 h 323152"/>
                <a:gd name="connsiteX73" fmla="*/ 201007 w 407943"/>
                <a:gd name="connsiteY73" fmla="*/ 16602 h 323152"/>
                <a:gd name="connsiteX74" fmla="*/ 108508 w 407943"/>
                <a:gd name="connsiteY74" fmla="*/ 16602 h 323152"/>
                <a:gd name="connsiteX75" fmla="*/ 86569 w 407943"/>
                <a:gd name="connsiteY75" fmla="*/ 38541 h 323152"/>
                <a:gd name="connsiteX76" fmla="*/ 86569 w 407943"/>
                <a:gd name="connsiteY76" fmla="*/ 69374 h 323152"/>
                <a:gd name="connsiteX77" fmla="*/ 85384 w 407943"/>
                <a:gd name="connsiteY77" fmla="*/ 68781 h 323152"/>
                <a:gd name="connsiteX78" fmla="*/ 16009 w 407943"/>
                <a:gd name="connsiteY78" fmla="*/ 86569 h 323152"/>
                <a:gd name="connsiteX79" fmla="*/ 44471 w 407943"/>
                <a:gd name="connsiteY79" fmla="*/ 58108 h 323152"/>
                <a:gd name="connsiteX80" fmla="*/ 72932 w 407943"/>
                <a:gd name="connsiteY80" fmla="*/ 86569 h 323152"/>
                <a:gd name="connsiteX81" fmla="*/ 44471 w 407943"/>
                <a:gd name="connsiteY81" fmla="*/ 115031 h 323152"/>
                <a:gd name="connsiteX82" fmla="*/ 16009 w 407943"/>
                <a:gd name="connsiteY82" fmla="*/ 86569 h 323152"/>
                <a:gd name="connsiteX0" fmla="*/ 85384 w 407944"/>
                <a:gd name="connsiteY0" fmla="*/ 68781 h 323153"/>
                <a:gd name="connsiteX1" fmla="*/ 88941 w 407944"/>
                <a:gd name="connsiteY1" fmla="*/ 86569 h 323153"/>
                <a:gd name="connsiteX2" fmla="*/ 44471 w 407944"/>
                <a:gd name="connsiteY2" fmla="*/ 131040 h 323153"/>
                <a:gd name="connsiteX3" fmla="*/ 0 w 407944"/>
                <a:gd name="connsiteY3" fmla="*/ 86569 h 323153"/>
                <a:gd name="connsiteX4" fmla="*/ 44471 w 407944"/>
                <a:gd name="connsiteY4" fmla="*/ 42099 h 323153"/>
                <a:gd name="connsiteX5" fmla="*/ 68781 w 407944"/>
                <a:gd name="connsiteY5" fmla="*/ 49807 h 323153"/>
                <a:gd name="connsiteX6" fmla="*/ 68781 w 407944"/>
                <a:gd name="connsiteY6" fmla="*/ 38541 h 323153"/>
                <a:gd name="connsiteX7" fmla="*/ 107322 w 407944"/>
                <a:gd name="connsiteY7" fmla="*/ 0 h 323153"/>
                <a:gd name="connsiteX8" fmla="*/ 215831 w 407944"/>
                <a:gd name="connsiteY8" fmla="*/ 0 h 323153"/>
                <a:gd name="connsiteX9" fmla="*/ 215831 w 407944"/>
                <a:gd name="connsiteY9" fmla="*/ 64631 h 323153"/>
                <a:gd name="connsiteX10" fmla="*/ 152979 w 407944"/>
                <a:gd name="connsiteY10" fmla="*/ 64631 h 323153"/>
                <a:gd name="connsiteX11" fmla="*/ 150607 w 407944"/>
                <a:gd name="connsiteY11" fmla="*/ 67002 h 323153"/>
                <a:gd name="connsiteX12" fmla="*/ 150607 w 407944"/>
                <a:gd name="connsiteY12" fmla="*/ 106729 h 323153"/>
                <a:gd name="connsiteX13" fmla="*/ 152979 w 407944"/>
                <a:gd name="connsiteY13" fmla="*/ 109101 h 323153"/>
                <a:gd name="connsiteX14" fmla="*/ 215831 w 407944"/>
                <a:gd name="connsiteY14" fmla="*/ 109101 h 323153"/>
                <a:gd name="connsiteX15" fmla="*/ 215831 w 407944"/>
                <a:gd name="connsiteY15" fmla="*/ 163652 h 323153"/>
                <a:gd name="connsiteX16" fmla="*/ 154758 w 407944"/>
                <a:gd name="connsiteY16" fmla="*/ 163652 h 323153"/>
                <a:gd name="connsiteX17" fmla="*/ 150607 w 407944"/>
                <a:gd name="connsiteY17" fmla="*/ 167802 h 323153"/>
                <a:gd name="connsiteX18" fmla="*/ 150607 w 407944"/>
                <a:gd name="connsiteY18" fmla="*/ 307144 h 323153"/>
                <a:gd name="connsiteX19" fmla="*/ 199821 w 407944"/>
                <a:gd name="connsiteY19" fmla="*/ 307144 h 323153"/>
                <a:gd name="connsiteX20" fmla="*/ 199821 w 407944"/>
                <a:gd name="connsiteY20" fmla="*/ 208122 h 323153"/>
                <a:gd name="connsiteX21" fmla="*/ 214052 w 407944"/>
                <a:gd name="connsiteY21" fmla="*/ 193892 h 323153"/>
                <a:gd name="connsiteX22" fmla="*/ 232433 w 407944"/>
                <a:gd name="connsiteY22" fmla="*/ 193892 h 323153"/>
                <a:gd name="connsiteX23" fmla="*/ 246664 w 407944"/>
                <a:gd name="connsiteY23" fmla="*/ 208122 h 323153"/>
                <a:gd name="connsiteX24" fmla="*/ 246664 w 407944"/>
                <a:gd name="connsiteY24" fmla="*/ 307144 h 323153"/>
                <a:gd name="connsiteX25" fmla="*/ 295878 w 407944"/>
                <a:gd name="connsiteY25" fmla="*/ 307144 h 323153"/>
                <a:gd name="connsiteX26" fmla="*/ 295878 w 407944"/>
                <a:gd name="connsiteY26" fmla="*/ 208122 h 323153"/>
                <a:gd name="connsiteX27" fmla="*/ 310108 w 407944"/>
                <a:gd name="connsiteY27" fmla="*/ 193892 h 323153"/>
                <a:gd name="connsiteX28" fmla="*/ 328489 w 407944"/>
                <a:gd name="connsiteY28" fmla="*/ 193892 h 323153"/>
                <a:gd name="connsiteX29" fmla="*/ 342720 w 407944"/>
                <a:gd name="connsiteY29" fmla="*/ 208122 h 323153"/>
                <a:gd name="connsiteX30" fmla="*/ 342720 w 407944"/>
                <a:gd name="connsiteY30" fmla="*/ 307144 h 323153"/>
                <a:gd name="connsiteX31" fmla="*/ 391934 w 407944"/>
                <a:gd name="connsiteY31" fmla="*/ 307144 h 323153"/>
                <a:gd name="connsiteX32" fmla="*/ 391934 w 407944"/>
                <a:gd name="connsiteY32" fmla="*/ 167802 h 323153"/>
                <a:gd name="connsiteX33" fmla="*/ 387784 w 407944"/>
                <a:gd name="connsiteY33" fmla="*/ 163652 h 323153"/>
                <a:gd name="connsiteX34" fmla="*/ 230654 w 407944"/>
                <a:gd name="connsiteY34" fmla="*/ 163652 h 323153"/>
                <a:gd name="connsiteX35" fmla="*/ 230654 w 407944"/>
                <a:gd name="connsiteY35" fmla="*/ 147642 h 323153"/>
                <a:gd name="connsiteX36" fmla="*/ 393713 w 407944"/>
                <a:gd name="connsiteY36" fmla="*/ 147642 h 323153"/>
                <a:gd name="connsiteX37" fmla="*/ 407944 w 407944"/>
                <a:gd name="connsiteY37" fmla="*/ 161873 h 323153"/>
                <a:gd name="connsiteX38" fmla="*/ 407944 w 407944"/>
                <a:gd name="connsiteY38" fmla="*/ 323153 h 323153"/>
                <a:gd name="connsiteX39" fmla="*/ 326711 w 407944"/>
                <a:gd name="connsiteY39" fmla="*/ 323153 h 323153"/>
                <a:gd name="connsiteX40" fmla="*/ 326711 w 407944"/>
                <a:gd name="connsiteY40" fmla="*/ 212866 h 323153"/>
                <a:gd name="connsiteX41" fmla="*/ 324339 w 407944"/>
                <a:gd name="connsiteY41" fmla="*/ 210494 h 323153"/>
                <a:gd name="connsiteX42" fmla="*/ 314852 w 407944"/>
                <a:gd name="connsiteY42" fmla="*/ 210494 h 323153"/>
                <a:gd name="connsiteX43" fmla="*/ 312480 w 407944"/>
                <a:gd name="connsiteY43" fmla="*/ 212866 h 323153"/>
                <a:gd name="connsiteX44" fmla="*/ 312480 w 407944"/>
                <a:gd name="connsiteY44" fmla="*/ 323153 h 323153"/>
                <a:gd name="connsiteX45" fmla="*/ 231247 w 407944"/>
                <a:gd name="connsiteY45" fmla="*/ 323153 h 323153"/>
                <a:gd name="connsiteX46" fmla="*/ 231247 w 407944"/>
                <a:gd name="connsiteY46" fmla="*/ 212866 h 323153"/>
                <a:gd name="connsiteX47" fmla="*/ 228875 w 407944"/>
                <a:gd name="connsiteY47" fmla="*/ 210494 h 323153"/>
                <a:gd name="connsiteX48" fmla="*/ 219388 w 407944"/>
                <a:gd name="connsiteY48" fmla="*/ 210494 h 323153"/>
                <a:gd name="connsiteX49" fmla="*/ 217016 w 407944"/>
                <a:gd name="connsiteY49" fmla="*/ 212866 h 323153"/>
                <a:gd name="connsiteX50" fmla="*/ 217016 w 407944"/>
                <a:gd name="connsiteY50" fmla="*/ 323153 h 323153"/>
                <a:gd name="connsiteX51" fmla="*/ 34984 w 407944"/>
                <a:gd name="connsiteY51" fmla="*/ 323153 h 323153"/>
                <a:gd name="connsiteX52" fmla="*/ 34984 w 407944"/>
                <a:gd name="connsiteY52" fmla="*/ 307144 h 323153"/>
                <a:gd name="connsiteX53" fmla="*/ 69967 w 407944"/>
                <a:gd name="connsiteY53" fmla="*/ 307144 h 323153"/>
                <a:gd name="connsiteX54" fmla="*/ 69967 w 407944"/>
                <a:gd name="connsiteY54" fmla="*/ 167802 h 323153"/>
                <a:gd name="connsiteX55" fmla="*/ 65816 w 407944"/>
                <a:gd name="connsiteY55" fmla="*/ 163652 h 323153"/>
                <a:gd name="connsiteX56" fmla="*/ 20753 w 407944"/>
                <a:gd name="connsiteY56" fmla="*/ 163652 h 323153"/>
                <a:gd name="connsiteX57" fmla="*/ 20753 w 407944"/>
                <a:gd name="connsiteY57" fmla="*/ 323153 h 323153"/>
                <a:gd name="connsiteX58" fmla="*/ 4744 w 407944"/>
                <a:gd name="connsiteY58" fmla="*/ 323153 h 323153"/>
                <a:gd name="connsiteX59" fmla="*/ 4744 w 407944"/>
                <a:gd name="connsiteY59" fmla="*/ 147642 h 323153"/>
                <a:gd name="connsiteX60" fmla="*/ 72339 w 407944"/>
                <a:gd name="connsiteY60" fmla="*/ 147642 h 323153"/>
                <a:gd name="connsiteX61" fmla="*/ 86569 w 407944"/>
                <a:gd name="connsiteY61" fmla="*/ 161873 h 323153"/>
                <a:gd name="connsiteX62" fmla="*/ 86569 w 407944"/>
                <a:gd name="connsiteY62" fmla="*/ 307144 h 323153"/>
                <a:gd name="connsiteX63" fmla="*/ 135784 w 407944"/>
                <a:gd name="connsiteY63" fmla="*/ 307144 h 323153"/>
                <a:gd name="connsiteX64" fmla="*/ 135784 w 407944"/>
                <a:gd name="connsiteY64" fmla="*/ 161873 h 323153"/>
                <a:gd name="connsiteX65" fmla="*/ 150014 w 407944"/>
                <a:gd name="connsiteY65" fmla="*/ 147642 h 323153"/>
                <a:gd name="connsiteX66" fmla="*/ 201007 w 407944"/>
                <a:gd name="connsiteY66" fmla="*/ 147642 h 323153"/>
                <a:gd name="connsiteX67" fmla="*/ 201007 w 407944"/>
                <a:gd name="connsiteY67" fmla="*/ 125704 h 323153"/>
                <a:gd name="connsiteX68" fmla="*/ 150014 w 407944"/>
                <a:gd name="connsiteY68" fmla="*/ 125704 h 323153"/>
                <a:gd name="connsiteX69" fmla="*/ 135784 w 407944"/>
                <a:gd name="connsiteY69" fmla="*/ 111473 h 323153"/>
                <a:gd name="connsiteX70" fmla="*/ 135784 w 407944"/>
                <a:gd name="connsiteY70" fmla="*/ 62852 h 323153"/>
                <a:gd name="connsiteX71" fmla="*/ 150014 w 407944"/>
                <a:gd name="connsiteY71" fmla="*/ 48621 h 323153"/>
                <a:gd name="connsiteX72" fmla="*/ 201007 w 407944"/>
                <a:gd name="connsiteY72" fmla="*/ 48621 h 323153"/>
                <a:gd name="connsiteX73" fmla="*/ 201007 w 407944"/>
                <a:gd name="connsiteY73" fmla="*/ 16602 h 323153"/>
                <a:gd name="connsiteX74" fmla="*/ 108508 w 407944"/>
                <a:gd name="connsiteY74" fmla="*/ 16602 h 323153"/>
                <a:gd name="connsiteX75" fmla="*/ 86569 w 407944"/>
                <a:gd name="connsiteY75" fmla="*/ 38541 h 323153"/>
                <a:gd name="connsiteX76" fmla="*/ 86569 w 407944"/>
                <a:gd name="connsiteY76" fmla="*/ 69374 h 323153"/>
                <a:gd name="connsiteX77" fmla="*/ 85384 w 407944"/>
                <a:gd name="connsiteY77" fmla="*/ 68781 h 323153"/>
                <a:gd name="connsiteX78" fmla="*/ 16009 w 407944"/>
                <a:gd name="connsiteY78" fmla="*/ 86569 h 323153"/>
                <a:gd name="connsiteX79" fmla="*/ 44471 w 407944"/>
                <a:gd name="connsiteY79" fmla="*/ 58108 h 323153"/>
                <a:gd name="connsiteX80" fmla="*/ 72932 w 407944"/>
                <a:gd name="connsiteY80" fmla="*/ 86569 h 323153"/>
                <a:gd name="connsiteX81" fmla="*/ 44471 w 407944"/>
                <a:gd name="connsiteY81" fmla="*/ 115031 h 323153"/>
                <a:gd name="connsiteX82" fmla="*/ 16009 w 407944"/>
                <a:gd name="connsiteY82" fmla="*/ 86569 h 323153"/>
                <a:gd name="connsiteX0" fmla="*/ 85384 w 407944"/>
                <a:gd name="connsiteY0" fmla="*/ 68781 h 323153"/>
                <a:gd name="connsiteX1" fmla="*/ 88941 w 407944"/>
                <a:gd name="connsiteY1" fmla="*/ 86569 h 323153"/>
                <a:gd name="connsiteX2" fmla="*/ 44471 w 407944"/>
                <a:gd name="connsiteY2" fmla="*/ 131040 h 323153"/>
                <a:gd name="connsiteX3" fmla="*/ 0 w 407944"/>
                <a:gd name="connsiteY3" fmla="*/ 86569 h 323153"/>
                <a:gd name="connsiteX4" fmla="*/ 44471 w 407944"/>
                <a:gd name="connsiteY4" fmla="*/ 42099 h 323153"/>
                <a:gd name="connsiteX5" fmla="*/ 68781 w 407944"/>
                <a:gd name="connsiteY5" fmla="*/ 49807 h 323153"/>
                <a:gd name="connsiteX6" fmla="*/ 68781 w 407944"/>
                <a:gd name="connsiteY6" fmla="*/ 38541 h 323153"/>
                <a:gd name="connsiteX7" fmla="*/ 107322 w 407944"/>
                <a:gd name="connsiteY7" fmla="*/ 0 h 323153"/>
                <a:gd name="connsiteX8" fmla="*/ 215831 w 407944"/>
                <a:gd name="connsiteY8" fmla="*/ 0 h 323153"/>
                <a:gd name="connsiteX9" fmla="*/ 215831 w 407944"/>
                <a:gd name="connsiteY9" fmla="*/ 64631 h 323153"/>
                <a:gd name="connsiteX10" fmla="*/ 152979 w 407944"/>
                <a:gd name="connsiteY10" fmla="*/ 64631 h 323153"/>
                <a:gd name="connsiteX11" fmla="*/ 150607 w 407944"/>
                <a:gd name="connsiteY11" fmla="*/ 67002 h 323153"/>
                <a:gd name="connsiteX12" fmla="*/ 150607 w 407944"/>
                <a:gd name="connsiteY12" fmla="*/ 106729 h 323153"/>
                <a:gd name="connsiteX13" fmla="*/ 152979 w 407944"/>
                <a:gd name="connsiteY13" fmla="*/ 109101 h 323153"/>
                <a:gd name="connsiteX14" fmla="*/ 215831 w 407944"/>
                <a:gd name="connsiteY14" fmla="*/ 109101 h 323153"/>
                <a:gd name="connsiteX15" fmla="*/ 215831 w 407944"/>
                <a:gd name="connsiteY15" fmla="*/ 163652 h 323153"/>
                <a:gd name="connsiteX16" fmla="*/ 154758 w 407944"/>
                <a:gd name="connsiteY16" fmla="*/ 163652 h 323153"/>
                <a:gd name="connsiteX17" fmla="*/ 150607 w 407944"/>
                <a:gd name="connsiteY17" fmla="*/ 167802 h 323153"/>
                <a:gd name="connsiteX18" fmla="*/ 150607 w 407944"/>
                <a:gd name="connsiteY18" fmla="*/ 307144 h 323153"/>
                <a:gd name="connsiteX19" fmla="*/ 199821 w 407944"/>
                <a:gd name="connsiteY19" fmla="*/ 307144 h 323153"/>
                <a:gd name="connsiteX20" fmla="*/ 199821 w 407944"/>
                <a:gd name="connsiteY20" fmla="*/ 208122 h 323153"/>
                <a:gd name="connsiteX21" fmla="*/ 214052 w 407944"/>
                <a:gd name="connsiteY21" fmla="*/ 193892 h 323153"/>
                <a:gd name="connsiteX22" fmla="*/ 232433 w 407944"/>
                <a:gd name="connsiteY22" fmla="*/ 193892 h 323153"/>
                <a:gd name="connsiteX23" fmla="*/ 246664 w 407944"/>
                <a:gd name="connsiteY23" fmla="*/ 208122 h 323153"/>
                <a:gd name="connsiteX24" fmla="*/ 246664 w 407944"/>
                <a:gd name="connsiteY24" fmla="*/ 307144 h 323153"/>
                <a:gd name="connsiteX25" fmla="*/ 295878 w 407944"/>
                <a:gd name="connsiteY25" fmla="*/ 307144 h 323153"/>
                <a:gd name="connsiteX26" fmla="*/ 295878 w 407944"/>
                <a:gd name="connsiteY26" fmla="*/ 208122 h 323153"/>
                <a:gd name="connsiteX27" fmla="*/ 310108 w 407944"/>
                <a:gd name="connsiteY27" fmla="*/ 193892 h 323153"/>
                <a:gd name="connsiteX28" fmla="*/ 328489 w 407944"/>
                <a:gd name="connsiteY28" fmla="*/ 193892 h 323153"/>
                <a:gd name="connsiteX29" fmla="*/ 342720 w 407944"/>
                <a:gd name="connsiteY29" fmla="*/ 208122 h 323153"/>
                <a:gd name="connsiteX30" fmla="*/ 342720 w 407944"/>
                <a:gd name="connsiteY30" fmla="*/ 307144 h 323153"/>
                <a:gd name="connsiteX31" fmla="*/ 391934 w 407944"/>
                <a:gd name="connsiteY31" fmla="*/ 307144 h 323153"/>
                <a:gd name="connsiteX32" fmla="*/ 391934 w 407944"/>
                <a:gd name="connsiteY32" fmla="*/ 167802 h 323153"/>
                <a:gd name="connsiteX33" fmla="*/ 387784 w 407944"/>
                <a:gd name="connsiteY33" fmla="*/ 163652 h 323153"/>
                <a:gd name="connsiteX34" fmla="*/ 230654 w 407944"/>
                <a:gd name="connsiteY34" fmla="*/ 163652 h 323153"/>
                <a:gd name="connsiteX35" fmla="*/ 230654 w 407944"/>
                <a:gd name="connsiteY35" fmla="*/ 147642 h 323153"/>
                <a:gd name="connsiteX36" fmla="*/ 393713 w 407944"/>
                <a:gd name="connsiteY36" fmla="*/ 147642 h 323153"/>
                <a:gd name="connsiteX37" fmla="*/ 407944 w 407944"/>
                <a:gd name="connsiteY37" fmla="*/ 161873 h 323153"/>
                <a:gd name="connsiteX38" fmla="*/ 407944 w 407944"/>
                <a:gd name="connsiteY38" fmla="*/ 323153 h 323153"/>
                <a:gd name="connsiteX39" fmla="*/ 326711 w 407944"/>
                <a:gd name="connsiteY39" fmla="*/ 323153 h 323153"/>
                <a:gd name="connsiteX40" fmla="*/ 326711 w 407944"/>
                <a:gd name="connsiteY40" fmla="*/ 212866 h 323153"/>
                <a:gd name="connsiteX41" fmla="*/ 324339 w 407944"/>
                <a:gd name="connsiteY41" fmla="*/ 210494 h 323153"/>
                <a:gd name="connsiteX42" fmla="*/ 314852 w 407944"/>
                <a:gd name="connsiteY42" fmla="*/ 210494 h 323153"/>
                <a:gd name="connsiteX43" fmla="*/ 312480 w 407944"/>
                <a:gd name="connsiteY43" fmla="*/ 212866 h 323153"/>
                <a:gd name="connsiteX44" fmla="*/ 312480 w 407944"/>
                <a:gd name="connsiteY44" fmla="*/ 323153 h 323153"/>
                <a:gd name="connsiteX45" fmla="*/ 231247 w 407944"/>
                <a:gd name="connsiteY45" fmla="*/ 323153 h 323153"/>
                <a:gd name="connsiteX46" fmla="*/ 231247 w 407944"/>
                <a:gd name="connsiteY46" fmla="*/ 212866 h 323153"/>
                <a:gd name="connsiteX47" fmla="*/ 228875 w 407944"/>
                <a:gd name="connsiteY47" fmla="*/ 210494 h 323153"/>
                <a:gd name="connsiteX48" fmla="*/ 219388 w 407944"/>
                <a:gd name="connsiteY48" fmla="*/ 210494 h 323153"/>
                <a:gd name="connsiteX49" fmla="*/ 217016 w 407944"/>
                <a:gd name="connsiteY49" fmla="*/ 212866 h 323153"/>
                <a:gd name="connsiteX50" fmla="*/ 217016 w 407944"/>
                <a:gd name="connsiteY50" fmla="*/ 323153 h 323153"/>
                <a:gd name="connsiteX51" fmla="*/ 34984 w 407944"/>
                <a:gd name="connsiteY51" fmla="*/ 323153 h 323153"/>
                <a:gd name="connsiteX52" fmla="*/ 34984 w 407944"/>
                <a:gd name="connsiteY52" fmla="*/ 307144 h 323153"/>
                <a:gd name="connsiteX53" fmla="*/ 69967 w 407944"/>
                <a:gd name="connsiteY53" fmla="*/ 307144 h 323153"/>
                <a:gd name="connsiteX54" fmla="*/ 69967 w 407944"/>
                <a:gd name="connsiteY54" fmla="*/ 167802 h 323153"/>
                <a:gd name="connsiteX55" fmla="*/ 65816 w 407944"/>
                <a:gd name="connsiteY55" fmla="*/ 163652 h 323153"/>
                <a:gd name="connsiteX56" fmla="*/ 20753 w 407944"/>
                <a:gd name="connsiteY56" fmla="*/ 163652 h 323153"/>
                <a:gd name="connsiteX57" fmla="*/ 20753 w 407944"/>
                <a:gd name="connsiteY57" fmla="*/ 323153 h 323153"/>
                <a:gd name="connsiteX58" fmla="*/ 4744 w 407944"/>
                <a:gd name="connsiteY58" fmla="*/ 323153 h 323153"/>
                <a:gd name="connsiteX59" fmla="*/ 4744 w 407944"/>
                <a:gd name="connsiteY59" fmla="*/ 147642 h 323153"/>
                <a:gd name="connsiteX60" fmla="*/ 72339 w 407944"/>
                <a:gd name="connsiteY60" fmla="*/ 147642 h 323153"/>
                <a:gd name="connsiteX61" fmla="*/ 86569 w 407944"/>
                <a:gd name="connsiteY61" fmla="*/ 161873 h 323153"/>
                <a:gd name="connsiteX62" fmla="*/ 86569 w 407944"/>
                <a:gd name="connsiteY62" fmla="*/ 307144 h 323153"/>
                <a:gd name="connsiteX63" fmla="*/ 135784 w 407944"/>
                <a:gd name="connsiteY63" fmla="*/ 307144 h 323153"/>
                <a:gd name="connsiteX64" fmla="*/ 135784 w 407944"/>
                <a:gd name="connsiteY64" fmla="*/ 161873 h 323153"/>
                <a:gd name="connsiteX65" fmla="*/ 150014 w 407944"/>
                <a:gd name="connsiteY65" fmla="*/ 147642 h 323153"/>
                <a:gd name="connsiteX66" fmla="*/ 201007 w 407944"/>
                <a:gd name="connsiteY66" fmla="*/ 147642 h 323153"/>
                <a:gd name="connsiteX67" fmla="*/ 201007 w 407944"/>
                <a:gd name="connsiteY67" fmla="*/ 125704 h 323153"/>
                <a:gd name="connsiteX68" fmla="*/ 150014 w 407944"/>
                <a:gd name="connsiteY68" fmla="*/ 125704 h 323153"/>
                <a:gd name="connsiteX69" fmla="*/ 135784 w 407944"/>
                <a:gd name="connsiteY69" fmla="*/ 111473 h 323153"/>
                <a:gd name="connsiteX70" fmla="*/ 135784 w 407944"/>
                <a:gd name="connsiteY70" fmla="*/ 62852 h 323153"/>
                <a:gd name="connsiteX71" fmla="*/ 150014 w 407944"/>
                <a:gd name="connsiteY71" fmla="*/ 48621 h 323153"/>
                <a:gd name="connsiteX72" fmla="*/ 201007 w 407944"/>
                <a:gd name="connsiteY72" fmla="*/ 48621 h 323153"/>
                <a:gd name="connsiteX73" fmla="*/ 201007 w 407944"/>
                <a:gd name="connsiteY73" fmla="*/ 16602 h 323153"/>
                <a:gd name="connsiteX74" fmla="*/ 108508 w 407944"/>
                <a:gd name="connsiteY74" fmla="*/ 16602 h 323153"/>
                <a:gd name="connsiteX75" fmla="*/ 86569 w 407944"/>
                <a:gd name="connsiteY75" fmla="*/ 38541 h 323153"/>
                <a:gd name="connsiteX76" fmla="*/ 86569 w 407944"/>
                <a:gd name="connsiteY76" fmla="*/ 69374 h 323153"/>
                <a:gd name="connsiteX77" fmla="*/ 85384 w 407944"/>
                <a:gd name="connsiteY77" fmla="*/ 68781 h 323153"/>
                <a:gd name="connsiteX78" fmla="*/ 16009 w 407944"/>
                <a:gd name="connsiteY78" fmla="*/ 86569 h 323153"/>
                <a:gd name="connsiteX79" fmla="*/ 44471 w 407944"/>
                <a:gd name="connsiteY79" fmla="*/ 58108 h 323153"/>
                <a:gd name="connsiteX80" fmla="*/ 72932 w 407944"/>
                <a:gd name="connsiteY80" fmla="*/ 86569 h 323153"/>
                <a:gd name="connsiteX81" fmla="*/ 44471 w 407944"/>
                <a:gd name="connsiteY81" fmla="*/ 115031 h 323153"/>
                <a:gd name="connsiteX82" fmla="*/ 16009 w 407944"/>
                <a:gd name="connsiteY82" fmla="*/ 86569 h 32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407944" h="323153">
                  <a:moveTo>
                    <a:pt x="85384" y="68781"/>
                  </a:moveTo>
                  <a:cubicBezTo>
                    <a:pt x="87755" y="74118"/>
                    <a:pt x="88941" y="80047"/>
                    <a:pt x="88941" y="86569"/>
                  </a:cubicBezTo>
                  <a:cubicBezTo>
                    <a:pt x="88941" y="110880"/>
                    <a:pt x="68781" y="131040"/>
                    <a:pt x="44471" y="131040"/>
                  </a:cubicBezTo>
                  <a:cubicBezTo>
                    <a:pt x="20160" y="131040"/>
                    <a:pt x="0" y="110880"/>
                    <a:pt x="0" y="86569"/>
                  </a:cubicBezTo>
                  <a:cubicBezTo>
                    <a:pt x="0" y="62259"/>
                    <a:pt x="20160" y="42099"/>
                    <a:pt x="44471" y="42099"/>
                  </a:cubicBezTo>
                  <a:cubicBezTo>
                    <a:pt x="68781" y="42099"/>
                    <a:pt x="36342" y="60960"/>
                    <a:pt x="68781" y="49807"/>
                  </a:cubicBezTo>
                  <a:lnTo>
                    <a:pt x="68781" y="38541"/>
                  </a:lnTo>
                  <a:cubicBezTo>
                    <a:pt x="68781" y="17195"/>
                    <a:pt x="85976" y="0"/>
                    <a:pt x="107322" y="0"/>
                  </a:cubicBezTo>
                  <a:lnTo>
                    <a:pt x="215831" y="0"/>
                  </a:lnTo>
                  <a:lnTo>
                    <a:pt x="215831" y="64631"/>
                  </a:lnTo>
                  <a:lnTo>
                    <a:pt x="152979" y="64631"/>
                  </a:lnTo>
                  <a:cubicBezTo>
                    <a:pt x="151793" y="64631"/>
                    <a:pt x="150607" y="65816"/>
                    <a:pt x="150607" y="67002"/>
                  </a:cubicBezTo>
                  <a:lnTo>
                    <a:pt x="150607" y="106729"/>
                  </a:lnTo>
                  <a:cubicBezTo>
                    <a:pt x="150607" y="107915"/>
                    <a:pt x="151793" y="109101"/>
                    <a:pt x="152979" y="109101"/>
                  </a:cubicBezTo>
                  <a:lnTo>
                    <a:pt x="215831" y="109101"/>
                  </a:lnTo>
                  <a:lnTo>
                    <a:pt x="215831" y="163652"/>
                  </a:lnTo>
                  <a:lnTo>
                    <a:pt x="154758" y="163652"/>
                  </a:lnTo>
                  <a:cubicBezTo>
                    <a:pt x="152386" y="163652"/>
                    <a:pt x="150607" y="165431"/>
                    <a:pt x="150607" y="167802"/>
                  </a:cubicBezTo>
                  <a:lnTo>
                    <a:pt x="150607" y="307144"/>
                  </a:lnTo>
                  <a:lnTo>
                    <a:pt x="199821" y="307144"/>
                  </a:lnTo>
                  <a:lnTo>
                    <a:pt x="199821" y="208122"/>
                  </a:lnTo>
                  <a:cubicBezTo>
                    <a:pt x="199821" y="200414"/>
                    <a:pt x="206344" y="193892"/>
                    <a:pt x="214052" y="193892"/>
                  </a:cubicBezTo>
                  <a:lnTo>
                    <a:pt x="232433" y="193892"/>
                  </a:lnTo>
                  <a:cubicBezTo>
                    <a:pt x="240141" y="193892"/>
                    <a:pt x="246664" y="200414"/>
                    <a:pt x="246664" y="208122"/>
                  </a:cubicBezTo>
                  <a:lnTo>
                    <a:pt x="246664" y="307144"/>
                  </a:lnTo>
                  <a:lnTo>
                    <a:pt x="295878" y="307144"/>
                  </a:lnTo>
                  <a:lnTo>
                    <a:pt x="295878" y="208122"/>
                  </a:lnTo>
                  <a:cubicBezTo>
                    <a:pt x="295878" y="200414"/>
                    <a:pt x="302400" y="193892"/>
                    <a:pt x="310108" y="193892"/>
                  </a:cubicBezTo>
                  <a:lnTo>
                    <a:pt x="328489" y="193892"/>
                  </a:lnTo>
                  <a:cubicBezTo>
                    <a:pt x="336198" y="193892"/>
                    <a:pt x="342720" y="200414"/>
                    <a:pt x="342720" y="208122"/>
                  </a:cubicBezTo>
                  <a:lnTo>
                    <a:pt x="342720" y="307144"/>
                  </a:lnTo>
                  <a:lnTo>
                    <a:pt x="391934" y="307144"/>
                  </a:lnTo>
                  <a:lnTo>
                    <a:pt x="391934" y="167802"/>
                  </a:lnTo>
                  <a:cubicBezTo>
                    <a:pt x="391934" y="165431"/>
                    <a:pt x="390155" y="163652"/>
                    <a:pt x="387784" y="163652"/>
                  </a:cubicBezTo>
                  <a:lnTo>
                    <a:pt x="230654" y="163652"/>
                  </a:lnTo>
                  <a:lnTo>
                    <a:pt x="230654" y="147642"/>
                  </a:lnTo>
                  <a:lnTo>
                    <a:pt x="393713" y="147642"/>
                  </a:lnTo>
                  <a:cubicBezTo>
                    <a:pt x="401421" y="147642"/>
                    <a:pt x="407944" y="154165"/>
                    <a:pt x="407944" y="161873"/>
                  </a:cubicBezTo>
                  <a:lnTo>
                    <a:pt x="407944" y="323153"/>
                  </a:lnTo>
                  <a:lnTo>
                    <a:pt x="326711" y="323153"/>
                  </a:lnTo>
                  <a:lnTo>
                    <a:pt x="326711" y="212866"/>
                  </a:lnTo>
                  <a:cubicBezTo>
                    <a:pt x="326711" y="211680"/>
                    <a:pt x="325525" y="210494"/>
                    <a:pt x="324339" y="210494"/>
                  </a:cubicBezTo>
                  <a:lnTo>
                    <a:pt x="314852" y="210494"/>
                  </a:lnTo>
                  <a:cubicBezTo>
                    <a:pt x="313666" y="210494"/>
                    <a:pt x="312480" y="211680"/>
                    <a:pt x="312480" y="212866"/>
                  </a:cubicBezTo>
                  <a:lnTo>
                    <a:pt x="312480" y="323153"/>
                  </a:lnTo>
                  <a:lnTo>
                    <a:pt x="231247" y="323153"/>
                  </a:lnTo>
                  <a:lnTo>
                    <a:pt x="231247" y="212866"/>
                  </a:lnTo>
                  <a:cubicBezTo>
                    <a:pt x="231247" y="211680"/>
                    <a:pt x="230061" y="210494"/>
                    <a:pt x="228875" y="210494"/>
                  </a:cubicBezTo>
                  <a:lnTo>
                    <a:pt x="219388" y="210494"/>
                  </a:lnTo>
                  <a:cubicBezTo>
                    <a:pt x="218202" y="210494"/>
                    <a:pt x="217016" y="211680"/>
                    <a:pt x="217016" y="212866"/>
                  </a:cubicBezTo>
                  <a:lnTo>
                    <a:pt x="217016" y="323153"/>
                  </a:lnTo>
                  <a:lnTo>
                    <a:pt x="34984" y="323153"/>
                  </a:lnTo>
                  <a:lnTo>
                    <a:pt x="34984" y="307144"/>
                  </a:lnTo>
                  <a:lnTo>
                    <a:pt x="69967" y="307144"/>
                  </a:lnTo>
                  <a:lnTo>
                    <a:pt x="69967" y="167802"/>
                  </a:lnTo>
                  <a:cubicBezTo>
                    <a:pt x="69967" y="165431"/>
                    <a:pt x="68188" y="163652"/>
                    <a:pt x="65816" y="163652"/>
                  </a:cubicBezTo>
                  <a:lnTo>
                    <a:pt x="20753" y="163652"/>
                  </a:lnTo>
                  <a:lnTo>
                    <a:pt x="20753" y="323153"/>
                  </a:lnTo>
                  <a:lnTo>
                    <a:pt x="4744" y="323153"/>
                  </a:lnTo>
                  <a:lnTo>
                    <a:pt x="4744" y="147642"/>
                  </a:lnTo>
                  <a:lnTo>
                    <a:pt x="72339" y="147642"/>
                  </a:lnTo>
                  <a:cubicBezTo>
                    <a:pt x="80047" y="147642"/>
                    <a:pt x="86569" y="154165"/>
                    <a:pt x="86569" y="161873"/>
                  </a:cubicBezTo>
                  <a:lnTo>
                    <a:pt x="86569" y="307144"/>
                  </a:lnTo>
                  <a:lnTo>
                    <a:pt x="135784" y="307144"/>
                  </a:lnTo>
                  <a:lnTo>
                    <a:pt x="135784" y="161873"/>
                  </a:lnTo>
                  <a:cubicBezTo>
                    <a:pt x="135784" y="154165"/>
                    <a:pt x="142306" y="147642"/>
                    <a:pt x="150014" y="147642"/>
                  </a:cubicBezTo>
                  <a:lnTo>
                    <a:pt x="201007" y="147642"/>
                  </a:lnTo>
                  <a:lnTo>
                    <a:pt x="201007" y="125704"/>
                  </a:lnTo>
                  <a:lnTo>
                    <a:pt x="150014" y="125704"/>
                  </a:lnTo>
                  <a:cubicBezTo>
                    <a:pt x="142306" y="125704"/>
                    <a:pt x="135784" y="119181"/>
                    <a:pt x="135784" y="111473"/>
                  </a:cubicBezTo>
                  <a:lnTo>
                    <a:pt x="135784" y="62852"/>
                  </a:lnTo>
                  <a:cubicBezTo>
                    <a:pt x="135784" y="55144"/>
                    <a:pt x="142306" y="48621"/>
                    <a:pt x="150014" y="48621"/>
                  </a:cubicBezTo>
                  <a:lnTo>
                    <a:pt x="201007" y="48621"/>
                  </a:lnTo>
                  <a:lnTo>
                    <a:pt x="201007" y="16602"/>
                  </a:lnTo>
                  <a:lnTo>
                    <a:pt x="108508" y="16602"/>
                  </a:lnTo>
                  <a:cubicBezTo>
                    <a:pt x="96056" y="16602"/>
                    <a:pt x="86569" y="26682"/>
                    <a:pt x="86569" y="38541"/>
                  </a:cubicBezTo>
                  <a:lnTo>
                    <a:pt x="86569" y="69374"/>
                  </a:lnTo>
                  <a:lnTo>
                    <a:pt x="85384" y="68781"/>
                  </a:lnTo>
                  <a:close/>
                  <a:moveTo>
                    <a:pt x="16009" y="86569"/>
                  </a:moveTo>
                  <a:cubicBezTo>
                    <a:pt x="16009" y="71153"/>
                    <a:pt x="28461" y="58108"/>
                    <a:pt x="44471" y="58108"/>
                  </a:cubicBezTo>
                  <a:cubicBezTo>
                    <a:pt x="60480" y="58108"/>
                    <a:pt x="72932" y="70560"/>
                    <a:pt x="72932" y="86569"/>
                  </a:cubicBezTo>
                  <a:cubicBezTo>
                    <a:pt x="72932" y="102579"/>
                    <a:pt x="60480" y="115031"/>
                    <a:pt x="44471" y="115031"/>
                  </a:cubicBezTo>
                  <a:cubicBezTo>
                    <a:pt x="28461" y="115031"/>
                    <a:pt x="16009" y="102579"/>
                    <a:pt x="16009" y="86569"/>
                  </a:cubicBezTo>
                  <a:close/>
                </a:path>
              </a:pathLst>
            </a:custGeom>
            <a:solidFill>
              <a:schemeClr val="bg1"/>
            </a:solidFill>
            <a:ln w="58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475815D-A84D-8187-CE2C-EBE4C33CA938}"/>
                </a:ext>
              </a:extLst>
            </p:cNvPr>
            <p:cNvSpPr/>
            <p:nvPr/>
          </p:nvSpPr>
          <p:spPr bwMode="gray">
            <a:xfrm rot="21132644">
              <a:off x="6960598" y="3487392"/>
              <a:ext cx="898018" cy="898018"/>
            </a:xfrm>
            <a:custGeom>
              <a:avLst/>
              <a:gdLst>
                <a:gd name="connsiteX0" fmla="*/ 16009 w 88941"/>
                <a:gd name="connsiteY0" fmla="*/ 44471 h 88941"/>
                <a:gd name="connsiteX1" fmla="*/ 44471 w 88941"/>
                <a:gd name="connsiteY1" fmla="*/ 16009 h 88941"/>
                <a:gd name="connsiteX2" fmla="*/ 72932 w 88941"/>
                <a:gd name="connsiteY2" fmla="*/ 44471 h 88941"/>
                <a:gd name="connsiteX3" fmla="*/ 44471 w 88941"/>
                <a:gd name="connsiteY3" fmla="*/ 72932 h 88941"/>
                <a:gd name="connsiteX4" fmla="*/ 16009 w 88941"/>
                <a:gd name="connsiteY4" fmla="*/ 44471 h 88941"/>
                <a:gd name="connsiteX5" fmla="*/ 0 w 88941"/>
                <a:gd name="connsiteY5" fmla="*/ 44471 h 88941"/>
                <a:gd name="connsiteX6" fmla="*/ 44471 w 88941"/>
                <a:gd name="connsiteY6" fmla="*/ 0 h 88941"/>
                <a:gd name="connsiteX7" fmla="*/ 88941 w 88941"/>
                <a:gd name="connsiteY7" fmla="*/ 44471 h 88941"/>
                <a:gd name="connsiteX8" fmla="*/ 44471 w 88941"/>
                <a:gd name="connsiteY8" fmla="*/ 88941 h 88941"/>
                <a:gd name="connsiteX9" fmla="*/ 0 w 88941"/>
                <a:gd name="connsiteY9" fmla="*/ 44471 h 88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941" h="88941">
                  <a:moveTo>
                    <a:pt x="16009" y="44471"/>
                  </a:moveTo>
                  <a:cubicBezTo>
                    <a:pt x="16009" y="29054"/>
                    <a:pt x="28461" y="16009"/>
                    <a:pt x="44471" y="16009"/>
                  </a:cubicBezTo>
                  <a:cubicBezTo>
                    <a:pt x="60480" y="16009"/>
                    <a:pt x="72932" y="28461"/>
                    <a:pt x="72932" y="44471"/>
                  </a:cubicBezTo>
                  <a:cubicBezTo>
                    <a:pt x="72932" y="60480"/>
                    <a:pt x="60480" y="72932"/>
                    <a:pt x="44471" y="72932"/>
                  </a:cubicBezTo>
                  <a:cubicBezTo>
                    <a:pt x="28461" y="72932"/>
                    <a:pt x="16009" y="60480"/>
                    <a:pt x="16009" y="44471"/>
                  </a:cubicBezTo>
                  <a:close/>
                  <a:moveTo>
                    <a:pt x="0" y="44471"/>
                  </a:moveTo>
                  <a:cubicBezTo>
                    <a:pt x="0" y="20160"/>
                    <a:pt x="20160" y="0"/>
                    <a:pt x="44471" y="0"/>
                  </a:cubicBezTo>
                  <a:cubicBezTo>
                    <a:pt x="68781" y="0"/>
                    <a:pt x="88941" y="20160"/>
                    <a:pt x="88941" y="44471"/>
                  </a:cubicBezTo>
                  <a:cubicBezTo>
                    <a:pt x="88941" y="68781"/>
                    <a:pt x="68781" y="88941"/>
                    <a:pt x="44471" y="88941"/>
                  </a:cubicBezTo>
                  <a:cubicBezTo>
                    <a:pt x="20160" y="88941"/>
                    <a:pt x="0" y="68781"/>
                    <a:pt x="0" y="44471"/>
                  </a:cubicBezTo>
                  <a:close/>
                </a:path>
              </a:pathLst>
            </a:custGeom>
            <a:solidFill>
              <a:schemeClr val="tx1"/>
            </a:solidFill>
            <a:ln w="1748" cap="flat">
              <a:solidFill>
                <a:srgbClr val="1A1A1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917071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divider orange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2178A092-4712-C262-2FCB-E37DDCD7F55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37024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4C6CFA7-8CBB-49CA-3693-3AA4EC1DA5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3063" y="373063"/>
            <a:ext cx="11447462" cy="498598"/>
          </a:xfrm>
        </p:spPr>
        <p:txBody>
          <a:bodyPr vert="horz" lIns="0" tIns="0" rIns="0" bIns="0" anchor="t">
            <a:spAutoFit/>
          </a:bodyPr>
          <a:lstStyle>
            <a:lvl1pPr algn="l">
              <a:defRPr sz="35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Chapter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1423213-8DF4-F212-5025-D9DC72CABF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7000" y="6232009"/>
            <a:ext cx="4699000" cy="184666"/>
          </a:xfrm>
        </p:spPr>
        <p:txBody>
          <a:bodyPr lIns="0" tIns="0" r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Please insert Author Name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1D2CB1-81F9-B961-6A00-7EEA8BBCA8BB}"/>
              </a:ext>
            </a:extLst>
          </p:cNvPr>
          <p:cNvSpPr txBox="1">
            <a:spLocks/>
          </p:cNvSpPr>
          <p:nvPr userDrawn="1"/>
        </p:nvSpPr>
        <p:spPr>
          <a:xfrm>
            <a:off x="373064" y="6232009"/>
            <a:ext cx="982662" cy="18466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© </a:t>
            </a:r>
            <a:r>
              <a:rPr lang="en-US" sz="1200" dirty="0" err="1">
                <a:solidFill>
                  <a:schemeClr val="bg1"/>
                </a:solidFill>
              </a:rPr>
              <a:t>ifm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•</a:t>
            </a:r>
            <a:r>
              <a:rPr lang="en-US" sz="1200" dirty="0">
                <a:solidFill>
                  <a:schemeClr val="bg1"/>
                </a:solidFill>
              </a:rPr>
              <a:t> Author: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6F77653-073C-6AA9-DAB2-02927701D10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548438" y="2111435"/>
            <a:ext cx="5334000" cy="474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446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text list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ABF1462E-821F-E0BE-6720-CB0771694B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5438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309C4C4-B494-F634-E921-39ECB35B41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592" y="1635656"/>
            <a:ext cx="11447463" cy="4571754"/>
          </a:xfrm>
        </p:spPr>
        <p:txBody>
          <a:bodyPr lIns="0" tIns="0" rIns="0" bIns="0">
            <a:noAutofit/>
          </a:bodyPr>
          <a:lstStyle>
            <a:lvl1pPr marL="360000" indent="-360000">
              <a:spcAft>
                <a:spcPts val="1200"/>
              </a:spcAft>
              <a:buClr>
                <a:schemeClr val="tx2"/>
              </a:buClr>
              <a:buFont typeface="+mj-lt"/>
              <a:buAutoNum type="arabicPeriod"/>
              <a:defRPr/>
            </a:lvl1pPr>
          </a:lstStyle>
          <a:p>
            <a:pPr lvl="0"/>
            <a:r>
              <a:rPr lang="en-US" dirty="0"/>
              <a:t>Chapter of the presentation</a:t>
            </a:r>
          </a:p>
          <a:p>
            <a:pPr lvl="0"/>
            <a:r>
              <a:rPr lang="en-US" dirty="0"/>
              <a:t>Chapter of the presentation</a:t>
            </a:r>
          </a:p>
          <a:p>
            <a:pPr lvl="0"/>
            <a:r>
              <a:rPr lang="en-US" dirty="0"/>
              <a:t>Chapter of the presentation</a:t>
            </a:r>
          </a:p>
          <a:p>
            <a:pPr lvl="0"/>
            <a:r>
              <a:rPr lang="en-US" dirty="0"/>
              <a:t>Chapter of the presentation</a:t>
            </a:r>
          </a:p>
          <a:p>
            <a:pPr lvl="0"/>
            <a:r>
              <a:rPr lang="en-US" dirty="0"/>
              <a:t>Chapter of the presentation</a:t>
            </a:r>
          </a:p>
          <a:p>
            <a:pPr lvl="0"/>
            <a:r>
              <a:rPr lang="en-US" dirty="0"/>
              <a:t>Chapter of the presentation</a:t>
            </a:r>
          </a:p>
          <a:p>
            <a:pPr lvl="0"/>
            <a:r>
              <a:rPr lang="en-US" dirty="0"/>
              <a:t>Chapter of the presentation</a:t>
            </a:r>
          </a:p>
          <a:p>
            <a:pPr lvl="0"/>
            <a:r>
              <a:rPr lang="en-US" dirty="0"/>
              <a:t>Chapter of the presentation</a:t>
            </a:r>
          </a:p>
          <a:p>
            <a:pPr lvl="0"/>
            <a:r>
              <a:rPr lang="en-US" dirty="0"/>
              <a:t>Chapter of the presentation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spcAft>
                <a:spcPts val="0"/>
              </a:spcAft>
              <a:buNone/>
              <a:defRPr sz="900"/>
            </a:lvl1pPr>
            <a:lvl2pPr marL="0" indent="0">
              <a:spcAft>
                <a:spcPts val="0"/>
              </a:spcAft>
              <a:buNone/>
              <a:defRPr sz="900"/>
            </a:lvl2pPr>
            <a:lvl3pPr marL="0" indent="0">
              <a:spcAft>
                <a:spcPts val="0"/>
              </a:spcAft>
              <a:buNone/>
              <a:defRPr sz="900"/>
            </a:lvl3pPr>
            <a:lvl4pPr marL="0" indent="0">
              <a:spcAft>
                <a:spcPts val="0"/>
              </a:spcAft>
              <a:buNone/>
              <a:defRPr sz="900"/>
            </a:lvl4pPr>
            <a:lvl5pPr marL="0" indent="0">
              <a:spcAft>
                <a:spcPts val="0"/>
              </a:spcAft>
              <a:buNone/>
              <a:defRPr sz="900"/>
            </a:lvl5pPr>
            <a:lvl6pPr marL="0" indent="0">
              <a:spcAft>
                <a:spcPts val="0"/>
              </a:spcAft>
              <a:buNone/>
              <a:defRPr sz="900"/>
            </a:lvl6pPr>
            <a:lvl7pPr marL="0" indent="0">
              <a:spcAft>
                <a:spcPts val="0"/>
              </a:spcAft>
              <a:buNone/>
              <a:defRPr sz="900"/>
            </a:lvl7pPr>
            <a:lvl8pPr marL="0" indent="0">
              <a:spcAft>
                <a:spcPts val="0"/>
              </a:spcAft>
              <a:buNone/>
              <a:defRPr sz="900"/>
            </a:lvl8pPr>
            <a:lvl9pPr marL="0" indent="0">
              <a:spcAft>
                <a:spcPts val="0"/>
              </a:spcAft>
              <a:buNone/>
              <a:defRPr sz="900"/>
            </a:lvl9pPr>
          </a:lstStyle>
          <a:p>
            <a:pPr marL="0" lvl="0"/>
            <a:r>
              <a:rPr lang="en-US" dirty="0"/>
              <a:t>Please add chapter title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922386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text list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42A970C-00C3-B51C-45CA-D053C224448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22701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309C4C4-B494-F634-E921-39ECB35B41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592" y="1635656"/>
            <a:ext cx="11447463" cy="4571754"/>
          </a:xfrm>
        </p:spPr>
        <p:txBody>
          <a:bodyPr lIns="0" tIns="0" rIns="0" bIns="0">
            <a:noAutofit/>
          </a:bodyPr>
          <a:lstStyle>
            <a:lvl1pPr marL="360000" indent="-360000"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Tx/>
              <a:buFont typeface="+mj-lt"/>
              <a:buAutoNum type="arabicPeriod"/>
              <a:tabLst/>
            </a:pPr>
            <a:r>
              <a:rPr lang="en-US" dirty="0"/>
              <a:t>Chapter of the presentation</a:t>
            </a: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Tx/>
              <a:buFont typeface="+mj-lt"/>
              <a:buAutoNum type="arabicPeriod"/>
              <a:tabLst/>
            </a:pPr>
            <a:r>
              <a:rPr lang="en-US" dirty="0"/>
              <a:t>Chapter of the presentation</a:t>
            </a: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Tx/>
              <a:buFont typeface="+mj-lt"/>
              <a:buAutoNum type="arabicPeriod"/>
              <a:tabLst/>
            </a:pPr>
            <a:r>
              <a:rPr lang="en-US" dirty="0"/>
              <a:t>Chapter of the presentation</a:t>
            </a: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Tx/>
              <a:buFont typeface="+mj-lt"/>
              <a:buAutoNum type="arabicPeriod"/>
              <a:tabLst/>
            </a:pPr>
            <a:r>
              <a:rPr lang="en-US" dirty="0"/>
              <a:t>Chapter of the presentation</a:t>
            </a: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Tx/>
              <a:buFont typeface="+mj-lt"/>
              <a:buAutoNum type="arabicPeriod"/>
              <a:tabLst/>
            </a:pPr>
            <a:r>
              <a:rPr lang="en-US" dirty="0"/>
              <a:t>Chapter of the presentation</a:t>
            </a: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Tx/>
              <a:buFont typeface="+mj-lt"/>
              <a:buAutoNum type="arabicPeriod"/>
              <a:tabLst/>
            </a:pPr>
            <a:r>
              <a:rPr lang="en-US" dirty="0"/>
              <a:t>Chapter of the presentation</a:t>
            </a: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Tx/>
              <a:buFont typeface="+mj-lt"/>
              <a:buAutoNum type="arabicPeriod"/>
              <a:tabLst/>
            </a:pPr>
            <a:r>
              <a:rPr lang="en-US" dirty="0"/>
              <a:t>Chapter of the presentation</a:t>
            </a: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Tx/>
              <a:buFont typeface="+mj-lt"/>
              <a:buAutoNum type="arabicPeriod"/>
              <a:tabLst/>
            </a:pPr>
            <a:r>
              <a:rPr lang="en-US" dirty="0"/>
              <a:t>Chapter of the presentation</a:t>
            </a: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Tx/>
              <a:buFont typeface="+mj-lt"/>
              <a:buAutoNum type="arabicPeriod"/>
              <a:tabLst/>
            </a:pPr>
            <a:r>
              <a:rPr lang="en-US" dirty="0"/>
              <a:t>Chapter of the presentation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  <a:lvl2pPr marL="0" indent="0">
              <a:buNone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buNone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>
              <a:buNone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>
              <a:buNone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>
              <a:buNone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>
              <a:buNone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>
              <a:buNone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>
              <a:buNone/>
              <a:defRPr lang="en-US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>Please add chapter title</a:t>
            </a:r>
          </a:p>
        </p:txBody>
      </p:sp>
    </p:spTree>
    <p:extLst>
      <p:ext uri="{BB962C8B-B14F-4D97-AF65-F5344CB8AC3E}">
        <p14:creationId xmlns:p14="http://schemas.microsoft.com/office/powerpoint/2010/main" val="2241900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  <a:lvl6pPr marL="0" indent="0">
              <a:buNone/>
              <a:defRPr/>
            </a:lvl6pPr>
            <a:lvl7pPr marL="0" indent="0">
              <a:buNone/>
              <a:defRPr/>
            </a:lvl7pPr>
            <a:lvl8pPr marL="0" indent="0">
              <a:buNone/>
              <a:defRPr/>
            </a:lvl8pPr>
            <a:lvl9pPr marL="0" indent="0"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en-US" dirty="0"/>
              <a:t>Please add chapter title</a:t>
            </a:r>
          </a:p>
        </p:txBody>
      </p:sp>
    </p:spTree>
    <p:extLst>
      <p:ext uri="{BB962C8B-B14F-4D97-AF65-F5344CB8AC3E}">
        <p14:creationId xmlns:p14="http://schemas.microsoft.com/office/powerpoint/2010/main" val="2421602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</p:spTree>
    <p:extLst>
      <p:ext uri="{BB962C8B-B14F-4D97-AF65-F5344CB8AC3E}">
        <p14:creationId xmlns:p14="http://schemas.microsoft.com/office/powerpoint/2010/main" val="132963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ullet points one column 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966D92-C48F-F4EF-DB87-63CF175177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064" y="1635126"/>
            <a:ext cx="11447462" cy="307777"/>
          </a:xfrm>
        </p:spPr>
        <p:txBody>
          <a:bodyPr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6255068-EC8E-8CF0-185F-7BD7F933D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3063" y="2014903"/>
            <a:ext cx="11447462" cy="4193810"/>
          </a:xfrm>
        </p:spPr>
        <p:txBody>
          <a:bodyPr lIns="0" tIns="0" rIns="0" bIns="0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4931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ullet points one column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966D92-C48F-F4EF-DB87-63CF175177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064" y="1635126"/>
            <a:ext cx="11447462" cy="307777"/>
          </a:xfrm>
        </p:spPr>
        <p:txBody>
          <a:bodyPr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6255068-EC8E-8CF0-185F-7BD7F933D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3063" y="2014903"/>
            <a:ext cx="11447462" cy="4193810"/>
          </a:xfrm>
        </p:spPr>
        <p:txBody>
          <a:bodyPr lIns="0" tIns="0" rIns="0" bIns="0">
            <a:noAutofit/>
          </a:bodyPr>
          <a:lstStyle/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3918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ullet points two column 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40A459E-5386-0A57-4541-79BDC301125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76240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966D92-C48F-F4EF-DB87-63CF175177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062" y="1635126"/>
            <a:ext cx="5543732" cy="307777"/>
          </a:xfrm>
        </p:spPr>
        <p:txBody>
          <a:bodyPr wrap="square"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6255068-EC8E-8CF0-185F-7BD7F933D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3062" y="2014903"/>
            <a:ext cx="5543732" cy="4193810"/>
          </a:xfrm>
        </p:spPr>
        <p:txBody>
          <a:bodyPr lIns="0" tIns="0" rIns="0" bIns="0">
            <a:noAutofit/>
          </a:bodyPr>
          <a:lstStyle/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FCFEE7B-5B42-B72E-1CC3-CF54FAF507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76794" y="1635125"/>
            <a:ext cx="5543732" cy="307777"/>
          </a:xfrm>
        </p:spPr>
        <p:txBody>
          <a:bodyPr lIns="0" tIns="0" rIns="0" bIns="0">
            <a:no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26D5E3A-C56E-C759-D6DC-C7A0CBE457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6794" y="2014903"/>
            <a:ext cx="5543732" cy="4193810"/>
          </a:xfrm>
        </p:spPr>
        <p:txBody>
          <a:bodyPr lIns="0" tIns="0" rIns="0" bIns="0">
            <a:noAutofit/>
          </a:bodyPr>
          <a:lstStyle/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  <a:lvl2pPr marL="0" indent="0" algn="l">
              <a:buNone/>
              <a:defRPr sz="900"/>
            </a:lvl2pPr>
            <a:lvl3pPr marL="0" indent="0" algn="l">
              <a:buNone/>
              <a:defRPr sz="900"/>
            </a:lvl3pPr>
            <a:lvl4pPr marL="0" indent="0" algn="l">
              <a:buNone/>
              <a:defRPr sz="900"/>
            </a:lvl4pPr>
            <a:lvl5pPr marL="0" indent="0" algn="l">
              <a:buNone/>
              <a:defRPr sz="900"/>
            </a:lvl5pPr>
            <a:lvl6pPr marL="0" indent="0" algn="l">
              <a:buNone/>
              <a:defRPr sz="900"/>
            </a:lvl6pPr>
            <a:lvl7pPr marL="0" indent="0" algn="l">
              <a:buNone/>
              <a:defRPr sz="900"/>
            </a:lvl7pPr>
            <a:lvl8pPr marL="0" indent="0" algn="l">
              <a:buNone/>
              <a:defRPr sz="900"/>
            </a:lvl8pPr>
            <a:lvl9pPr marL="0" indent="0" algn="l">
              <a:buNone/>
              <a:defRPr sz="900"/>
            </a:lvl9pPr>
          </a:lstStyle>
          <a:p>
            <a:pPr lvl="0"/>
            <a:r>
              <a:rPr lang="en-US" dirty="0"/>
              <a:t>Please add chapter title</a:t>
            </a:r>
          </a:p>
        </p:txBody>
      </p:sp>
    </p:spTree>
    <p:extLst>
      <p:ext uri="{BB962C8B-B14F-4D97-AF65-F5344CB8AC3E}">
        <p14:creationId xmlns:p14="http://schemas.microsoft.com/office/powerpoint/2010/main" val="3358591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 userDrawn="1">
          <p15:clr>
            <a:srgbClr val="FBAE40"/>
          </p15:clr>
        </p15:guide>
        <p15:guide id="2" pos="3953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ullet points two column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966D92-C48F-F4EF-DB87-63CF175177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062" y="1635126"/>
            <a:ext cx="5543732" cy="307777"/>
          </a:xfrm>
        </p:spPr>
        <p:txBody>
          <a:bodyPr wrap="square"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6255068-EC8E-8CF0-185F-7BD7F933D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3062" y="2014903"/>
            <a:ext cx="5543732" cy="4193810"/>
          </a:xfrm>
        </p:spPr>
        <p:txBody>
          <a:bodyPr lIns="0" tIns="0" rIns="0" bIns="0">
            <a:noAutofit/>
          </a:bodyPr>
          <a:lstStyle/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FCFEE7B-5B42-B72E-1CC3-CF54FAF507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76794" y="1635125"/>
            <a:ext cx="5543732" cy="307777"/>
          </a:xfrm>
        </p:spPr>
        <p:txBody>
          <a:bodyPr lIns="0" tIns="0" rIns="0" bIns="0">
            <a:no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26D5E3A-C56E-C759-D6DC-C7A0CBE457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6794" y="2014903"/>
            <a:ext cx="5543732" cy="4193810"/>
          </a:xfrm>
        </p:spPr>
        <p:txBody>
          <a:bodyPr lIns="0" tIns="0" rIns="0" bIns="0">
            <a:noAutofit/>
          </a:bodyPr>
          <a:lstStyle/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055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 userDrawn="1">
          <p15:clr>
            <a:srgbClr val="FBAE40"/>
          </p15:clr>
        </p15:guide>
        <p15:guide id="2" pos="3953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two column 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966D92-C48F-F4EF-DB87-63CF175177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062" y="1635126"/>
            <a:ext cx="5543732" cy="307777"/>
          </a:xfrm>
        </p:spPr>
        <p:txBody>
          <a:bodyPr wrap="square"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6255068-EC8E-8CF0-185F-7BD7F933D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3062" y="2014903"/>
            <a:ext cx="5543732" cy="419381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Please insert text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FCFEE7B-5B42-B72E-1CC3-CF54FAF507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76794" y="1635125"/>
            <a:ext cx="5543732" cy="307777"/>
          </a:xfrm>
        </p:spPr>
        <p:txBody>
          <a:bodyPr lIns="0" tIns="0" rIns="0" bIns="0">
            <a:no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26D5E3A-C56E-C759-D6DC-C7A0CBE457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6794" y="2014903"/>
            <a:ext cx="5543732" cy="419381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/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Please insert text</a:t>
            </a:r>
          </a:p>
        </p:txBody>
      </p:sp>
    </p:spTree>
    <p:extLst>
      <p:ext uri="{BB962C8B-B14F-4D97-AF65-F5344CB8AC3E}">
        <p14:creationId xmlns:p14="http://schemas.microsoft.com/office/powerpoint/2010/main" val="3893535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 userDrawn="1">
          <p15:clr>
            <a:srgbClr val="FBAE40"/>
          </p15:clr>
        </p15:guide>
        <p15:guide id="2" pos="3953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two column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966D92-C48F-F4EF-DB87-63CF175177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062" y="1635126"/>
            <a:ext cx="5543732" cy="307777"/>
          </a:xfrm>
        </p:spPr>
        <p:txBody>
          <a:bodyPr wrap="square"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6255068-EC8E-8CF0-185F-7BD7F933D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3062" y="2014903"/>
            <a:ext cx="5543732" cy="419381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Please insert text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FCFEE7B-5B42-B72E-1CC3-CF54FAF507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76794" y="1635125"/>
            <a:ext cx="5543732" cy="307777"/>
          </a:xfrm>
        </p:spPr>
        <p:txBody>
          <a:bodyPr lIns="0" tIns="0" rIns="0" bIns="0">
            <a:no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26D5E3A-C56E-C759-D6DC-C7A0CBE457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6794" y="2014903"/>
            <a:ext cx="5543732" cy="419381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/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Please insert text</a:t>
            </a:r>
          </a:p>
        </p:txBody>
      </p:sp>
    </p:spTree>
    <p:extLst>
      <p:ext uri="{BB962C8B-B14F-4D97-AF65-F5344CB8AC3E}">
        <p14:creationId xmlns:p14="http://schemas.microsoft.com/office/powerpoint/2010/main" val="25214736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 userDrawn="1">
          <p15:clr>
            <a:srgbClr val="FBAE40"/>
          </p15:clr>
        </p15:guide>
        <p15:guide id="2" pos="3953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ullet points three column 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966D92-C48F-F4EF-DB87-63CF175177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062" y="1635126"/>
            <a:ext cx="3575822" cy="307777"/>
          </a:xfrm>
        </p:spPr>
        <p:txBody>
          <a:bodyPr wrap="square"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6255068-EC8E-8CF0-185F-7BD7F933D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3062" y="2014903"/>
            <a:ext cx="3575822" cy="4193810"/>
          </a:xfrm>
        </p:spPr>
        <p:txBody>
          <a:bodyPr lIns="0" tIns="0" rIns="0" bIns="0">
            <a:noAutofit/>
          </a:bodyPr>
          <a:lstStyle/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FCFEE7B-5B42-B72E-1CC3-CF54FAF507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08884" y="1635125"/>
            <a:ext cx="3575822" cy="307777"/>
          </a:xfrm>
        </p:spPr>
        <p:txBody>
          <a:bodyPr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26D5E3A-C56E-C759-D6DC-C7A0CBE457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08884" y="2014903"/>
            <a:ext cx="3575822" cy="4193810"/>
          </a:xfrm>
        </p:spPr>
        <p:txBody>
          <a:bodyPr lIns="0" tIns="0" rIns="0" bIns="0">
            <a:noAutofit/>
          </a:bodyPr>
          <a:lstStyle/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19F637D-5B2A-36D8-CD88-CEEA6BCC86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44705" y="1635125"/>
            <a:ext cx="3575822" cy="307777"/>
          </a:xfrm>
        </p:spPr>
        <p:txBody>
          <a:bodyPr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3CFD67E-6FAC-AFDE-1D69-961E693AD8C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44705" y="2014903"/>
            <a:ext cx="3575822" cy="4193810"/>
          </a:xfrm>
        </p:spPr>
        <p:txBody>
          <a:bodyPr lIns="0" tIns="0" rIns="0" bIns="0">
            <a:noAutofit/>
          </a:bodyPr>
          <a:lstStyle/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12698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86" userDrawn="1">
          <p15:clr>
            <a:srgbClr val="FBAE40"/>
          </p15:clr>
        </p15:guide>
        <p15:guide id="2" pos="2714" userDrawn="1">
          <p15:clr>
            <a:srgbClr val="FBAE40"/>
          </p15:clr>
        </p15:guide>
        <p15:guide id="3" pos="4964" userDrawn="1">
          <p15:clr>
            <a:srgbClr val="FBAE40"/>
          </p15:clr>
        </p15:guide>
        <p15:guide id="4" pos="519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ullet points three column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966D92-C48F-F4EF-DB87-63CF175177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062" y="1635126"/>
            <a:ext cx="3575822" cy="307777"/>
          </a:xfrm>
        </p:spPr>
        <p:txBody>
          <a:bodyPr wrap="square"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6255068-EC8E-8CF0-185F-7BD7F933D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3062" y="2014903"/>
            <a:ext cx="3575822" cy="4193810"/>
          </a:xfrm>
        </p:spPr>
        <p:txBody>
          <a:bodyPr lIns="0" tIns="0" rIns="0" bIns="0">
            <a:noAutofit/>
          </a:bodyPr>
          <a:lstStyle/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FCFEE7B-5B42-B72E-1CC3-CF54FAF507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08884" y="1635125"/>
            <a:ext cx="3575822" cy="307777"/>
          </a:xfrm>
        </p:spPr>
        <p:txBody>
          <a:bodyPr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26D5E3A-C56E-C759-D6DC-C7A0CBE457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08884" y="2014903"/>
            <a:ext cx="3575822" cy="4193810"/>
          </a:xfrm>
        </p:spPr>
        <p:txBody>
          <a:bodyPr lIns="0" tIns="0" rIns="0" bIns="0">
            <a:noAutofit/>
          </a:bodyPr>
          <a:lstStyle/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19F637D-5B2A-36D8-CD88-CEEA6BCC86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44705" y="1635125"/>
            <a:ext cx="3575822" cy="307777"/>
          </a:xfrm>
        </p:spPr>
        <p:txBody>
          <a:bodyPr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3CFD67E-6FAC-AFDE-1D69-961E693AD8C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44705" y="2014903"/>
            <a:ext cx="3575822" cy="4193810"/>
          </a:xfrm>
        </p:spPr>
        <p:txBody>
          <a:bodyPr lIns="0" tIns="0" rIns="0" bIns="0">
            <a:noAutofit/>
          </a:bodyPr>
          <a:lstStyle/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45150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86" userDrawn="1">
          <p15:clr>
            <a:srgbClr val="FBAE40"/>
          </p15:clr>
        </p15:guide>
        <p15:guide id="2" pos="2714" userDrawn="1">
          <p15:clr>
            <a:srgbClr val="FBAE40"/>
          </p15:clr>
        </p15:guide>
        <p15:guide id="3" pos="4964" userDrawn="1">
          <p15:clr>
            <a:srgbClr val="FBAE40"/>
          </p15:clr>
        </p15:guide>
        <p15:guide id="4" pos="5194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ullet points four column 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966D92-C48F-F4EF-DB87-63CF175177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062" y="1635126"/>
            <a:ext cx="2591866" cy="307777"/>
          </a:xfrm>
        </p:spPr>
        <p:txBody>
          <a:bodyPr wrap="square"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6255068-EC8E-8CF0-185F-7BD7F933D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3062" y="2014903"/>
            <a:ext cx="2591866" cy="4193810"/>
          </a:xfrm>
        </p:spPr>
        <p:txBody>
          <a:bodyPr lIns="0" tIns="0" rIns="0" bIns="0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FCFEE7B-5B42-B72E-1CC3-CF54FAF507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4928" y="1635125"/>
            <a:ext cx="2591866" cy="307777"/>
          </a:xfrm>
        </p:spPr>
        <p:txBody>
          <a:bodyPr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26D5E3A-C56E-C759-D6DC-C7A0CBE457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24928" y="2014903"/>
            <a:ext cx="2591866" cy="4193810"/>
          </a:xfrm>
        </p:spPr>
        <p:txBody>
          <a:bodyPr lIns="0" tIns="0" rIns="0" bIns="0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19F637D-5B2A-36D8-CD88-CEEA6BCC86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6794" y="1635125"/>
            <a:ext cx="2591866" cy="307777"/>
          </a:xfrm>
        </p:spPr>
        <p:txBody>
          <a:bodyPr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3CFD67E-6FAC-AFDE-1D69-961E693AD8C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6794" y="2014903"/>
            <a:ext cx="2591866" cy="4193810"/>
          </a:xfrm>
        </p:spPr>
        <p:txBody>
          <a:bodyPr lIns="0" tIns="0" rIns="0" bIns="0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701AD16-077B-F2AD-B09E-56C3B796DF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28661" y="1635125"/>
            <a:ext cx="2591866" cy="307777"/>
          </a:xfrm>
        </p:spPr>
        <p:txBody>
          <a:bodyPr lIns="0" tIns="0" rIns="0" bIns="0">
            <a:no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E31C7AF7-6734-B21E-EC79-33B0E6DB20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28661" y="2014903"/>
            <a:ext cx="2591866" cy="4193810"/>
          </a:xfrm>
        </p:spPr>
        <p:txBody>
          <a:bodyPr lIns="0" tIns="0" rIns="0" bIns="0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7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67" userDrawn="1">
          <p15:clr>
            <a:srgbClr val="FBAE40"/>
          </p15:clr>
        </p15:guide>
        <p15:guide id="2" pos="2094" userDrawn="1">
          <p15:clr>
            <a:srgbClr val="FBAE40"/>
          </p15:clr>
        </p15:guide>
        <p15:guide id="3" pos="3726" userDrawn="1">
          <p15:clr>
            <a:srgbClr val="FBAE40"/>
          </p15:clr>
        </p15:guide>
        <p15:guide id="4" pos="3954" userDrawn="1">
          <p15:clr>
            <a:srgbClr val="FBAE40"/>
          </p15:clr>
        </p15:guide>
        <p15:guide id="5" pos="5586" userDrawn="1">
          <p15:clr>
            <a:srgbClr val="FBAE40"/>
          </p15:clr>
        </p15:guide>
        <p15:guide id="6" pos="5813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ullet points four column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966D92-C48F-F4EF-DB87-63CF175177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062" y="1635126"/>
            <a:ext cx="2591866" cy="307777"/>
          </a:xfrm>
        </p:spPr>
        <p:txBody>
          <a:bodyPr wrap="square"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6255068-EC8E-8CF0-185F-7BD7F933D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3062" y="2014903"/>
            <a:ext cx="2591866" cy="4193810"/>
          </a:xfrm>
        </p:spPr>
        <p:txBody>
          <a:bodyPr lIns="0" tIns="0" rIns="0" bIns="0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FCFEE7B-5B42-B72E-1CC3-CF54FAF507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4928" y="1635125"/>
            <a:ext cx="2591866" cy="307777"/>
          </a:xfrm>
        </p:spPr>
        <p:txBody>
          <a:bodyPr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26D5E3A-C56E-C759-D6DC-C7A0CBE457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24928" y="2014903"/>
            <a:ext cx="2591866" cy="4193810"/>
          </a:xfrm>
        </p:spPr>
        <p:txBody>
          <a:bodyPr lIns="0" tIns="0" rIns="0" bIns="0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19F637D-5B2A-36D8-CD88-CEEA6BCC86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6794" y="1635125"/>
            <a:ext cx="2591866" cy="307777"/>
          </a:xfrm>
        </p:spPr>
        <p:txBody>
          <a:bodyPr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3CFD67E-6FAC-AFDE-1D69-961E693AD8C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6794" y="2014903"/>
            <a:ext cx="2591866" cy="4193810"/>
          </a:xfrm>
        </p:spPr>
        <p:txBody>
          <a:bodyPr lIns="0" tIns="0" rIns="0" bIns="0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701AD16-077B-F2AD-B09E-56C3B796DF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28661" y="1635125"/>
            <a:ext cx="2591866" cy="307777"/>
          </a:xfrm>
        </p:spPr>
        <p:txBody>
          <a:bodyPr lIns="0" tIns="0" rIns="0" bIns="0">
            <a:no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E31C7AF7-6734-B21E-EC79-33B0E6DB20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28661" y="2014903"/>
            <a:ext cx="2591866" cy="4193810"/>
          </a:xfrm>
        </p:spPr>
        <p:txBody>
          <a:bodyPr lIns="0" tIns="0" rIns="0" bIns="0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58772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67" userDrawn="1">
          <p15:clr>
            <a:srgbClr val="FBAE40"/>
          </p15:clr>
        </p15:guide>
        <p15:guide id="2" pos="2094" userDrawn="1">
          <p15:clr>
            <a:srgbClr val="FBAE40"/>
          </p15:clr>
        </p15:guide>
        <p15:guide id="3" pos="3726" userDrawn="1">
          <p15:clr>
            <a:srgbClr val="FBAE40"/>
          </p15:clr>
        </p15:guide>
        <p15:guide id="4" pos="3954" userDrawn="1">
          <p15:clr>
            <a:srgbClr val="FBAE40"/>
          </p15:clr>
        </p15:guide>
        <p15:guide id="5" pos="5586" userDrawn="1">
          <p15:clr>
            <a:srgbClr val="FBAE40"/>
          </p15:clr>
        </p15:guide>
        <p15:guide id="6" pos="5813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image right half side 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B9BCE1AC-B81E-618D-B379-D9F69D09E52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76794" y="0"/>
            <a:ext cx="5915206" cy="6858000"/>
          </a:xfrm>
          <a:custGeom>
            <a:avLst/>
            <a:gdLst>
              <a:gd name="connsiteX0" fmla="*/ 5311503 w 5915206"/>
              <a:gd name="connsiteY0" fmla="*/ 6482964 h 6858000"/>
              <a:gd name="connsiteX1" fmla="*/ 5311503 w 5915206"/>
              <a:gd name="connsiteY1" fmla="*/ 6621463 h 6858000"/>
              <a:gd name="connsiteX2" fmla="*/ 5327378 w 5915206"/>
              <a:gd name="connsiteY2" fmla="*/ 6621463 h 6858000"/>
              <a:gd name="connsiteX3" fmla="*/ 5327378 w 5915206"/>
              <a:gd name="connsiteY3" fmla="*/ 6482964 h 6858000"/>
              <a:gd name="connsiteX4" fmla="*/ 0 w 5915206"/>
              <a:gd name="connsiteY4" fmla="*/ 0 h 6858000"/>
              <a:gd name="connsiteX5" fmla="*/ 5915206 w 5915206"/>
              <a:gd name="connsiteY5" fmla="*/ 0 h 6858000"/>
              <a:gd name="connsiteX6" fmla="*/ 5915206 w 5915206"/>
              <a:gd name="connsiteY6" fmla="*/ 6858000 h 6858000"/>
              <a:gd name="connsiteX7" fmla="*/ 0 w 5915206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15206" h="6858000">
                <a:moveTo>
                  <a:pt x="5311503" y="6482964"/>
                </a:moveTo>
                <a:lnTo>
                  <a:pt x="5311503" y="6621463"/>
                </a:lnTo>
                <a:lnTo>
                  <a:pt x="5327378" y="6621463"/>
                </a:lnTo>
                <a:lnTo>
                  <a:pt x="5327378" y="6482964"/>
                </a:lnTo>
                <a:close/>
                <a:moveTo>
                  <a:pt x="0" y="0"/>
                </a:moveTo>
                <a:lnTo>
                  <a:pt x="5915206" y="0"/>
                </a:lnTo>
                <a:lnTo>
                  <a:pt x="591520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554373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554373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966D92-C48F-F4EF-DB87-63CF175177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062" y="1635126"/>
            <a:ext cx="5543732" cy="307777"/>
          </a:xfrm>
        </p:spPr>
        <p:txBody>
          <a:bodyPr wrap="square"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6255068-EC8E-8CF0-185F-7BD7F933D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3062" y="2014903"/>
            <a:ext cx="5543732" cy="4193810"/>
          </a:xfrm>
        </p:spPr>
        <p:txBody>
          <a:bodyPr lIns="0" tIns="0" rIns="0" bIns="0">
            <a:noAutofit/>
          </a:bodyPr>
          <a:lstStyle/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hteck 30">
            <a:extLst>
              <a:ext uri="{FF2B5EF4-FFF2-40B4-BE49-F238E27FC236}">
                <a16:creationId xmlns:a16="http://schemas.microsoft.com/office/drawing/2014/main" id="{70090E75-6351-4527-5020-2DEBAD8F2BE0}"/>
              </a:ext>
            </a:extLst>
          </p:cNvPr>
          <p:cNvSpPr>
            <a:spLocks/>
          </p:cNvSpPr>
          <p:nvPr userDrawn="1"/>
        </p:nvSpPr>
        <p:spPr>
          <a:xfrm>
            <a:off x="-2488502" y="0"/>
            <a:ext cx="2298700" cy="3429000"/>
          </a:xfrm>
          <a:prstGeom prst="rect">
            <a:avLst/>
          </a:prstGeom>
          <a:solidFill>
            <a:srgbClr val="F9D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use:</a:t>
            </a: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inside the placeholder to insert an image. After inserting, the image will appear on top. Right-click and select "Send to Back" to place it behind the content</a:t>
            </a:r>
          </a:p>
        </p:txBody>
      </p:sp>
    </p:spTree>
    <p:extLst>
      <p:ext uri="{BB962C8B-B14F-4D97-AF65-F5344CB8AC3E}">
        <p14:creationId xmlns:p14="http://schemas.microsoft.com/office/powerpoint/2010/main" val="4157941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 userDrawn="1">
          <p15:clr>
            <a:srgbClr val="FBAE40"/>
          </p15:clr>
        </p15:guide>
        <p15:guide id="2" pos="3953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image right half side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F6284A0-22D9-A809-F02A-EBC9F8A1F3C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76794" y="0"/>
            <a:ext cx="5915206" cy="6858000"/>
          </a:xfrm>
          <a:custGeom>
            <a:avLst/>
            <a:gdLst>
              <a:gd name="connsiteX0" fmla="*/ 5311503 w 5915206"/>
              <a:gd name="connsiteY0" fmla="*/ 6482964 h 6858000"/>
              <a:gd name="connsiteX1" fmla="*/ 5311503 w 5915206"/>
              <a:gd name="connsiteY1" fmla="*/ 6621463 h 6858000"/>
              <a:gd name="connsiteX2" fmla="*/ 5327378 w 5915206"/>
              <a:gd name="connsiteY2" fmla="*/ 6621463 h 6858000"/>
              <a:gd name="connsiteX3" fmla="*/ 5327378 w 5915206"/>
              <a:gd name="connsiteY3" fmla="*/ 6482964 h 6858000"/>
              <a:gd name="connsiteX4" fmla="*/ 0 w 5915206"/>
              <a:gd name="connsiteY4" fmla="*/ 0 h 6858000"/>
              <a:gd name="connsiteX5" fmla="*/ 5915206 w 5915206"/>
              <a:gd name="connsiteY5" fmla="*/ 0 h 6858000"/>
              <a:gd name="connsiteX6" fmla="*/ 5915206 w 5915206"/>
              <a:gd name="connsiteY6" fmla="*/ 6858000 h 6858000"/>
              <a:gd name="connsiteX7" fmla="*/ 0 w 5915206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15206" h="6858000">
                <a:moveTo>
                  <a:pt x="5311503" y="6482964"/>
                </a:moveTo>
                <a:lnTo>
                  <a:pt x="5311503" y="6621463"/>
                </a:lnTo>
                <a:lnTo>
                  <a:pt x="5327378" y="6621463"/>
                </a:lnTo>
                <a:lnTo>
                  <a:pt x="5327378" y="6482964"/>
                </a:lnTo>
                <a:close/>
                <a:moveTo>
                  <a:pt x="0" y="0"/>
                </a:moveTo>
                <a:lnTo>
                  <a:pt x="5915206" y="0"/>
                </a:lnTo>
                <a:lnTo>
                  <a:pt x="591520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554373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554373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966D92-C48F-F4EF-DB87-63CF175177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062" y="1635126"/>
            <a:ext cx="5543732" cy="307777"/>
          </a:xfrm>
        </p:spPr>
        <p:txBody>
          <a:bodyPr wrap="square" lIns="0" tIns="0" rIns="0" bIns="0">
            <a:sp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6255068-EC8E-8CF0-185F-7BD7F933D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3062" y="2014903"/>
            <a:ext cx="5543732" cy="4193810"/>
          </a:xfrm>
        </p:spPr>
        <p:txBody>
          <a:bodyPr lIns="0" tIns="0" rIns="0" bIns="0">
            <a:noAutofit/>
          </a:bodyPr>
          <a:lstStyle/>
          <a:p>
            <a:pPr lvl="0"/>
            <a:r>
              <a:rPr lang="en-US" dirty="0"/>
              <a:t>Please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hteck 30">
            <a:extLst>
              <a:ext uri="{FF2B5EF4-FFF2-40B4-BE49-F238E27FC236}">
                <a16:creationId xmlns:a16="http://schemas.microsoft.com/office/drawing/2014/main" id="{70090E75-6351-4527-5020-2DEBAD8F2BE0}"/>
              </a:ext>
            </a:extLst>
          </p:cNvPr>
          <p:cNvSpPr>
            <a:spLocks/>
          </p:cNvSpPr>
          <p:nvPr userDrawn="1"/>
        </p:nvSpPr>
        <p:spPr>
          <a:xfrm>
            <a:off x="-2488502" y="0"/>
            <a:ext cx="2298700" cy="3429000"/>
          </a:xfrm>
          <a:prstGeom prst="rect">
            <a:avLst/>
          </a:prstGeom>
          <a:solidFill>
            <a:srgbClr val="F9D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use:</a:t>
            </a: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inside the placeholder to insert an image. After inserting, the image will appear on top. Right-click and select "Send to Back" to place it behind the content</a:t>
            </a:r>
          </a:p>
        </p:txBody>
      </p:sp>
    </p:spTree>
    <p:extLst>
      <p:ext uri="{BB962C8B-B14F-4D97-AF65-F5344CB8AC3E}">
        <p14:creationId xmlns:p14="http://schemas.microsoft.com/office/powerpoint/2010/main" val="1447631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 userDrawn="1">
          <p15:clr>
            <a:srgbClr val="FBAE40"/>
          </p15:clr>
        </p15:guide>
        <p15:guide id="2" pos="3953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ull slide 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811A31E-6A5D-CF74-924F-6D86B805D6D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73064" y="1635126"/>
            <a:ext cx="11447462" cy="4573587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wrap="square"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  <p:sp>
        <p:nvSpPr>
          <p:cNvPr id="14" name="Rechteck 30">
            <a:extLst>
              <a:ext uri="{FF2B5EF4-FFF2-40B4-BE49-F238E27FC236}">
                <a16:creationId xmlns:a16="http://schemas.microsoft.com/office/drawing/2014/main" id="{70090E75-6351-4527-5020-2DEBAD8F2BE0}"/>
              </a:ext>
            </a:extLst>
          </p:cNvPr>
          <p:cNvSpPr>
            <a:spLocks/>
          </p:cNvSpPr>
          <p:nvPr userDrawn="1"/>
        </p:nvSpPr>
        <p:spPr>
          <a:xfrm>
            <a:off x="-2488502" y="0"/>
            <a:ext cx="2298700" cy="3429000"/>
          </a:xfrm>
          <a:prstGeom prst="rect">
            <a:avLst/>
          </a:prstGeom>
          <a:solidFill>
            <a:srgbClr val="F9D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use:</a:t>
            </a: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inside the placeholder to insert an image. After inserting, the image will appear on top. Right-click and select "Send to Back" to place it behind the content</a:t>
            </a:r>
          </a:p>
        </p:txBody>
      </p:sp>
    </p:spTree>
    <p:extLst>
      <p:ext uri="{BB962C8B-B14F-4D97-AF65-F5344CB8AC3E}">
        <p14:creationId xmlns:p14="http://schemas.microsoft.com/office/powerpoint/2010/main" val="32895443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ull slide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811A31E-6A5D-CF74-924F-6D86B805D6D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73064" y="1635126"/>
            <a:ext cx="11447462" cy="4573587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wrap="square"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  <p:sp>
        <p:nvSpPr>
          <p:cNvPr id="14" name="Rechteck 30">
            <a:extLst>
              <a:ext uri="{FF2B5EF4-FFF2-40B4-BE49-F238E27FC236}">
                <a16:creationId xmlns:a16="http://schemas.microsoft.com/office/drawing/2014/main" id="{70090E75-6351-4527-5020-2DEBAD8F2BE0}"/>
              </a:ext>
            </a:extLst>
          </p:cNvPr>
          <p:cNvSpPr>
            <a:spLocks/>
          </p:cNvSpPr>
          <p:nvPr userDrawn="1"/>
        </p:nvSpPr>
        <p:spPr>
          <a:xfrm>
            <a:off x="-2488502" y="0"/>
            <a:ext cx="2298700" cy="3429000"/>
          </a:xfrm>
          <a:prstGeom prst="rect">
            <a:avLst/>
          </a:prstGeom>
          <a:solidFill>
            <a:srgbClr val="F9D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use:</a:t>
            </a: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inside the placeholder to insert an image. After inserting, the image will appear on top. Right-click and select "Send to Back" to place it behind the content</a:t>
            </a:r>
          </a:p>
        </p:txBody>
      </p:sp>
    </p:spTree>
    <p:extLst>
      <p:ext uri="{BB962C8B-B14F-4D97-AF65-F5344CB8AC3E}">
        <p14:creationId xmlns:p14="http://schemas.microsoft.com/office/powerpoint/2010/main" val="7776835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ullsc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2EB5264C-2D5D-9574-27AF-D173FAE112A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1588297 w 12192000"/>
              <a:gd name="connsiteY0" fmla="*/ 6482964 h 6858000"/>
              <a:gd name="connsiteX1" fmla="*/ 11588297 w 12192000"/>
              <a:gd name="connsiteY1" fmla="*/ 6621463 h 6858000"/>
              <a:gd name="connsiteX2" fmla="*/ 11604172 w 12192000"/>
              <a:gd name="connsiteY2" fmla="*/ 6621463 h 6858000"/>
              <a:gd name="connsiteX3" fmla="*/ 11604172 w 12192000"/>
              <a:gd name="connsiteY3" fmla="*/ 6482964 h 6858000"/>
              <a:gd name="connsiteX4" fmla="*/ 625138 w 12192000"/>
              <a:gd name="connsiteY4" fmla="*/ 6253686 h 6858000"/>
              <a:gd name="connsiteX5" fmla="*/ 373138 w 12192000"/>
              <a:gd name="connsiteY5" fmla="*/ 6505686 h 6858000"/>
              <a:gd name="connsiteX6" fmla="*/ 625138 w 12192000"/>
              <a:gd name="connsiteY6" fmla="*/ 6757686 h 6858000"/>
              <a:gd name="connsiteX7" fmla="*/ 877138 w 12192000"/>
              <a:gd name="connsiteY7" fmla="*/ 6505686 h 6858000"/>
              <a:gd name="connsiteX8" fmla="*/ 625138 w 12192000"/>
              <a:gd name="connsiteY8" fmla="*/ 6253686 h 6858000"/>
              <a:gd name="connsiteX9" fmla="*/ 0 w 12192000"/>
              <a:gd name="connsiteY9" fmla="*/ 0 h 6858000"/>
              <a:gd name="connsiteX10" fmla="*/ 12192000 w 12192000"/>
              <a:gd name="connsiteY10" fmla="*/ 0 h 6858000"/>
              <a:gd name="connsiteX11" fmla="*/ 12192000 w 12192000"/>
              <a:gd name="connsiteY11" fmla="*/ 6858000 h 6858000"/>
              <a:gd name="connsiteX12" fmla="*/ 0 w 12192000"/>
              <a:gd name="connsiteY1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6858000">
                <a:moveTo>
                  <a:pt x="11588297" y="6482964"/>
                </a:moveTo>
                <a:lnTo>
                  <a:pt x="11588297" y="6621463"/>
                </a:lnTo>
                <a:lnTo>
                  <a:pt x="11604172" y="6621463"/>
                </a:lnTo>
                <a:lnTo>
                  <a:pt x="11604172" y="6482964"/>
                </a:lnTo>
                <a:close/>
                <a:moveTo>
                  <a:pt x="625138" y="6253686"/>
                </a:moveTo>
                <a:cubicBezTo>
                  <a:pt x="485797" y="6253686"/>
                  <a:pt x="373138" y="6366345"/>
                  <a:pt x="373138" y="6505686"/>
                </a:cubicBezTo>
                <a:cubicBezTo>
                  <a:pt x="373138" y="6645027"/>
                  <a:pt x="485797" y="6757686"/>
                  <a:pt x="625138" y="6757686"/>
                </a:cubicBezTo>
                <a:cubicBezTo>
                  <a:pt x="764479" y="6757686"/>
                  <a:pt x="877138" y="6645027"/>
                  <a:pt x="877138" y="6505686"/>
                </a:cubicBezTo>
                <a:cubicBezTo>
                  <a:pt x="877138" y="6366345"/>
                  <a:pt x="764479" y="6253686"/>
                  <a:pt x="625138" y="6253686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  <p:sp>
        <p:nvSpPr>
          <p:cNvPr id="14" name="Rechteck 30">
            <a:extLst>
              <a:ext uri="{FF2B5EF4-FFF2-40B4-BE49-F238E27FC236}">
                <a16:creationId xmlns:a16="http://schemas.microsoft.com/office/drawing/2014/main" id="{70090E75-6351-4527-5020-2DEBAD8F2BE0}"/>
              </a:ext>
            </a:extLst>
          </p:cNvPr>
          <p:cNvSpPr>
            <a:spLocks/>
          </p:cNvSpPr>
          <p:nvPr userDrawn="1"/>
        </p:nvSpPr>
        <p:spPr>
          <a:xfrm>
            <a:off x="-2488502" y="0"/>
            <a:ext cx="2298700" cy="3429000"/>
          </a:xfrm>
          <a:prstGeom prst="rect">
            <a:avLst/>
          </a:prstGeom>
          <a:solidFill>
            <a:srgbClr val="F9D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use:</a:t>
            </a: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inside the placeholder to insert an image. After inserting, the image will appear on top. Right-click and select "Send to Back" to place it behind the content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D25581-4362-FB11-A968-6293542D65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0C27B7E-0F2A-81C0-7993-E73AB597F1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wrap="square"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7039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laceholder full slide 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wrap="square"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  <p:sp>
        <p:nvSpPr>
          <p:cNvPr id="6" name="Rechteck 17">
            <a:extLst>
              <a:ext uri="{FF2B5EF4-FFF2-40B4-BE49-F238E27FC236}">
                <a16:creationId xmlns:a16="http://schemas.microsoft.com/office/drawing/2014/main" id="{8D3673CD-5A70-0CB3-C2BE-D00BEBEDAF24}"/>
              </a:ext>
            </a:extLst>
          </p:cNvPr>
          <p:cNvSpPr>
            <a:spLocks/>
          </p:cNvSpPr>
          <p:nvPr userDrawn="1"/>
        </p:nvSpPr>
        <p:spPr>
          <a:xfrm>
            <a:off x="-2488502" y="0"/>
            <a:ext cx="2298700" cy="3429000"/>
          </a:xfrm>
          <a:prstGeom prst="rect">
            <a:avLst/>
          </a:prstGeom>
          <a:solidFill>
            <a:srgbClr val="F9D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use:</a:t>
            </a: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inside the placeholder to insert a table, chart, image, or </a:t>
            </a:r>
            <a:r>
              <a:rPr lang="en-US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text.Note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PowerPoint applies </a:t>
            </a:r>
            <a:r>
              <a:rPr lang="en-US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colours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based on the preset sequence – you may need to adjust them manually.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5834B2-9DFB-0D16-3E01-188C3232CBAD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 bwMode="ltGray">
          <a:xfrm>
            <a:off x="373064" y="1635126"/>
            <a:ext cx="11447462" cy="4573587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>
            <a:no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content</a:t>
            </a:r>
          </a:p>
        </p:txBody>
      </p:sp>
    </p:spTree>
    <p:extLst>
      <p:ext uri="{BB962C8B-B14F-4D97-AF65-F5344CB8AC3E}">
        <p14:creationId xmlns:p14="http://schemas.microsoft.com/office/powerpoint/2010/main" val="32653481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laceholder full slide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wrap="square"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  <p:sp>
        <p:nvSpPr>
          <p:cNvPr id="6" name="Rechteck 17">
            <a:extLst>
              <a:ext uri="{FF2B5EF4-FFF2-40B4-BE49-F238E27FC236}">
                <a16:creationId xmlns:a16="http://schemas.microsoft.com/office/drawing/2014/main" id="{8D3673CD-5A70-0CB3-C2BE-D00BEBEDAF24}"/>
              </a:ext>
            </a:extLst>
          </p:cNvPr>
          <p:cNvSpPr>
            <a:spLocks/>
          </p:cNvSpPr>
          <p:nvPr userDrawn="1"/>
        </p:nvSpPr>
        <p:spPr>
          <a:xfrm>
            <a:off x="-2488502" y="0"/>
            <a:ext cx="2298700" cy="3429000"/>
          </a:xfrm>
          <a:prstGeom prst="rect">
            <a:avLst/>
          </a:prstGeom>
          <a:solidFill>
            <a:srgbClr val="F9D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use:</a:t>
            </a: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inside the placeholder to insert a table, chart, image, or </a:t>
            </a:r>
            <a:r>
              <a:rPr lang="en-US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text.Note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PowerPoint applies </a:t>
            </a:r>
            <a:r>
              <a:rPr lang="en-US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colours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based on the preset sequence – you may need to adjust them manually.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5834B2-9DFB-0D16-3E01-188C3232CBAD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 bwMode="ltGray">
          <a:xfrm>
            <a:off x="373064" y="1635126"/>
            <a:ext cx="11447462" cy="4573587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>
            <a:no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content</a:t>
            </a:r>
          </a:p>
        </p:txBody>
      </p:sp>
    </p:spTree>
    <p:extLst>
      <p:ext uri="{BB962C8B-B14F-4D97-AF65-F5344CB8AC3E}">
        <p14:creationId xmlns:p14="http://schemas.microsoft.com/office/powerpoint/2010/main" val="10797449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quote 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  <p:pic>
        <p:nvPicPr>
          <p:cNvPr id="6" name="Grafik 4">
            <a:extLst>
              <a:ext uri="{FF2B5EF4-FFF2-40B4-BE49-F238E27FC236}">
                <a16:creationId xmlns:a16="http://schemas.microsoft.com/office/drawing/2014/main" id="{2A2F3C48-8329-B091-DC89-4786DAE4C4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4190143" y="1938216"/>
            <a:ext cx="3811712" cy="3657600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4F4A8C-1826-839C-8CA5-2FDAB3BAB2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063" y="1633539"/>
            <a:ext cx="11447462" cy="2881312"/>
          </a:xfrm>
        </p:spPr>
        <p:txBody>
          <a:bodyPr lIns="0" tIns="0" rIns="0" bIns="0" anchor="ctr">
            <a:noAutofit/>
          </a:bodyPr>
          <a:lstStyle>
            <a:lvl1pPr algn="ctr">
              <a:buNone/>
              <a:defRPr sz="4000" i="1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Please insert quote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37E0515-AEF3-1C8B-999D-0437BE459B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4586851"/>
            <a:ext cx="5724525" cy="307777"/>
          </a:xfrm>
        </p:spPr>
        <p:txBody>
          <a:bodyPr wrap="square" lIns="0" tIns="0" rIns="0" bIns="0">
            <a:spAutoFit/>
          </a:bodyPr>
          <a:lstStyle>
            <a:lvl1pPr algn="r">
              <a:buNone/>
              <a:defRPr sz="2000">
                <a:solidFill>
                  <a:schemeClr val="accent3"/>
                </a:solidFill>
              </a:defRPr>
            </a:lvl1pPr>
            <a:lvl2pPr algn="r">
              <a:defRPr sz="2000">
                <a:solidFill>
                  <a:schemeClr val="accent3"/>
                </a:solidFill>
              </a:defRPr>
            </a:lvl2pPr>
            <a:lvl3pPr algn="r">
              <a:defRPr sz="2000">
                <a:solidFill>
                  <a:schemeClr val="accent3"/>
                </a:solidFill>
              </a:defRPr>
            </a:lvl3pPr>
            <a:lvl4pPr algn="r">
              <a:defRPr sz="2000">
                <a:solidFill>
                  <a:schemeClr val="accent3"/>
                </a:solidFill>
              </a:defRPr>
            </a:lvl4pPr>
            <a:lvl5pPr algn="r">
              <a:defRPr sz="20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Name, Surname</a:t>
            </a:r>
          </a:p>
        </p:txBody>
      </p:sp>
    </p:spTree>
    <p:extLst>
      <p:ext uri="{BB962C8B-B14F-4D97-AF65-F5344CB8AC3E}">
        <p14:creationId xmlns:p14="http://schemas.microsoft.com/office/powerpoint/2010/main" val="40755575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quote grey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392A-37C6-DD0F-DD6C-A14331B05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63" y="650591"/>
            <a:ext cx="1144746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insert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E5C6-98BD-5367-F848-6B970A3C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1241-65C9-7DE4-8057-BB8A509E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774FD-D22E-1234-308B-57E75DD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C9971-C72E-5727-14ED-69574DF94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3" y="373592"/>
            <a:ext cx="11447462" cy="276999"/>
          </a:xfrm>
        </p:spPr>
        <p:txBody>
          <a:bodyPr lIns="0" tIns="0" rIns="0" bIns="0">
            <a:spAutoFit/>
          </a:bodyPr>
          <a:lstStyle>
            <a:lvl1pPr>
              <a:buNone/>
              <a:defRPr/>
            </a:lvl1pPr>
          </a:lstStyle>
          <a:p>
            <a:pPr lvl="0"/>
            <a:r>
              <a:rPr lang="en-US" dirty="0"/>
              <a:t>Please insert </a:t>
            </a:r>
            <a:r>
              <a:rPr lang="en-US" dirty="0" err="1"/>
              <a:t>Preheadline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1D778C-C633-6210-0934-7D5FB43C5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318" y="6278566"/>
            <a:ext cx="3527607" cy="138112"/>
          </a:xfrm>
        </p:spPr>
        <p:txBody>
          <a:bodyPr lIns="0" tIns="0" rIns="0" bIns="0" anchor="b">
            <a:sp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Please add chapter title</a:t>
            </a:r>
          </a:p>
        </p:txBody>
      </p:sp>
      <p:pic>
        <p:nvPicPr>
          <p:cNvPr id="6" name="Grafik 4">
            <a:extLst>
              <a:ext uri="{FF2B5EF4-FFF2-40B4-BE49-F238E27FC236}">
                <a16:creationId xmlns:a16="http://schemas.microsoft.com/office/drawing/2014/main" id="{2A2F3C48-8329-B091-DC89-4786DAE4C4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4190143" y="1938216"/>
            <a:ext cx="3811712" cy="3657600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4F4A8C-1826-839C-8CA5-2FDAB3BAB2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063" y="1633539"/>
            <a:ext cx="11447462" cy="2881312"/>
          </a:xfrm>
        </p:spPr>
        <p:txBody>
          <a:bodyPr lIns="0" tIns="0" rIns="0" bIns="0" anchor="ctr">
            <a:noAutofit/>
          </a:bodyPr>
          <a:lstStyle>
            <a:lvl1pPr algn="ctr">
              <a:buNone/>
              <a:defRPr sz="4000" i="1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Please insert quote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37E0515-AEF3-1C8B-999D-0437BE459B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4586851"/>
            <a:ext cx="5724525" cy="307777"/>
          </a:xfrm>
        </p:spPr>
        <p:txBody>
          <a:bodyPr wrap="square" lIns="0" tIns="0" rIns="0" bIns="0">
            <a:spAutoFit/>
          </a:bodyPr>
          <a:lstStyle>
            <a:lvl1pPr algn="r">
              <a:buNone/>
              <a:defRPr sz="2000">
                <a:solidFill>
                  <a:schemeClr val="accent2"/>
                </a:solidFill>
              </a:defRPr>
            </a:lvl1pPr>
            <a:lvl2pPr algn="r">
              <a:defRPr sz="2000">
                <a:solidFill>
                  <a:schemeClr val="accent3"/>
                </a:solidFill>
              </a:defRPr>
            </a:lvl2pPr>
            <a:lvl3pPr algn="r">
              <a:defRPr sz="2000">
                <a:solidFill>
                  <a:schemeClr val="accent3"/>
                </a:solidFill>
              </a:defRPr>
            </a:lvl3pPr>
            <a:lvl4pPr algn="r">
              <a:defRPr sz="2000">
                <a:solidFill>
                  <a:schemeClr val="accent3"/>
                </a:solidFill>
              </a:defRPr>
            </a:lvl4pPr>
            <a:lvl5pPr algn="r">
              <a:defRPr sz="20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Name, Surname</a:t>
            </a:r>
          </a:p>
        </p:txBody>
      </p:sp>
    </p:spTree>
    <p:extLst>
      <p:ext uri="{BB962C8B-B14F-4D97-AF65-F5344CB8AC3E}">
        <p14:creationId xmlns:p14="http://schemas.microsoft.com/office/powerpoint/2010/main" val="17834071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orange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D7FE9896-5211-23DE-0A2A-059929C8D9C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45513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4C6CFA7-8CBB-49CA-3693-3AA4EC1DA5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3063" y="373063"/>
            <a:ext cx="11447462" cy="1384995"/>
          </a:xfrm>
        </p:spPr>
        <p:txBody>
          <a:bodyPr vert="horz" lIns="0" tIns="0" rIns="0" bIns="0" anchor="t">
            <a:spAutoFit/>
          </a:bodyPr>
          <a:lstStyle>
            <a:lvl1pPr algn="l">
              <a:defRPr sz="10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1423213-8DF4-F212-5025-D9DC72CABF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7000" y="6242050"/>
            <a:ext cx="4699000" cy="174625"/>
          </a:xfrm>
        </p:spPr>
        <p:txBody>
          <a:bodyPr lIns="0" tIns="0" rIns="0" bIns="0"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Please insert Author Name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1D2CB1-81F9-B961-6A00-7EEA8BBCA8BB}"/>
              </a:ext>
            </a:extLst>
          </p:cNvPr>
          <p:cNvSpPr txBox="1">
            <a:spLocks/>
          </p:cNvSpPr>
          <p:nvPr userDrawn="1"/>
        </p:nvSpPr>
        <p:spPr>
          <a:xfrm>
            <a:off x="373064" y="6232009"/>
            <a:ext cx="982662" cy="18466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© </a:t>
            </a:r>
            <a:r>
              <a:rPr lang="en-US" sz="1200" dirty="0" err="1">
                <a:solidFill>
                  <a:schemeClr val="bg1"/>
                </a:solidFill>
              </a:rPr>
              <a:t>ifm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•</a:t>
            </a:r>
            <a:r>
              <a:rPr lang="en-US" sz="1200" dirty="0">
                <a:solidFill>
                  <a:schemeClr val="bg1"/>
                </a:solidFill>
              </a:rPr>
              <a:t> Author: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A0F817F-E69A-891D-CC85-5FA713C72954}"/>
              </a:ext>
            </a:extLst>
          </p:cNvPr>
          <p:cNvGrpSpPr/>
          <p:nvPr userDrawn="1"/>
        </p:nvGrpSpPr>
        <p:grpSpPr bwMode="gray">
          <a:xfrm>
            <a:off x="6466690" y="2107484"/>
            <a:ext cx="5338938" cy="4959307"/>
            <a:chOff x="6466690" y="2107484"/>
            <a:chExt cx="5338938" cy="4959307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BAEAD06-A4AE-9AE9-9683-066F48BA476D}"/>
                </a:ext>
              </a:extLst>
            </p:cNvPr>
            <p:cNvSpPr>
              <a:spLocks/>
            </p:cNvSpPr>
            <p:nvPr userDrawn="1"/>
          </p:nvSpPr>
          <p:spPr bwMode="gray">
            <a:xfrm rot="21132644">
              <a:off x="6466690" y="2107484"/>
              <a:ext cx="5338938" cy="4959307"/>
            </a:xfrm>
            <a:custGeom>
              <a:avLst/>
              <a:gdLst>
                <a:gd name="connsiteX0" fmla="*/ 2942695 w 5338938"/>
                <a:gd name="connsiteY0" fmla="*/ 13764 h 4959307"/>
                <a:gd name="connsiteX1" fmla="*/ 5338938 w 5338938"/>
                <a:gd name="connsiteY1" fmla="*/ 2669470 h 4959307"/>
                <a:gd name="connsiteX2" fmla="*/ 4095493 w 5338938"/>
                <a:gd name="connsiteY2" fmla="*/ 4927456 h 4959307"/>
                <a:gd name="connsiteX3" fmla="*/ 4041196 w 5338938"/>
                <a:gd name="connsiteY3" fmla="*/ 4959307 h 4959307"/>
                <a:gd name="connsiteX4" fmla="*/ 735181 w 5338938"/>
                <a:gd name="connsiteY4" fmla="*/ 4507070 h 4959307"/>
                <a:gd name="connsiteX5" fmla="*/ 609013 w 5338938"/>
                <a:gd name="connsiteY5" fmla="*/ 4368228 h 4959307"/>
                <a:gd name="connsiteX6" fmla="*/ 1 w 5338938"/>
                <a:gd name="connsiteY6" fmla="*/ 2669470 h 4959307"/>
                <a:gd name="connsiteX7" fmla="*/ 2669469 w 5338938"/>
                <a:gd name="connsiteY7" fmla="*/ 1 h 4959307"/>
                <a:gd name="connsiteX8" fmla="*/ 2942695 w 5338938"/>
                <a:gd name="connsiteY8" fmla="*/ 13764 h 4959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338938" h="4959307">
                  <a:moveTo>
                    <a:pt x="2942695" y="13764"/>
                  </a:moveTo>
                  <a:cubicBezTo>
                    <a:pt x="4290042" y="150280"/>
                    <a:pt x="5338938" y="1285666"/>
                    <a:pt x="5338938" y="2669470"/>
                  </a:cubicBezTo>
                  <a:cubicBezTo>
                    <a:pt x="5338938" y="3620835"/>
                    <a:pt x="4843170" y="4454784"/>
                    <a:pt x="4095493" y="4927456"/>
                  </a:cubicBezTo>
                  <a:lnTo>
                    <a:pt x="4041196" y="4959307"/>
                  </a:lnTo>
                  <a:lnTo>
                    <a:pt x="735181" y="4507070"/>
                  </a:lnTo>
                  <a:lnTo>
                    <a:pt x="609013" y="4368228"/>
                  </a:lnTo>
                  <a:cubicBezTo>
                    <a:pt x="228427" y="3906920"/>
                    <a:pt x="0" y="3315245"/>
                    <a:pt x="1" y="2669470"/>
                  </a:cubicBezTo>
                  <a:cubicBezTo>
                    <a:pt x="0" y="1193413"/>
                    <a:pt x="1193413" y="0"/>
                    <a:pt x="2669469" y="1"/>
                  </a:cubicBezTo>
                  <a:cubicBezTo>
                    <a:pt x="2761723" y="1"/>
                    <a:pt x="2852872" y="4663"/>
                    <a:pt x="2942695" y="13764"/>
                  </a:cubicBezTo>
                  <a:close/>
                </a:path>
              </a:pathLst>
            </a:custGeom>
            <a:solidFill>
              <a:schemeClr val="bg1"/>
            </a:solidFill>
            <a:ln w="1748" cap="flat">
              <a:solidFill>
                <a:srgbClr val="FF6E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FE94909-5B35-59E7-12FF-2AC456D63924}"/>
                </a:ext>
              </a:extLst>
            </p:cNvPr>
            <p:cNvGrpSpPr>
              <a:grpSpLocks/>
            </p:cNvGrpSpPr>
            <p:nvPr userDrawn="1"/>
          </p:nvGrpSpPr>
          <p:grpSpPr bwMode="gray">
            <a:xfrm>
              <a:off x="6597756" y="2225331"/>
              <a:ext cx="5088778" cy="4811136"/>
              <a:chOff x="6597756" y="2225331"/>
              <a:chExt cx="5088778" cy="4811136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F3B259AE-A8F4-CD19-0A90-1579A649A368}"/>
                  </a:ext>
                </a:extLst>
              </p:cNvPr>
              <p:cNvSpPr/>
              <p:nvPr/>
            </p:nvSpPr>
            <p:spPr bwMode="gray">
              <a:xfrm rot="21132644">
                <a:off x="6597756" y="2225331"/>
                <a:ext cx="5088778" cy="4811136"/>
              </a:xfrm>
              <a:custGeom>
                <a:avLst/>
                <a:gdLst>
                  <a:gd name="connsiteX0" fmla="*/ 2804813 w 5088778"/>
                  <a:gd name="connsiteY0" fmla="*/ 13119 h 4811136"/>
                  <a:gd name="connsiteX1" fmla="*/ 5088778 w 5088778"/>
                  <a:gd name="connsiteY1" fmla="*/ 2544389 h 4811136"/>
                  <a:gd name="connsiteX2" fmla="*/ 3757935 w 5088778"/>
                  <a:gd name="connsiteY2" fmla="*/ 4782020 h 4811136"/>
                  <a:gd name="connsiteX3" fmla="*/ 3697427 w 5088778"/>
                  <a:gd name="connsiteY3" fmla="*/ 4811136 h 4811136"/>
                  <a:gd name="connsiteX4" fmla="*/ 826279 w 5088778"/>
                  <a:gd name="connsiteY4" fmla="*/ 4418385 h 4811136"/>
                  <a:gd name="connsiteX5" fmla="*/ 744609 w 5088778"/>
                  <a:gd name="connsiteY5" fmla="*/ 4344170 h 4811136"/>
                  <a:gd name="connsiteX6" fmla="*/ 1 w 5088778"/>
                  <a:gd name="connsiteY6" fmla="*/ 2544389 h 4811136"/>
                  <a:gd name="connsiteX7" fmla="*/ 2544389 w 5088778"/>
                  <a:gd name="connsiteY7" fmla="*/ 1 h 4811136"/>
                  <a:gd name="connsiteX8" fmla="*/ 2804813 w 5088778"/>
                  <a:gd name="connsiteY8" fmla="*/ 13119 h 4811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8778" h="4811136">
                    <a:moveTo>
                      <a:pt x="2804813" y="13119"/>
                    </a:moveTo>
                    <a:cubicBezTo>
                      <a:pt x="4089029" y="143239"/>
                      <a:pt x="5088778" y="1225425"/>
                      <a:pt x="5088778" y="2544389"/>
                    </a:cubicBezTo>
                    <a:cubicBezTo>
                      <a:pt x="5088778" y="3511630"/>
                      <a:pt x="4551135" y="4351536"/>
                      <a:pt x="3757935" y="4782020"/>
                    </a:cubicBezTo>
                    <a:lnTo>
                      <a:pt x="3697427" y="4811136"/>
                    </a:lnTo>
                    <a:lnTo>
                      <a:pt x="826279" y="4418385"/>
                    </a:lnTo>
                    <a:lnTo>
                      <a:pt x="744609" y="4344170"/>
                    </a:lnTo>
                    <a:cubicBezTo>
                      <a:pt x="284374" y="3883934"/>
                      <a:pt x="0" y="3247837"/>
                      <a:pt x="1" y="2544389"/>
                    </a:cubicBezTo>
                    <a:cubicBezTo>
                      <a:pt x="0" y="1137494"/>
                      <a:pt x="1137494" y="0"/>
                      <a:pt x="2544389" y="1"/>
                    </a:cubicBezTo>
                    <a:cubicBezTo>
                      <a:pt x="2632320" y="1"/>
                      <a:pt x="2719199" y="4444"/>
                      <a:pt x="2804813" y="13119"/>
                    </a:cubicBezTo>
                    <a:close/>
                  </a:path>
                </a:pathLst>
              </a:custGeom>
              <a:solidFill>
                <a:schemeClr val="tx2"/>
              </a:solidFill>
              <a:ln w="17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251B03F1-E9B4-DAF1-36B2-7945759CD4DF}"/>
                  </a:ext>
                </a:extLst>
              </p:cNvPr>
              <p:cNvSpPr/>
              <p:nvPr/>
            </p:nvSpPr>
            <p:spPr bwMode="gray">
              <a:xfrm rot="21132644">
                <a:off x="7048659" y="2839116"/>
                <a:ext cx="4118922" cy="3262805"/>
              </a:xfrm>
              <a:custGeom>
                <a:avLst/>
                <a:gdLst>
                  <a:gd name="connsiteX0" fmla="*/ 85384 w 407943"/>
                  <a:gd name="connsiteY0" fmla="*/ 68781 h 323152"/>
                  <a:gd name="connsiteX1" fmla="*/ 88941 w 407943"/>
                  <a:gd name="connsiteY1" fmla="*/ 86569 h 323152"/>
                  <a:gd name="connsiteX2" fmla="*/ 44471 w 407943"/>
                  <a:gd name="connsiteY2" fmla="*/ 131040 h 323152"/>
                  <a:gd name="connsiteX3" fmla="*/ 0 w 407943"/>
                  <a:gd name="connsiteY3" fmla="*/ 86569 h 323152"/>
                  <a:gd name="connsiteX4" fmla="*/ 44471 w 407943"/>
                  <a:gd name="connsiteY4" fmla="*/ 42099 h 323152"/>
                  <a:gd name="connsiteX5" fmla="*/ 68781 w 407943"/>
                  <a:gd name="connsiteY5" fmla="*/ 49807 h 323152"/>
                  <a:gd name="connsiteX6" fmla="*/ 68781 w 407943"/>
                  <a:gd name="connsiteY6" fmla="*/ 38541 h 323152"/>
                  <a:gd name="connsiteX7" fmla="*/ 107322 w 407943"/>
                  <a:gd name="connsiteY7" fmla="*/ 0 h 323152"/>
                  <a:gd name="connsiteX8" fmla="*/ 215831 w 407943"/>
                  <a:gd name="connsiteY8" fmla="*/ 0 h 323152"/>
                  <a:gd name="connsiteX9" fmla="*/ 215831 w 407943"/>
                  <a:gd name="connsiteY9" fmla="*/ 64631 h 323152"/>
                  <a:gd name="connsiteX10" fmla="*/ 152979 w 407943"/>
                  <a:gd name="connsiteY10" fmla="*/ 64631 h 323152"/>
                  <a:gd name="connsiteX11" fmla="*/ 150607 w 407943"/>
                  <a:gd name="connsiteY11" fmla="*/ 67002 h 323152"/>
                  <a:gd name="connsiteX12" fmla="*/ 150607 w 407943"/>
                  <a:gd name="connsiteY12" fmla="*/ 106729 h 323152"/>
                  <a:gd name="connsiteX13" fmla="*/ 152979 w 407943"/>
                  <a:gd name="connsiteY13" fmla="*/ 109101 h 323152"/>
                  <a:gd name="connsiteX14" fmla="*/ 215831 w 407943"/>
                  <a:gd name="connsiteY14" fmla="*/ 109101 h 323152"/>
                  <a:gd name="connsiteX15" fmla="*/ 215831 w 407943"/>
                  <a:gd name="connsiteY15" fmla="*/ 163652 h 323152"/>
                  <a:gd name="connsiteX16" fmla="*/ 154758 w 407943"/>
                  <a:gd name="connsiteY16" fmla="*/ 163652 h 323152"/>
                  <a:gd name="connsiteX17" fmla="*/ 150607 w 407943"/>
                  <a:gd name="connsiteY17" fmla="*/ 167802 h 323152"/>
                  <a:gd name="connsiteX18" fmla="*/ 150607 w 407943"/>
                  <a:gd name="connsiteY18" fmla="*/ 307144 h 323152"/>
                  <a:gd name="connsiteX19" fmla="*/ 199821 w 407943"/>
                  <a:gd name="connsiteY19" fmla="*/ 307144 h 323152"/>
                  <a:gd name="connsiteX20" fmla="*/ 199821 w 407943"/>
                  <a:gd name="connsiteY20" fmla="*/ 208122 h 323152"/>
                  <a:gd name="connsiteX21" fmla="*/ 214052 w 407943"/>
                  <a:gd name="connsiteY21" fmla="*/ 193892 h 323152"/>
                  <a:gd name="connsiteX22" fmla="*/ 232433 w 407943"/>
                  <a:gd name="connsiteY22" fmla="*/ 193892 h 323152"/>
                  <a:gd name="connsiteX23" fmla="*/ 246664 w 407943"/>
                  <a:gd name="connsiteY23" fmla="*/ 208122 h 323152"/>
                  <a:gd name="connsiteX24" fmla="*/ 246664 w 407943"/>
                  <a:gd name="connsiteY24" fmla="*/ 307144 h 323152"/>
                  <a:gd name="connsiteX25" fmla="*/ 295878 w 407943"/>
                  <a:gd name="connsiteY25" fmla="*/ 307144 h 323152"/>
                  <a:gd name="connsiteX26" fmla="*/ 295878 w 407943"/>
                  <a:gd name="connsiteY26" fmla="*/ 208122 h 323152"/>
                  <a:gd name="connsiteX27" fmla="*/ 310108 w 407943"/>
                  <a:gd name="connsiteY27" fmla="*/ 193892 h 323152"/>
                  <a:gd name="connsiteX28" fmla="*/ 328489 w 407943"/>
                  <a:gd name="connsiteY28" fmla="*/ 193892 h 323152"/>
                  <a:gd name="connsiteX29" fmla="*/ 342720 w 407943"/>
                  <a:gd name="connsiteY29" fmla="*/ 208122 h 323152"/>
                  <a:gd name="connsiteX30" fmla="*/ 342720 w 407943"/>
                  <a:gd name="connsiteY30" fmla="*/ 307144 h 323152"/>
                  <a:gd name="connsiteX31" fmla="*/ 391934 w 407943"/>
                  <a:gd name="connsiteY31" fmla="*/ 307144 h 323152"/>
                  <a:gd name="connsiteX32" fmla="*/ 391934 w 407943"/>
                  <a:gd name="connsiteY32" fmla="*/ 167802 h 323152"/>
                  <a:gd name="connsiteX33" fmla="*/ 387784 w 407943"/>
                  <a:gd name="connsiteY33" fmla="*/ 163652 h 323152"/>
                  <a:gd name="connsiteX34" fmla="*/ 230654 w 407943"/>
                  <a:gd name="connsiteY34" fmla="*/ 163652 h 323152"/>
                  <a:gd name="connsiteX35" fmla="*/ 230654 w 407943"/>
                  <a:gd name="connsiteY35" fmla="*/ 147642 h 323152"/>
                  <a:gd name="connsiteX36" fmla="*/ 393713 w 407943"/>
                  <a:gd name="connsiteY36" fmla="*/ 147642 h 323152"/>
                  <a:gd name="connsiteX37" fmla="*/ 407944 w 407943"/>
                  <a:gd name="connsiteY37" fmla="*/ 161873 h 323152"/>
                  <a:gd name="connsiteX38" fmla="*/ 407944 w 407943"/>
                  <a:gd name="connsiteY38" fmla="*/ 323153 h 323152"/>
                  <a:gd name="connsiteX39" fmla="*/ 326711 w 407943"/>
                  <a:gd name="connsiteY39" fmla="*/ 323153 h 323152"/>
                  <a:gd name="connsiteX40" fmla="*/ 326711 w 407943"/>
                  <a:gd name="connsiteY40" fmla="*/ 212866 h 323152"/>
                  <a:gd name="connsiteX41" fmla="*/ 324339 w 407943"/>
                  <a:gd name="connsiteY41" fmla="*/ 210494 h 323152"/>
                  <a:gd name="connsiteX42" fmla="*/ 314852 w 407943"/>
                  <a:gd name="connsiteY42" fmla="*/ 210494 h 323152"/>
                  <a:gd name="connsiteX43" fmla="*/ 312480 w 407943"/>
                  <a:gd name="connsiteY43" fmla="*/ 212866 h 323152"/>
                  <a:gd name="connsiteX44" fmla="*/ 312480 w 407943"/>
                  <a:gd name="connsiteY44" fmla="*/ 323153 h 323152"/>
                  <a:gd name="connsiteX45" fmla="*/ 231247 w 407943"/>
                  <a:gd name="connsiteY45" fmla="*/ 323153 h 323152"/>
                  <a:gd name="connsiteX46" fmla="*/ 231247 w 407943"/>
                  <a:gd name="connsiteY46" fmla="*/ 212866 h 323152"/>
                  <a:gd name="connsiteX47" fmla="*/ 228875 w 407943"/>
                  <a:gd name="connsiteY47" fmla="*/ 210494 h 323152"/>
                  <a:gd name="connsiteX48" fmla="*/ 219388 w 407943"/>
                  <a:gd name="connsiteY48" fmla="*/ 210494 h 323152"/>
                  <a:gd name="connsiteX49" fmla="*/ 217016 w 407943"/>
                  <a:gd name="connsiteY49" fmla="*/ 212866 h 323152"/>
                  <a:gd name="connsiteX50" fmla="*/ 217016 w 407943"/>
                  <a:gd name="connsiteY50" fmla="*/ 323153 h 323152"/>
                  <a:gd name="connsiteX51" fmla="*/ 34984 w 407943"/>
                  <a:gd name="connsiteY51" fmla="*/ 323153 h 323152"/>
                  <a:gd name="connsiteX52" fmla="*/ 34984 w 407943"/>
                  <a:gd name="connsiteY52" fmla="*/ 307144 h 323152"/>
                  <a:gd name="connsiteX53" fmla="*/ 69967 w 407943"/>
                  <a:gd name="connsiteY53" fmla="*/ 307144 h 323152"/>
                  <a:gd name="connsiteX54" fmla="*/ 69967 w 407943"/>
                  <a:gd name="connsiteY54" fmla="*/ 167802 h 323152"/>
                  <a:gd name="connsiteX55" fmla="*/ 65816 w 407943"/>
                  <a:gd name="connsiteY55" fmla="*/ 163652 h 323152"/>
                  <a:gd name="connsiteX56" fmla="*/ 20753 w 407943"/>
                  <a:gd name="connsiteY56" fmla="*/ 163652 h 323152"/>
                  <a:gd name="connsiteX57" fmla="*/ 20753 w 407943"/>
                  <a:gd name="connsiteY57" fmla="*/ 323153 h 323152"/>
                  <a:gd name="connsiteX58" fmla="*/ 4744 w 407943"/>
                  <a:gd name="connsiteY58" fmla="*/ 323153 h 323152"/>
                  <a:gd name="connsiteX59" fmla="*/ 4744 w 407943"/>
                  <a:gd name="connsiteY59" fmla="*/ 147642 h 323152"/>
                  <a:gd name="connsiteX60" fmla="*/ 72339 w 407943"/>
                  <a:gd name="connsiteY60" fmla="*/ 147642 h 323152"/>
                  <a:gd name="connsiteX61" fmla="*/ 86569 w 407943"/>
                  <a:gd name="connsiteY61" fmla="*/ 161873 h 323152"/>
                  <a:gd name="connsiteX62" fmla="*/ 86569 w 407943"/>
                  <a:gd name="connsiteY62" fmla="*/ 307144 h 323152"/>
                  <a:gd name="connsiteX63" fmla="*/ 135784 w 407943"/>
                  <a:gd name="connsiteY63" fmla="*/ 307144 h 323152"/>
                  <a:gd name="connsiteX64" fmla="*/ 135784 w 407943"/>
                  <a:gd name="connsiteY64" fmla="*/ 161873 h 323152"/>
                  <a:gd name="connsiteX65" fmla="*/ 150014 w 407943"/>
                  <a:gd name="connsiteY65" fmla="*/ 147642 h 323152"/>
                  <a:gd name="connsiteX66" fmla="*/ 201007 w 407943"/>
                  <a:gd name="connsiteY66" fmla="*/ 147642 h 323152"/>
                  <a:gd name="connsiteX67" fmla="*/ 201007 w 407943"/>
                  <a:gd name="connsiteY67" fmla="*/ 125704 h 323152"/>
                  <a:gd name="connsiteX68" fmla="*/ 150014 w 407943"/>
                  <a:gd name="connsiteY68" fmla="*/ 125704 h 323152"/>
                  <a:gd name="connsiteX69" fmla="*/ 135784 w 407943"/>
                  <a:gd name="connsiteY69" fmla="*/ 111473 h 323152"/>
                  <a:gd name="connsiteX70" fmla="*/ 135784 w 407943"/>
                  <a:gd name="connsiteY70" fmla="*/ 62852 h 323152"/>
                  <a:gd name="connsiteX71" fmla="*/ 150014 w 407943"/>
                  <a:gd name="connsiteY71" fmla="*/ 48621 h 323152"/>
                  <a:gd name="connsiteX72" fmla="*/ 201007 w 407943"/>
                  <a:gd name="connsiteY72" fmla="*/ 48621 h 323152"/>
                  <a:gd name="connsiteX73" fmla="*/ 201007 w 407943"/>
                  <a:gd name="connsiteY73" fmla="*/ 16602 h 323152"/>
                  <a:gd name="connsiteX74" fmla="*/ 108508 w 407943"/>
                  <a:gd name="connsiteY74" fmla="*/ 16602 h 323152"/>
                  <a:gd name="connsiteX75" fmla="*/ 86569 w 407943"/>
                  <a:gd name="connsiteY75" fmla="*/ 38541 h 323152"/>
                  <a:gd name="connsiteX76" fmla="*/ 86569 w 407943"/>
                  <a:gd name="connsiteY76" fmla="*/ 69374 h 323152"/>
                  <a:gd name="connsiteX77" fmla="*/ 85384 w 407943"/>
                  <a:gd name="connsiteY77" fmla="*/ 68781 h 323152"/>
                  <a:gd name="connsiteX78" fmla="*/ 16009 w 407943"/>
                  <a:gd name="connsiteY78" fmla="*/ 86569 h 323152"/>
                  <a:gd name="connsiteX79" fmla="*/ 44471 w 407943"/>
                  <a:gd name="connsiteY79" fmla="*/ 58108 h 323152"/>
                  <a:gd name="connsiteX80" fmla="*/ 72932 w 407943"/>
                  <a:gd name="connsiteY80" fmla="*/ 86569 h 323152"/>
                  <a:gd name="connsiteX81" fmla="*/ 44471 w 407943"/>
                  <a:gd name="connsiteY81" fmla="*/ 115031 h 323152"/>
                  <a:gd name="connsiteX82" fmla="*/ 16009 w 407943"/>
                  <a:gd name="connsiteY82" fmla="*/ 86569 h 323152"/>
                  <a:gd name="connsiteX0" fmla="*/ 85384 w 407944"/>
                  <a:gd name="connsiteY0" fmla="*/ 68781 h 323153"/>
                  <a:gd name="connsiteX1" fmla="*/ 88941 w 407944"/>
                  <a:gd name="connsiteY1" fmla="*/ 86569 h 323153"/>
                  <a:gd name="connsiteX2" fmla="*/ 44471 w 407944"/>
                  <a:gd name="connsiteY2" fmla="*/ 131040 h 323153"/>
                  <a:gd name="connsiteX3" fmla="*/ 0 w 407944"/>
                  <a:gd name="connsiteY3" fmla="*/ 86569 h 323153"/>
                  <a:gd name="connsiteX4" fmla="*/ 44471 w 407944"/>
                  <a:gd name="connsiteY4" fmla="*/ 42099 h 323153"/>
                  <a:gd name="connsiteX5" fmla="*/ 68781 w 407944"/>
                  <a:gd name="connsiteY5" fmla="*/ 49807 h 323153"/>
                  <a:gd name="connsiteX6" fmla="*/ 68781 w 407944"/>
                  <a:gd name="connsiteY6" fmla="*/ 38541 h 323153"/>
                  <a:gd name="connsiteX7" fmla="*/ 107322 w 407944"/>
                  <a:gd name="connsiteY7" fmla="*/ 0 h 323153"/>
                  <a:gd name="connsiteX8" fmla="*/ 215831 w 407944"/>
                  <a:gd name="connsiteY8" fmla="*/ 0 h 323153"/>
                  <a:gd name="connsiteX9" fmla="*/ 215831 w 407944"/>
                  <a:gd name="connsiteY9" fmla="*/ 64631 h 323153"/>
                  <a:gd name="connsiteX10" fmla="*/ 152979 w 407944"/>
                  <a:gd name="connsiteY10" fmla="*/ 64631 h 323153"/>
                  <a:gd name="connsiteX11" fmla="*/ 150607 w 407944"/>
                  <a:gd name="connsiteY11" fmla="*/ 67002 h 323153"/>
                  <a:gd name="connsiteX12" fmla="*/ 150607 w 407944"/>
                  <a:gd name="connsiteY12" fmla="*/ 106729 h 323153"/>
                  <a:gd name="connsiteX13" fmla="*/ 152979 w 407944"/>
                  <a:gd name="connsiteY13" fmla="*/ 109101 h 323153"/>
                  <a:gd name="connsiteX14" fmla="*/ 215831 w 407944"/>
                  <a:gd name="connsiteY14" fmla="*/ 109101 h 323153"/>
                  <a:gd name="connsiteX15" fmla="*/ 215831 w 407944"/>
                  <a:gd name="connsiteY15" fmla="*/ 163652 h 323153"/>
                  <a:gd name="connsiteX16" fmla="*/ 154758 w 407944"/>
                  <a:gd name="connsiteY16" fmla="*/ 163652 h 323153"/>
                  <a:gd name="connsiteX17" fmla="*/ 150607 w 407944"/>
                  <a:gd name="connsiteY17" fmla="*/ 167802 h 323153"/>
                  <a:gd name="connsiteX18" fmla="*/ 150607 w 407944"/>
                  <a:gd name="connsiteY18" fmla="*/ 307144 h 323153"/>
                  <a:gd name="connsiteX19" fmla="*/ 199821 w 407944"/>
                  <a:gd name="connsiteY19" fmla="*/ 307144 h 323153"/>
                  <a:gd name="connsiteX20" fmla="*/ 199821 w 407944"/>
                  <a:gd name="connsiteY20" fmla="*/ 208122 h 323153"/>
                  <a:gd name="connsiteX21" fmla="*/ 214052 w 407944"/>
                  <a:gd name="connsiteY21" fmla="*/ 193892 h 323153"/>
                  <a:gd name="connsiteX22" fmla="*/ 232433 w 407944"/>
                  <a:gd name="connsiteY22" fmla="*/ 193892 h 323153"/>
                  <a:gd name="connsiteX23" fmla="*/ 246664 w 407944"/>
                  <a:gd name="connsiteY23" fmla="*/ 208122 h 323153"/>
                  <a:gd name="connsiteX24" fmla="*/ 246664 w 407944"/>
                  <a:gd name="connsiteY24" fmla="*/ 307144 h 323153"/>
                  <a:gd name="connsiteX25" fmla="*/ 295878 w 407944"/>
                  <a:gd name="connsiteY25" fmla="*/ 307144 h 323153"/>
                  <a:gd name="connsiteX26" fmla="*/ 295878 w 407944"/>
                  <a:gd name="connsiteY26" fmla="*/ 208122 h 323153"/>
                  <a:gd name="connsiteX27" fmla="*/ 310108 w 407944"/>
                  <a:gd name="connsiteY27" fmla="*/ 193892 h 323153"/>
                  <a:gd name="connsiteX28" fmla="*/ 328489 w 407944"/>
                  <a:gd name="connsiteY28" fmla="*/ 193892 h 323153"/>
                  <a:gd name="connsiteX29" fmla="*/ 342720 w 407944"/>
                  <a:gd name="connsiteY29" fmla="*/ 208122 h 323153"/>
                  <a:gd name="connsiteX30" fmla="*/ 342720 w 407944"/>
                  <a:gd name="connsiteY30" fmla="*/ 307144 h 323153"/>
                  <a:gd name="connsiteX31" fmla="*/ 391934 w 407944"/>
                  <a:gd name="connsiteY31" fmla="*/ 307144 h 323153"/>
                  <a:gd name="connsiteX32" fmla="*/ 391934 w 407944"/>
                  <a:gd name="connsiteY32" fmla="*/ 167802 h 323153"/>
                  <a:gd name="connsiteX33" fmla="*/ 387784 w 407944"/>
                  <a:gd name="connsiteY33" fmla="*/ 163652 h 323153"/>
                  <a:gd name="connsiteX34" fmla="*/ 230654 w 407944"/>
                  <a:gd name="connsiteY34" fmla="*/ 163652 h 323153"/>
                  <a:gd name="connsiteX35" fmla="*/ 230654 w 407944"/>
                  <a:gd name="connsiteY35" fmla="*/ 147642 h 323153"/>
                  <a:gd name="connsiteX36" fmla="*/ 393713 w 407944"/>
                  <a:gd name="connsiteY36" fmla="*/ 147642 h 323153"/>
                  <a:gd name="connsiteX37" fmla="*/ 407944 w 407944"/>
                  <a:gd name="connsiteY37" fmla="*/ 161873 h 323153"/>
                  <a:gd name="connsiteX38" fmla="*/ 407944 w 407944"/>
                  <a:gd name="connsiteY38" fmla="*/ 323153 h 323153"/>
                  <a:gd name="connsiteX39" fmla="*/ 326711 w 407944"/>
                  <a:gd name="connsiteY39" fmla="*/ 323153 h 323153"/>
                  <a:gd name="connsiteX40" fmla="*/ 326711 w 407944"/>
                  <a:gd name="connsiteY40" fmla="*/ 212866 h 323153"/>
                  <a:gd name="connsiteX41" fmla="*/ 324339 w 407944"/>
                  <a:gd name="connsiteY41" fmla="*/ 210494 h 323153"/>
                  <a:gd name="connsiteX42" fmla="*/ 314852 w 407944"/>
                  <a:gd name="connsiteY42" fmla="*/ 210494 h 323153"/>
                  <a:gd name="connsiteX43" fmla="*/ 312480 w 407944"/>
                  <a:gd name="connsiteY43" fmla="*/ 212866 h 323153"/>
                  <a:gd name="connsiteX44" fmla="*/ 312480 w 407944"/>
                  <a:gd name="connsiteY44" fmla="*/ 323153 h 323153"/>
                  <a:gd name="connsiteX45" fmla="*/ 231247 w 407944"/>
                  <a:gd name="connsiteY45" fmla="*/ 323153 h 323153"/>
                  <a:gd name="connsiteX46" fmla="*/ 231247 w 407944"/>
                  <a:gd name="connsiteY46" fmla="*/ 212866 h 323153"/>
                  <a:gd name="connsiteX47" fmla="*/ 228875 w 407944"/>
                  <a:gd name="connsiteY47" fmla="*/ 210494 h 323153"/>
                  <a:gd name="connsiteX48" fmla="*/ 219388 w 407944"/>
                  <a:gd name="connsiteY48" fmla="*/ 210494 h 323153"/>
                  <a:gd name="connsiteX49" fmla="*/ 217016 w 407944"/>
                  <a:gd name="connsiteY49" fmla="*/ 212866 h 323153"/>
                  <a:gd name="connsiteX50" fmla="*/ 217016 w 407944"/>
                  <a:gd name="connsiteY50" fmla="*/ 323153 h 323153"/>
                  <a:gd name="connsiteX51" fmla="*/ 34984 w 407944"/>
                  <a:gd name="connsiteY51" fmla="*/ 323153 h 323153"/>
                  <a:gd name="connsiteX52" fmla="*/ 34984 w 407944"/>
                  <a:gd name="connsiteY52" fmla="*/ 307144 h 323153"/>
                  <a:gd name="connsiteX53" fmla="*/ 69967 w 407944"/>
                  <a:gd name="connsiteY53" fmla="*/ 307144 h 323153"/>
                  <a:gd name="connsiteX54" fmla="*/ 69967 w 407944"/>
                  <a:gd name="connsiteY54" fmla="*/ 167802 h 323153"/>
                  <a:gd name="connsiteX55" fmla="*/ 65816 w 407944"/>
                  <a:gd name="connsiteY55" fmla="*/ 163652 h 323153"/>
                  <a:gd name="connsiteX56" fmla="*/ 20753 w 407944"/>
                  <a:gd name="connsiteY56" fmla="*/ 163652 h 323153"/>
                  <a:gd name="connsiteX57" fmla="*/ 20753 w 407944"/>
                  <a:gd name="connsiteY57" fmla="*/ 323153 h 323153"/>
                  <a:gd name="connsiteX58" fmla="*/ 4744 w 407944"/>
                  <a:gd name="connsiteY58" fmla="*/ 323153 h 323153"/>
                  <a:gd name="connsiteX59" fmla="*/ 4744 w 407944"/>
                  <a:gd name="connsiteY59" fmla="*/ 147642 h 323153"/>
                  <a:gd name="connsiteX60" fmla="*/ 72339 w 407944"/>
                  <a:gd name="connsiteY60" fmla="*/ 147642 h 323153"/>
                  <a:gd name="connsiteX61" fmla="*/ 86569 w 407944"/>
                  <a:gd name="connsiteY61" fmla="*/ 161873 h 323153"/>
                  <a:gd name="connsiteX62" fmla="*/ 86569 w 407944"/>
                  <a:gd name="connsiteY62" fmla="*/ 307144 h 323153"/>
                  <a:gd name="connsiteX63" fmla="*/ 135784 w 407944"/>
                  <a:gd name="connsiteY63" fmla="*/ 307144 h 323153"/>
                  <a:gd name="connsiteX64" fmla="*/ 135784 w 407944"/>
                  <a:gd name="connsiteY64" fmla="*/ 161873 h 323153"/>
                  <a:gd name="connsiteX65" fmla="*/ 150014 w 407944"/>
                  <a:gd name="connsiteY65" fmla="*/ 147642 h 323153"/>
                  <a:gd name="connsiteX66" fmla="*/ 201007 w 407944"/>
                  <a:gd name="connsiteY66" fmla="*/ 147642 h 323153"/>
                  <a:gd name="connsiteX67" fmla="*/ 201007 w 407944"/>
                  <a:gd name="connsiteY67" fmla="*/ 125704 h 323153"/>
                  <a:gd name="connsiteX68" fmla="*/ 150014 w 407944"/>
                  <a:gd name="connsiteY68" fmla="*/ 125704 h 323153"/>
                  <a:gd name="connsiteX69" fmla="*/ 135784 w 407944"/>
                  <a:gd name="connsiteY69" fmla="*/ 111473 h 323153"/>
                  <a:gd name="connsiteX70" fmla="*/ 135784 w 407944"/>
                  <a:gd name="connsiteY70" fmla="*/ 62852 h 323153"/>
                  <a:gd name="connsiteX71" fmla="*/ 150014 w 407944"/>
                  <a:gd name="connsiteY71" fmla="*/ 48621 h 323153"/>
                  <a:gd name="connsiteX72" fmla="*/ 201007 w 407944"/>
                  <a:gd name="connsiteY72" fmla="*/ 48621 h 323153"/>
                  <a:gd name="connsiteX73" fmla="*/ 201007 w 407944"/>
                  <a:gd name="connsiteY73" fmla="*/ 16602 h 323153"/>
                  <a:gd name="connsiteX74" fmla="*/ 108508 w 407944"/>
                  <a:gd name="connsiteY74" fmla="*/ 16602 h 323153"/>
                  <a:gd name="connsiteX75" fmla="*/ 86569 w 407944"/>
                  <a:gd name="connsiteY75" fmla="*/ 38541 h 323153"/>
                  <a:gd name="connsiteX76" fmla="*/ 86569 w 407944"/>
                  <a:gd name="connsiteY76" fmla="*/ 69374 h 323153"/>
                  <a:gd name="connsiteX77" fmla="*/ 85384 w 407944"/>
                  <a:gd name="connsiteY77" fmla="*/ 68781 h 323153"/>
                  <a:gd name="connsiteX78" fmla="*/ 16009 w 407944"/>
                  <a:gd name="connsiteY78" fmla="*/ 86569 h 323153"/>
                  <a:gd name="connsiteX79" fmla="*/ 44471 w 407944"/>
                  <a:gd name="connsiteY79" fmla="*/ 58108 h 323153"/>
                  <a:gd name="connsiteX80" fmla="*/ 72932 w 407944"/>
                  <a:gd name="connsiteY80" fmla="*/ 86569 h 323153"/>
                  <a:gd name="connsiteX81" fmla="*/ 44471 w 407944"/>
                  <a:gd name="connsiteY81" fmla="*/ 115031 h 323153"/>
                  <a:gd name="connsiteX82" fmla="*/ 16009 w 407944"/>
                  <a:gd name="connsiteY82" fmla="*/ 86569 h 323153"/>
                  <a:gd name="connsiteX0" fmla="*/ 85384 w 407944"/>
                  <a:gd name="connsiteY0" fmla="*/ 68781 h 323153"/>
                  <a:gd name="connsiteX1" fmla="*/ 88941 w 407944"/>
                  <a:gd name="connsiteY1" fmla="*/ 86569 h 323153"/>
                  <a:gd name="connsiteX2" fmla="*/ 44471 w 407944"/>
                  <a:gd name="connsiteY2" fmla="*/ 131040 h 323153"/>
                  <a:gd name="connsiteX3" fmla="*/ 0 w 407944"/>
                  <a:gd name="connsiteY3" fmla="*/ 86569 h 323153"/>
                  <a:gd name="connsiteX4" fmla="*/ 44471 w 407944"/>
                  <a:gd name="connsiteY4" fmla="*/ 42099 h 323153"/>
                  <a:gd name="connsiteX5" fmla="*/ 68781 w 407944"/>
                  <a:gd name="connsiteY5" fmla="*/ 49807 h 323153"/>
                  <a:gd name="connsiteX6" fmla="*/ 68781 w 407944"/>
                  <a:gd name="connsiteY6" fmla="*/ 38541 h 323153"/>
                  <a:gd name="connsiteX7" fmla="*/ 107322 w 407944"/>
                  <a:gd name="connsiteY7" fmla="*/ 0 h 323153"/>
                  <a:gd name="connsiteX8" fmla="*/ 215831 w 407944"/>
                  <a:gd name="connsiteY8" fmla="*/ 0 h 323153"/>
                  <a:gd name="connsiteX9" fmla="*/ 215831 w 407944"/>
                  <a:gd name="connsiteY9" fmla="*/ 64631 h 323153"/>
                  <a:gd name="connsiteX10" fmla="*/ 152979 w 407944"/>
                  <a:gd name="connsiteY10" fmla="*/ 64631 h 323153"/>
                  <a:gd name="connsiteX11" fmla="*/ 150607 w 407944"/>
                  <a:gd name="connsiteY11" fmla="*/ 67002 h 323153"/>
                  <a:gd name="connsiteX12" fmla="*/ 150607 w 407944"/>
                  <a:gd name="connsiteY12" fmla="*/ 106729 h 323153"/>
                  <a:gd name="connsiteX13" fmla="*/ 152979 w 407944"/>
                  <a:gd name="connsiteY13" fmla="*/ 109101 h 323153"/>
                  <a:gd name="connsiteX14" fmla="*/ 215831 w 407944"/>
                  <a:gd name="connsiteY14" fmla="*/ 109101 h 323153"/>
                  <a:gd name="connsiteX15" fmla="*/ 215831 w 407944"/>
                  <a:gd name="connsiteY15" fmla="*/ 163652 h 323153"/>
                  <a:gd name="connsiteX16" fmla="*/ 154758 w 407944"/>
                  <a:gd name="connsiteY16" fmla="*/ 163652 h 323153"/>
                  <a:gd name="connsiteX17" fmla="*/ 150607 w 407944"/>
                  <a:gd name="connsiteY17" fmla="*/ 167802 h 323153"/>
                  <a:gd name="connsiteX18" fmla="*/ 150607 w 407944"/>
                  <a:gd name="connsiteY18" fmla="*/ 307144 h 323153"/>
                  <a:gd name="connsiteX19" fmla="*/ 199821 w 407944"/>
                  <a:gd name="connsiteY19" fmla="*/ 307144 h 323153"/>
                  <a:gd name="connsiteX20" fmla="*/ 199821 w 407944"/>
                  <a:gd name="connsiteY20" fmla="*/ 208122 h 323153"/>
                  <a:gd name="connsiteX21" fmla="*/ 214052 w 407944"/>
                  <a:gd name="connsiteY21" fmla="*/ 193892 h 323153"/>
                  <a:gd name="connsiteX22" fmla="*/ 232433 w 407944"/>
                  <a:gd name="connsiteY22" fmla="*/ 193892 h 323153"/>
                  <a:gd name="connsiteX23" fmla="*/ 246664 w 407944"/>
                  <a:gd name="connsiteY23" fmla="*/ 208122 h 323153"/>
                  <a:gd name="connsiteX24" fmla="*/ 246664 w 407944"/>
                  <a:gd name="connsiteY24" fmla="*/ 307144 h 323153"/>
                  <a:gd name="connsiteX25" fmla="*/ 295878 w 407944"/>
                  <a:gd name="connsiteY25" fmla="*/ 307144 h 323153"/>
                  <a:gd name="connsiteX26" fmla="*/ 295878 w 407944"/>
                  <a:gd name="connsiteY26" fmla="*/ 208122 h 323153"/>
                  <a:gd name="connsiteX27" fmla="*/ 310108 w 407944"/>
                  <a:gd name="connsiteY27" fmla="*/ 193892 h 323153"/>
                  <a:gd name="connsiteX28" fmla="*/ 328489 w 407944"/>
                  <a:gd name="connsiteY28" fmla="*/ 193892 h 323153"/>
                  <a:gd name="connsiteX29" fmla="*/ 342720 w 407944"/>
                  <a:gd name="connsiteY29" fmla="*/ 208122 h 323153"/>
                  <a:gd name="connsiteX30" fmla="*/ 342720 w 407944"/>
                  <a:gd name="connsiteY30" fmla="*/ 307144 h 323153"/>
                  <a:gd name="connsiteX31" fmla="*/ 391934 w 407944"/>
                  <a:gd name="connsiteY31" fmla="*/ 307144 h 323153"/>
                  <a:gd name="connsiteX32" fmla="*/ 391934 w 407944"/>
                  <a:gd name="connsiteY32" fmla="*/ 167802 h 323153"/>
                  <a:gd name="connsiteX33" fmla="*/ 387784 w 407944"/>
                  <a:gd name="connsiteY33" fmla="*/ 163652 h 323153"/>
                  <a:gd name="connsiteX34" fmla="*/ 230654 w 407944"/>
                  <a:gd name="connsiteY34" fmla="*/ 163652 h 323153"/>
                  <a:gd name="connsiteX35" fmla="*/ 230654 w 407944"/>
                  <a:gd name="connsiteY35" fmla="*/ 147642 h 323153"/>
                  <a:gd name="connsiteX36" fmla="*/ 393713 w 407944"/>
                  <a:gd name="connsiteY36" fmla="*/ 147642 h 323153"/>
                  <a:gd name="connsiteX37" fmla="*/ 407944 w 407944"/>
                  <a:gd name="connsiteY37" fmla="*/ 161873 h 323153"/>
                  <a:gd name="connsiteX38" fmla="*/ 407944 w 407944"/>
                  <a:gd name="connsiteY38" fmla="*/ 323153 h 323153"/>
                  <a:gd name="connsiteX39" fmla="*/ 326711 w 407944"/>
                  <a:gd name="connsiteY39" fmla="*/ 323153 h 323153"/>
                  <a:gd name="connsiteX40" fmla="*/ 326711 w 407944"/>
                  <a:gd name="connsiteY40" fmla="*/ 212866 h 323153"/>
                  <a:gd name="connsiteX41" fmla="*/ 324339 w 407944"/>
                  <a:gd name="connsiteY41" fmla="*/ 210494 h 323153"/>
                  <a:gd name="connsiteX42" fmla="*/ 314852 w 407944"/>
                  <a:gd name="connsiteY42" fmla="*/ 210494 h 323153"/>
                  <a:gd name="connsiteX43" fmla="*/ 312480 w 407944"/>
                  <a:gd name="connsiteY43" fmla="*/ 212866 h 323153"/>
                  <a:gd name="connsiteX44" fmla="*/ 312480 w 407944"/>
                  <a:gd name="connsiteY44" fmla="*/ 323153 h 323153"/>
                  <a:gd name="connsiteX45" fmla="*/ 231247 w 407944"/>
                  <a:gd name="connsiteY45" fmla="*/ 323153 h 323153"/>
                  <a:gd name="connsiteX46" fmla="*/ 231247 w 407944"/>
                  <a:gd name="connsiteY46" fmla="*/ 212866 h 323153"/>
                  <a:gd name="connsiteX47" fmla="*/ 228875 w 407944"/>
                  <a:gd name="connsiteY47" fmla="*/ 210494 h 323153"/>
                  <a:gd name="connsiteX48" fmla="*/ 219388 w 407944"/>
                  <a:gd name="connsiteY48" fmla="*/ 210494 h 323153"/>
                  <a:gd name="connsiteX49" fmla="*/ 217016 w 407944"/>
                  <a:gd name="connsiteY49" fmla="*/ 212866 h 323153"/>
                  <a:gd name="connsiteX50" fmla="*/ 217016 w 407944"/>
                  <a:gd name="connsiteY50" fmla="*/ 323153 h 323153"/>
                  <a:gd name="connsiteX51" fmla="*/ 34984 w 407944"/>
                  <a:gd name="connsiteY51" fmla="*/ 323153 h 323153"/>
                  <a:gd name="connsiteX52" fmla="*/ 34984 w 407944"/>
                  <a:gd name="connsiteY52" fmla="*/ 307144 h 323153"/>
                  <a:gd name="connsiteX53" fmla="*/ 69967 w 407944"/>
                  <a:gd name="connsiteY53" fmla="*/ 307144 h 323153"/>
                  <a:gd name="connsiteX54" fmla="*/ 69967 w 407944"/>
                  <a:gd name="connsiteY54" fmla="*/ 167802 h 323153"/>
                  <a:gd name="connsiteX55" fmla="*/ 65816 w 407944"/>
                  <a:gd name="connsiteY55" fmla="*/ 163652 h 323153"/>
                  <a:gd name="connsiteX56" fmla="*/ 20753 w 407944"/>
                  <a:gd name="connsiteY56" fmla="*/ 163652 h 323153"/>
                  <a:gd name="connsiteX57" fmla="*/ 20753 w 407944"/>
                  <a:gd name="connsiteY57" fmla="*/ 323153 h 323153"/>
                  <a:gd name="connsiteX58" fmla="*/ 4744 w 407944"/>
                  <a:gd name="connsiteY58" fmla="*/ 323153 h 323153"/>
                  <a:gd name="connsiteX59" fmla="*/ 4744 w 407944"/>
                  <a:gd name="connsiteY59" fmla="*/ 147642 h 323153"/>
                  <a:gd name="connsiteX60" fmla="*/ 72339 w 407944"/>
                  <a:gd name="connsiteY60" fmla="*/ 147642 h 323153"/>
                  <a:gd name="connsiteX61" fmla="*/ 86569 w 407944"/>
                  <a:gd name="connsiteY61" fmla="*/ 161873 h 323153"/>
                  <a:gd name="connsiteX62" fmla="*/ 86569 w 407944"/>
                  <a:gd name="connsiteY62" fmla="*/ 307144 h 323153"/>
                  <a:gd name="connsiteX63" fmla="*/ 135784 w 407944"/>
                  <a:gd name="connsiteY63" fmla="*/ 307144 h 323153"/>
                  <a:gd name="connsiteX64" fmla="*/ 135784 w 407944"/>
                  <a:gd name="connsiteY64" fmla="*/ 161873 h 323153"/>
                  <a:gd name="connsiteX65" fmla="*/ 150014 w 407944"/>
                  <a:gd name="connsiteY65" fmla="*/ 147642 h 323153"/>
                  <a:gd name="connsiteX66" fmla="*/ 201007 w 407944"/>
                  <a:gd name="connsiteY66" fmla="*/ 147642 h 323153"/>
                  <a:gd name="connsiteX67" fmla="*/ 201007 w 407944"/>
                  <a:gd name="connsiteY67" fmla="*/ 125704 h 323153"/>
                  <a:gd name="connsiteX68" fmla="*/ 150014 w 407944"/>
                  <a:gd name="connsiteY68" fmla="*/ 125704 h 323153"/>
                  <a:gd name="connsiteX69" fmla="*/ 135784 w 407944"/>
                  <a:gd name="connsiteY69" fmla="*/ 111473 h 323153"/>
                  <a:gd name="connsiteX70" fmla="*/ 135784 w 407944"/>
                  <a:gd name="connsiteY70" fmla="*/ 62852 h 323153"/>
                  <a:gd name="connsiteX71" fmla="*/ 150014 w 407944"/>
                  <a:gd name="connsiteY71" fmla="*/ 48621 h 323153"/>
                  <a:gd name="connsiteX72" fmla="*/ 201007 w 407944"/>
                  <a:gd name="connsiteY72" fmla="*/ 48621 h 323153"/>
                  <a:gd name="connsiteX73" fmla="*/ 201007 w 407944"/>
                  <a:gd name="connsiteY73" fmla="*/ 16602 h 323153"/>
                  <a:gd name="connsiteX74" fmla="*/ 108508 w 407944"/>
                  <a:gd name="connsiteY74" fmla="*/ 16602 h 323153"/>
                  <a:gd name="connsiteX75" fmla="*/ 86569 w 407944"/>
                  <a:gd name="connsiteY75" fmla="*/ 38541 h 323153"/>
                  <a:gd name="connsiteX76" fmla="*/ 86569 w 407944"/>
                  <a:gd name="connsiteY76" fmla="*/ 69374 h 323153"/>
                  <a:gd name="connsiteX77" fmla="*/ 85384 w 407944"/>
                  <a:gd name="connsiteY77" fmla="*/ 68781 h 323153"/>
                  <a:gd name="connsiteX78" fmla="*/ 16009 w 407944"/>
                  <a:gd name="connsiteY78" fmla="*/ 86569 h 323153"/>
                  <a:gd name="connsiteX79" fmla="*/ 44471 w 407944"/>
                  <a:gd name="connsiteY79" fmla="*/ 58108 h 323153"/>
                  <a:gd name="connsiteX80" fmla="*/ 72932 w 407944"/>
                  <a:gd name="connsiteY80" fmla="*/ 86569 h 323153"/>
                  <a:gd name="connsiteX81" fmla="*/ 44471 w 407944"/>
                  <a:gd name="connsiteY81" fmla="*/ 115031 h 323153"/>
                  <a:gd name="connsiteX82" fmla="*/ 16009 w 407944"/>
                  <a:gd name="connsiteY82" fmla="*/ 86569 h 323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</a:cxnLst>
                <a:rect l="l" t="t" r="r" b="b"/>
                <a:pathLst>
                  <a:path w="407944" h="323153">
                    <a:moveTo>
                      <a:pt x="85384" y="68781"/>
                    </a:moveTo>
                    <a:cubicBezTo>
                      <a:pt x="87755" y="74118"/>
                      <a:pt x="88941" y="80047"/>
                      <a:pt x="88941" y="86569"/>
                    </a:cubicBezTo>
                    <a:cubicBezTo>
                      <a:pt x="88941" y="110880"/>
                      <a:pt x="68781" y="131040"/>
                      <a:pt x="44471" y="131040"/>
                    </a:cubicBezTo>
                    <a:cubicBezTo>
                      <a:pt x="20160" y="131040"/>
                      <a:pt x="0" y="110880"/>
                      <a:pt x="0" y="86569"/>
                    </a:cubicBezTo>
                    <a:cubicBezTo>
                      <a:pt x="0" y="62259"/>
                      <a:pt x="20160" y="42099"/>
                      <a:pt x="44471" y="42099"/>
                    </a:cubicBezTo>
                    <a:cubicBezTo>
                      <a:pt x="68781" y="42099"/>
                      <a:pt x="36342" y="60960"/>
                      <a:pt x="68781" y="49807"/>
                    </a:cubicBezTo>
                    <a:lnTo>
                      <a:pt x="68781" y="38541"/>
                    </a:lnTo>
                    <a:cubicBezTo>
                      <a:pt x="68781" y="17195"/>
                      <a:pt x="85976" y="0"/>
                      <a:pt x="107322" y="0"/>
                    </a:cubicBezTo>
                    <a:lnTo>
                      <a:pt x="215831" y="0"/>
                    </a:lnTo>
                    <a:lnTo>
                      <a:pt x="215831" y="64631"/>
                    </a:lnTo>
                    <a:lnTo>
                      <a:pt x="152979" y="64631"/>
                    </a:lnTo>
                    <a:cubicBezTo>
                      <a:pt x="151793" y="64631"/>
                      <a:pt x="150607" y="65816"/>
                      <a:pt x="150607" y="67002"/>
                    </a:cubicBezTo>
                    <a:lnTo>
                      <a:pt x="150607" y="106729"/>
                    </a:lnTo>
                    <a:cubicBezTo>
                      <a:pt x="150607" y="107915"/>
                      <a:pt x="151793" y="109101"/>
                      <a:pt x="152979" y="109101"/>
                    </a:cubicBezTo>
                    <a:lnTo>
                      <a:pt x="215831" y="109101"/>
                    </a:lnTo>
                    <a:lnTo>
                      <a:pt x="215831" y="163652"/>
                    </a:lnTo>
                    <a:lnTo>
                      <a:pt x="154758" y="163652"/>
                    </a:lnTo>
                    <a:cubicBezTo>
                      <a:pt x="152386" y="163652"/>
                      <a:pt x="150607" y="165431"/>
                      <a:pt x="150607" y="167802"/>
                    </a:cubicBezTo>
                    <a:lnTo>
                      <a:pt x="150607" y="307144"/>
                    </a:lnTo>
                    <a:lnTo>
                      <a:pt x="199821" y="307144"/>
                    </a:lnTo>
                    <a:lnTo>
                      <a:pt x="199821" y="208122"/>
                    </a:lnTo>
                    <a:cubicBezTo>
                      <a:pt x="199821" y="200414"/>
                      <a:pt x="206344" y="193892"/>
                      <a:pt x="214052" y="193892"/>
                    </a:cubicBezTo>
                    <a:lnTo>
                      <a:pt x="232433" y="193892"/>
                    </a:lnTo>
                    <a:cubicBezTo>
                      <a:pt x="240141" y="193892"/>
                      <a:pt x="246664" y="200414"/>
                      <a:pt x="246664" y="208122"/>
                    </a:cubicBezTo>
                    <a:lnTo>
                      <a:pt x="246664" y="307144"/>
                    </a:lnTo>
                    <a:lnTo>
                      <a:pt x="295878" y="307144"/>
                    </a:lnTo>
                    <a:lnTo>
                      <a:pt x="295878" y="208122"/>
                    </a:lnTo>
                    <a:cubicBezTo>
                      <a:pt x="295878" y="200414"/>
                      <a:pt x="302400" y="193892"/>
                      <a:pt x="310108" y="193892"/>
                    </a:cubicBezTo>
                    <a:lnTo>
                      <a:pt x="328489" y="193892"/>
                    </a:lnTo>
                    <a:cubicBezTo>
                      <a:pt x="336198" y="193892"/>
                      <a:pt x="342720" y="200414"/>
                      <a:pt x="342720" y="208122"/>
                    </a:cubicBezTo>
                    <a:lnTo>
                      <a:pt x="342720" y="307144"/>
                    </a:lnTo>
                    <a:lnTo>
                      <a:pt x="391934" y="307144"/>
                    </a:lnTo>
                    <a:lnTo>
                      <a:pt x="391934" y="167802"/>
                    </a:lnTo>
                    <a:cubicBezTo>
                      <a:pt x="391934" y="165431"/>
                      <a:pt x="390155" y="163652"/>
                      <a:pt x="387784" y="163652"/>
                    </a:cubicBezTo>
                    <a:lnTo>
                      <a:pt x="230654" y="163652"/>
                    </a:lnTo>
                    <a:lnTo>
                      <a:pt x="230654" y="147642"/>
                    </a:lnTo>
                    <a:lnTo>
                      <a:pt x="393713" y="147642"/>
                    </a:lnTo>
                    <a:cubicBezTo>
                      <a:pt x="401421" y="147642"/>
                      <a:pt x="407944" y="154165"/>
                      <a:pt x="407944" y="161873"/>
                    </a:cubicBezTo>
                    <a:lnTo>
                      <a:pt x="407944" y="323153"/>
                    </a:lnTo>
                    <a:lnTo>
                      <a:pt x="326711" y="323153"/>
                    </a:lnTo>
                    <a:lnTo>
                      <a:pt x="326711" y="212866"/>
                    </a:lnTo>
                    <a:cubicBezTo>
                      <a:pt x="326711" y="211680"/>
                      <a:pt x="325525" y="210494"/>
                      <a:pt x="324339" y="210494"/>
                    </a:cubicBezTo>
                    <a:lnTo>
                      <a:pt x="314852" y="210494"/>
                    </a:lnTo>
                    <a:cubicBezTo>
                      <a:pt x="313666" y="210494"/>
                      <a:pt x="312480" y="211680"/>
                      <a:pt x="312480" y="212866"/>
                    </a:cubicBezTo>
                    <a:lnTo>
                      <a:pt x="312480" y="323153"/>
                    </a:lnTo>
                    <a:lnTo>
                      <a:pt x="231247" y="323153"/>
                    </a:lnTo>
                    <a:lnTo>
                      <a:pt x="231247" y="212866"/>
                    </a:lnTo>
                    <a:cubicBezTo>
                      <a:pt x="231247" y="211680"/>
                      <a:pt x="230061" y="210494"/>
                      <a:pt x="228875" y="210494"/>
                    </a:cubicBezTo>
                    <a:lnTo>
                      <a:pt x="219388" y="210494"/>
                    </a:lnTo>
                    <a:cubicBezTo>
                      <a:pt x="218202" y="210494"/>
                      <a:pt x="217016" y="211680"/>
                      <a:pt x="217016" y="212866"/>
                    </a:cubicBezTo>
                    <a:lnTo>
                      <a:pt x="217016" y="323153"/>
                    </a:lnTo>
                    <a:lnTo>
                      <a:pt x="34984" y="323153"/>
                    </a:lnTo>
                    <a:lnTo>
                      <a:pt x="34984" y="307144"/>
                    </a:lnTo>
                    <a:lnTo>
                      <a:pt x="69967" y="307144"/>
                    </a:lnTo>
                    <a:lnTo>
                      <a:pt x="69967" y="167802"/>
                    </a:lnTo>
                    <a:cubicBezTo>
                      <a:pt x="69967" y="165431"/>
                      <a:pt x="68188" y="163652"/>
                      <a:pt x="65816" y="163652"/>
                    </a:cubicBezTo>
                    <a:lnTo>
                      <a:pt x="20753" y="163652"/>
                    </a:lnTo>
                    <a:lnTo>
                      <a:pt x="20753" y="323153"/>
                    </a:lnTo>
                    <a:lnTo>
                      <a:pt x="4744" y="323153"/>
                    </a:lnTo>
                    <a:lnTo>
                      <a:pt x="4744" y="147642"/>
                    </a:lnTo>
                    <a:lnTo>
                      <a:pt x="72339" y="147642"/>
                    </a:lnTo>
                    <a:cubicBezTo>
                      <a:pt x="80047" y="147642"/>
                      <a:pt x="86569" y="154165"/>
                      <a:pt x="86569" y="161873"/>
                    </a:cubicBezTo>
                    <a:lnTo>
                      <a:pt x="86569" y="307144"/>
                    </a:lnTo>
                    <a:lnTo>
                      <a:pt x="135784" y="307144"/>
                    </a:lnTo>
                    <a:lnTo>
                      <a:pt x="135784" y="161873"/>
                    </a:lnTo>
                    <a:cubicBezTo>
                      <a:pt x="135784" y="154165"/>
                      <a:pt x="142306" y="147642"/>
                      <a:pt x="150014" y="147642"/>
                    </a:cubicBezTo>
                    <a:lnTo>
                      <a:pt x="201007" y="147642"/>
                    </a:lnTo>
                    <a:lnTo>
                      <a:pt x="201007" y="125704"/>
                    </a:lnTo>
                    <a:lnTo>
                      <a:pt x="150014" y="125704"/>
                    </a:lnTo>
                    <a:cubicBezTo>
                      <a:pt x="142306" y="125704"/>
                      <a:pt x="135784" y="119181"/>
                      <a:pt x="135784" y="111473"/>
                    </a:cubicBezTo>
                    <a:lnTo>
                      <a:pt x="135784" y="62852"/>
                    </a:lnTo>
                    <a:cubicBezTo>
                      <a:pt x="135784" y="55144"/>
                      <a:pt x="142306" y="48621"/>
                      <a:pt x="150014" y="48621"/>
                    </a:cubicBezTo>
                    <a:lnTo>
                      <a:pt x="201007" y="48621"/>
                    </a:lnTo>
                    <a:lnTo>
                      <a:pt x="201007" y="16602"/>
                    </a:lnTo>
                    <a:lnTo>
                      <a:pt x="108508" y="16602"/>
                    </a:lnTo>
                    <a:cubicBezTo>
                      <a:pt x="96056" y="16602"/>
                      <a:pt x="86569" y="26682"/>
                      <a:pt x="86569" y="38541"/>
                    </a:cubicBezTo>
                    <a:lnTo>
                      <a:pt x="86569" y="69374"/>
                    </a:lnTo>
                    <a:lnTo>
                      <a:pt x="85384" y="68781"/>
                    </a:lnTo>
                    <a:close/>
                    <a:moveTo>
                      <a:pt x="16009" y="86569"/>
                    </a:moveTo>
                    <a:cubicBezTo>
                      <a:pt x="16009" y="71153"/>
                      <a:pt x="28461" y="58108"/>
                      <a:pt x="44471" y="58108"/>
                    </a:cubicBezTo>
                    <a:cubicBezTo>
                      <a:pt x="60480" y="58108"/>
                      <a:pt x="72932" y="70560"/>
                      <a:pt x="72932" y="86569"/>
                    </a:cubicBezTo>
                    <a:cubicBezTo>
                      <a:pt x="72932" y="102579"/>
                      <a:pt x="60480" y="115031"/>
                      <a:pt x="44471" y="115031"/>
                    </a:cubicBezTo>
                    <a:cubicBezTo>
                      <a:pt x="28461" y="115031"/>
                      <a:pt x="16009" y="102579"/>
                      <a:pt x="16009" y="86569"/>
                    </a:cubicBezTo>
                    <a:close/>
                  </a:path>
                </a:pathLst>
              </a:custGeom>
              <a:solidFill>
                <a:schemeClr val="bg1"/>
              </a:solidFill>
              <a:ln w="58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C1FC8AC2-AE34-2A49-16F6-68483CB8918A}"/>
                  </a:ext>
                </a:extLst>
              </p:cNvPr>
              <p:cNvSpPr/>
              <p:nvPr/>
            </p:nvSpPr>
            <p:spPr bwMode="gray">
              <a:xfrm rot="21132644">
                <a:off x="6960598" y="3487392"/>
                <a:ext cx="898018" cy="898018"/>
              </a:xfrm>
              <a:custGeom>
                <a:avLst/>
                <a:gdLst>
                  <a:gd name="connsiteX0" fmla="*/ 16009 w 88941"/>
                  <a:gd name="connsiteY0" fmla="*/ 44471 h 88941"/>
                  <a:gd name="connsiteX1" fmla="*/ 44471 w 88941"/>
                  <a:gd name="connsiteY1" fmla="*/ 16009 h 88941"/>
                  <a:gd name="connsiteX2" fmla="*/ 72932 w 88941"/>
                  <a:gd name="connsiteY2" fmla="*/ 44471 h 88941"/>
                  <a:gd name="connsiteX3" fmla="*/ 44471 w 88941"/>
                  <a:gd name="connsiteY3" fmla="*/ 72932 h 88941"/>
                  <a:gd name="connsiteX4" fmla="*/ 16009 w 88941"/>
                  <a:gd name="connsiteY4" fmla="*/ 44471 h 88941"/>
                  <a:gd name="connsiteX5" fmla="*/ 0 w 88941"/>
                  <a:gd name="connsiteY5" fmla="*/ 44471 h 88941"/>
                  <a:gd name="connsiteX6" fmla="*/ 44471 w 88941"/>
                  <a:gd name="connsiteY6" fmla="*/ 0 h 88941"/>
                  <a:gd name="connsiteX7" fmla="*/ 88941 w 88941"/>
                  <a:gd name="connsiteY7" fmla="*/ 44471 h 88941"/>
                  <a:gd name="connsiteX8" fmla="*/ 44471 w 88941"/>
                  <a:gd name="connsiteY8" fmla="*/ 88941 h 88941"/>
                  <a:gd name="connsiteX9" fmla="*/ 0 w 88941"/>
                  <a:gd name="connsiteY9" fmla="*/ 44471 h 88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8941" h="88941">
                    <a:moveTo>
                      <a:pt x="16009" y="44471"/>
                    </a:moveTo>
                    <a:cubicBezTo>
                      <a:pt x="16009" y="29054"/>
                      <a:pt x="28461" y="16009"/>
                      <a:pt x="44471" y="16009"/>
                    </a:cubicBezTo>
                    <a:cubicBezTo>
                      <a:pt x="60480" y="16009"/>
                      <a:pt x="72932" y="28461"/>
                      <a:pt x="72932" y="44471"/>
                    </a:cubicBezTo>
                    <a:cubicBezTo>
                      <a:pt x="72932" y="60480"/>
                      <a:pt x="60480" y="72932"/>
                      <a:pt x="44471" y="72932"/>
                    </a:cubicBezTo>
                    <a:cubicBezTo>
                      <a:pt x="28461" y="72932"/>
                      <a:pt x="16009" y="60480"/>
                      <a:pt x="16009" y="44471"/>
                    </a:cubicBezTo>
                    <a:close/>
                    <a:moveTo>
                      <a:pt x="0" y="44471"/>
                    </a:moveTo>
                    <a:cubicBezTo>
                      <a:pt x="0" y="20160"/>
                      <a:pt x="20160" y="0"/>
                      <a:pt x="44471" y="0"/>
                    </a:cubicBezTo>
                    <a:cubicBezTo>
                      <a:pt x="68781" y="0"/>
                      <a:pt x="88941" y="20160"/>
                      <a:pt x="88941" y="44471"/>
                    </a:cubicBezTo>
                    <a:cubicBezTo>
                      <a:pt x="88941" y="68781"/>
                      <a:pt x="68781" y="88941"/>
                      <a:pt x="44471" y="88941"/>
                    </a:cubicBezTo>
                    <a:cubicBezTo>
                      <a:pt x="20160" y="88941"/>
                      <a:pt x="0" y="68781"/>
                      <a:pt x="0" y="44471"/>
                    </a:cubicBezTo>
                    <a:close/>
                  </a:path>
                </a:pathLst>
              </a:custGeom>
              <a:solidFill>
                <a:schemeClr val="tx1"/>
              </a:solidFill>
              <a:ln w="17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626424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570FB4C-14D3-D471-76FD-B83B18415E1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0"/>
            </p:custDataLst>
            <p:extLst>
              <p:ext uri="{D42A27DB-BD31-4B8C-83A1-F6EECF244321}">
                <p14:modId xmlns:p14="http://schemas.microsoft.com/office/powerpoint/2010/main" val="40484549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1" imgW="473" imgH="473" progId="TCLayout.ActiveDocument.1">
                  <p:embed/>
                </p:oleObj>
              </mc:Choice>
              <mc:Fallback>
                <p:oleObj name="think-cell Folie" r:id="rId31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D7D270-4A74-8FD0-3727-36351EE9E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63" y="650060"/>
            <a:ext cx="11447462" cy="553998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023B7-7FA3-4C51-F71D-B66D0E553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3063" y="1635126"/>
            <a:ext cx="11447462" cy="457358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3F049-BC03-8E77-73DB-ECD8DE4B71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4922" y="6482964"/>
            <a:ext cx="105886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B3F0D-8E3C-AF84-65AC-B33EC880DE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52318" y="6482964"/>
            <a:ext cx="3527607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Please add 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0BEDD-665C-0E3B-84AE-32D620530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3675" y="6344464"/>
            <a:ext cx="196850" cy="2769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FC0DE47-E009-49FD-9AD1-65414DD64D1A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2D6DB15-3A3C-A01A-E51C-D63AC65773C7}"/>
              </a:ext>
            </a:extLst>
          </p:cNvPr>
          <p:cNvGrpSpPr/>
          <p:nvPr userDrawn="1"/>
        </p:nvGrpSpPr>
        <p:grpSpPr bwMode="gray">
          <a:xfrm>
            <a:off x="373138" y="6253686"/>
            <a:ext cx="504000" cy="504000"/>
            <a:chOff x="374726" y="6255274"/>
            <a:chExt cx="504000" cy="504000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D3A6E2-D0AC-A01F-DA6A-914E1B3CDF3E}"/>
                </a:ext>
              </a:extLst>
            </p:cNvPr>
            <p:cNvSpPr/>
            <p:nvPr/>
          </p:nvSpPr>
          <p:spPr bwMode="gray">
            <a:xfrm>
              <a:off x="374726" y="6255274"/>
              <a:ext cx="504000" cy="504000"/>
            </a:xfrm>
            <a:custGeom>
              <a:avLst/>
              <a:gdLst>
                <a:gd name="connsiteX0" fmla="*/ 252000 w 504000"/>
                <a:gd name="connsiteY0" fmla="*/ 0 h 504000"/>
                <a:gd name="connsiteX1" fmla="*/ 504000 w 504000"/>
                <a:gd name="connsiteY1" fmla="*/ 252000 h 504000"/>
                <a:gd name="connsiteX2" fmla="*/ 252000 w 504000"/>
                <a:gd name="connsiteY2" fmla="*/ 504000 h 504000"/>
                <a:gd name="connsiteX3" fmla="*/ 0 w 504000"/>
                <a:gd name="connsiteY3" fmla="*/ 252000 h 504000"/>
                <a:gd name="connsiteX4" fmla="*/ 252000 w 504000"/>
                <a:gd name="connsiteY4" fmla="*/ 0 h 50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000" h="504000">
                  <a:moveTo>
                    <a:pt x="252000" y="0"/>
                  </a:moveTo>
                  <a:cubicBezTo>
                    <a:pt x="391341" y="0"/>
                    <a:pt x="504000" y="112659"/>
                    <a:pt x="504000" y="252000"/>
                  </a:cubicBezTo>
                  <a:cubicBezTo>
                    <a:pt x="504000" y="391341"/>
                    <a:pt x="391341" y="504000"/>
                    <a:pt x="252000" y="504000"/>
                  </a:cubicBezTo>
                  <a:cubicBezTo>
                    <a:pt x="112659" y="504000"/>
                    <a:pt x="0" y="391341"/>
                    <a:pt x="0" y="252000"/>
                  </a:cubicBezTo>
                  <a:cubicBezTo>
                    <a:pt x="0" y="112659"/>
                    <a:pt x="112659" y="0"/>
                    <a:pt x="252000" y="0"/>
                  </a:cubicBezTo>
                  <a:close/>
                </a:path>
              </a:pathLst>
            </a:custGeom>
            <a:solidFill>
              <a:schemeClr val="tx2"/>
            </a:solidFill>
            <a:ln w="1748" cap="flat">
              <a:solidFill>
                <a:srgbClr val="FF6E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FEB18C8-5D15-EE0D-3549-8A98320EC764}"/>
                </a:ext>
              </a:extLst>
            </p:cNvPr>
            <p:cNvSpPr/>
            <p:nvPr/>
          </p:nvSpPr>
          <p:spPr bwMode="gray">
            <a:xfrm>
              <a:off x="421568" y="6315754"/>
              <a:ext cx="407943" cy="323152"/>
            </a:xfrm>
            <a:custGeom>
              <a:avLst/>
              <a:gdLst>
                <a:gd name="connsiteX0" fmla="*/ 85384 w 407943"/>
                <a:gd name="connsiteY0" fmla="*/ 68781 h 323152"/>
                <a:gd name="connsiteX1" fmla="*/ 88941 w 407943"/>
                <a:gd name="connsiteY1" fmla="*/ 86569 h 323152"/>
                <a:gd name="connsiteX2" fmla="*/ 44471 w 407943"/>
                <a:gd name="connsiteY2" fmla="*/ 131040 h 323152"/>
                <a:gd name="connsiteX3" fmla="*/ 0 w 407943"/>
                <a:gd name="connsiteY3" fmla="*/ 86569 h 323152"/>
                <a:gd name="connsiteX4" fmla="*/ 44471 w 407943"/>
                <a:gd name="connsiteY4" fmla="*/ 42099 h 323152"/>
                <a:gd name="connsiteX5" fmla="*/ 68781 w 407943"/>
                <a:gd name="connsiteY5" fmla="*/ 49807 h 323152"/>
                <a:gd name="connsiteX6" fmla="*/ 68781 w 407943"/>
                <a:gd name="connsiteY6" fmla="*/ 38541 h 323152"/>
                <a:gd name="connsiteX7" fmla="*/ 107322 w 407943"/>
                <a:gd name="connsiteY7" fmla="*/ 0 h 323152"/>
                <a:gd name="connsiteX8" fmla="*/ 215831 w 407943"/>
                <a:gd name="connsiteY8" fmla="*/ 0 h 323152"/>
                <a:gd name="connsiteX9" fmla="*/ 215831 w 407943"/>
                <a:gd name="connsiteY9" fmla="*/ 64631 h 323152"/>
                <a:gd name="connsiteX10" fmla="*/ 152979 w 407943"/>
                <a:gd name="connsiteY10" fmla="*/ 64631 h 323152"/>
                <a:gd name="connsiteX11" fmla="*/ 150607 w 407943"/>
                <a:gd name="connsiteY11" fmla="*/ 67002 h 323152"/>
                <a:gd name="connsiteX12" fmla="*/ 150607 w 407943"/>
                <a:gd name="connsiteY12" fmla="*/ 106729 h 323152"/>
                <a:gd name="connsiteX13" fmla="*/ 152979 w 407943"/>
                <a:gd name="connsiteY13" fmla="*/ 109101 h 323152"/>
                <a:gd name="connsiteX14" fmla="*/ 215831 w 407943"/>
                <a:gd name="connsiteY14" fmla="*/ 109101 h 323152"/>
                <a:gd name="connsiteX15" fmla="*/ 215831 w 407943"/>
                <a:gd name="connsiteY15" fmla="*/ 163652 h 323152"/>
                <a:gd name="connsiteX16" fmla="*/ 154758 w 407943"/>
                <a:gd name="connsiteY16" fmla="*/ 163652 h 323152"/>
                <a:gd name="connsiteX17" fmla="*/ 150607 w 407943"/>
                <a:gd name="connsiteY17" fmla="*/ 167802 h 323152"/>
                <a:gd name="connsiteX18" fmla="*/ 150607 w 407943"/>
                <a:gd name="connsiteY18" fmla="*/ 307144 h 323152"/>
                <a:gd name="connsiteX19" fmla="*/ 199821 w 407943"/>
                <a:gd name="connsiteY19" fmla="*/ 307144 h 323152"/>
                <a:gd name="connsiteX20" fmla="*/ 199821 w 407943"/>
                <a:gd name="connsiteY20" fmla="*/ 208122 h 323152"/>
                <a:gd name="connsiteX21" fmla="*/ 214052 w 407943"/>
                <a:gd name="connsiteY21" fmla="*/ 193892 h 323152"/>
                <a:gd name="connsiteX22" fmla="*/ 232433 w 407943"/>
                <a:gd name="connsiteY22" fmla="*/ 193892 h 323152"/>
                <a:gd name="connsiteX23" fmla="*/ 246664 w 407943"/>
                <a:gd name="connsiteY23" fmla="*/ 208122 h 323152"/>
                <a:gd name="connsiteX24" fmla="*/ 246664 w 407943"/>
                <a:gd name="connsiteY24" fmla="*/ 307144 h 323152"/>
                <a:gd name="connsiteX25" fmla="*/ 295878 w 407943"/>
                <a:gd name="connsiteY25" fmla="*/ 307144 h 323152"/>
                <a:gd name="connsiteX26" fmla="*/ 295878 w 407943"/>
                <a:gd name="connsiteY26" fmla="*/ 208122 h 323152"/>
                <a:gd name="connsiteX27" fmla="*/ 310108 w 407943"/>
                <a:gd name="connsiteY27" fmla="*/ 193892 h 323152"/>
                <a:gd name="connsiteX28" fmla="*/ 328489 w 407943"/>
                <a:gd name="connsiteY28" fmla="*/ 193892 h 323152"/>
                <a:gd name="connsiteX29" fmla="*/ 342720 w 407943"/>
                <a:gd name="connsiteY29" fmla="*/ 208122 h 323152"/>
                <a:gd name="connsiteX30" fmla="*/ 342720 w 407943"/>
                <a:gd name="connsiteY30" fmla="*/ 307144 h 323152"/>
                <a:gd name="connsiteX31" fmla="*/ 391934 w 407943"/>
                <a:gd name="connsiteY31" fmla="*/ 307144 h 323152"/>
                <a:gd name="connsiteX32" fmla="*/ 391934 w 407943"/>
                <a:gd name="connsiteY32" fmla="*/ 167802 h 323152"/>
                <a:gd name="connsiteX33" fmla="*/ 387784 w 407943"/>
                <a:gd name="connsiteY33" fmla="*/ 163652 h 323152"/>
                <a:gd name="connsiteX34" fmla="*/ 230654 w 407943"/>
                <a:gd name="connsiteY34" fmla="*/ 163652 h 323152"/>
                <a:gd name="connsiteX35" fmla="*/ 230654 w 407943"/>
                <a:gd name="connsiteY35" fmla="*/ 147642 h 323152"/>
                <a:gd name="connsiteX36" fmla="*/ 393713 w 407943"/>
                <a:gd name="connsiteY36" fmla="*/ 147642 h 323152"/>
                <a:gd name="connsiteX37" fmla="*/ 407944 w 407943"/>
                <a:gd name="connsiteY37" fmla="*/ 161873 h 323152"/>
                <a:gd name="connsiteX38" fmla="*/ 407944 w 407943"/>
                <a:gd name="connsiteY38" fmla="*/ 323153 h 323152"/>
                <a:gd name="connsiteX39" fmla="*/ 326711 w 407943"/>
                <a:gd name="connsiteY39" fmla="*/ 323153 h 323152"/>
                <a:gd name="connsiteX40" fmla="*/ 326711 w 407943"/>
                <a:gd name="connsiteY40" fmla="*/ 212866 h 323152"/>
                <a:gd name="connsiteX41" fmla="*/ 324339 w 407943"/>
                <a:gd name="connsiteY41" fmla="*/ 210494 h 323152"/>
                <a:gd name="connsiteX42" fmla="*/ 314852 w 407943"/>
                <a:gd name="connsiteY42" fmla="*/ 210494 h 323152"/>
                <a:gd name="connsiteX43" fmla="*/ 312480 w 407943"/>
                <a:gd name="connsiteY43" fmla="*/ 212866 h 323152"/>
                <a:gd name="connsiteX44" fmla="*/ 312480 w 407943"/>
                <a:gd name="connsiteY44" fmla="*/ 323153 h 323152"/>
                <a:gd name="connsiteX45" fmla="*/ 231247 w 407943"/>
                <a:gd name="connsiteY45" fmla="*/ 323153 h 323152"/>
                <a:gd name="connsiteX46" fmla="*/ 231247 w 407943"/>
                <a:gd name="connsiteY46" fmla="*/ 212866 h 323152"/>
                <a:gd name="connsiteX47" fmla="*/ 228875 w 407943"/>
                <a:gd name="connsiteY47" fmla="*/ 210494 h 323152"/>
                <a:gd name="connsiteX48" fmla="*/ 219388 w 407943"/>
                <a:gd name="connsiteY48" fmla="*/ 210494 h 323152"/>
                <a:gd name="connsiteX49" fmla="*/ 217016 w 407943"/>
                <a:gd name="connsiteY49" fmla="*/ 212866 h 323152"/>
                <a:gd name="connsiteX50" fmla="*/ 217016 w 407943"/>
                <a:gd name="connsiteY50" fmla="*/ 323153 h 323152"/>
                <a:gd name="connsiteX51" fmla="*/ 34984 w 407943"/>
                <a:gd name="connsiteY51" fmla="*/ 323153 h 323152"/>
                <a:gd name="connsiteX52" fmla="*/ 34984 w 407943"/>
                <a:gd name="connsiteY52" fmla="*/ 307144 h 323152"/>
                <a:gd name="connsiteX53" fmla="*/ 69967 w 407943"/>
                <a:gd name="connsiteY53" fmla="*/ 307144 h 323152"/>
                <a:gd name="connsiteX54" fmla="*/ 69967 w 407943"/>
                <a:gd name="connsiteY54" fmla="*/ 167802 h 323152"/>
                <a:gd name="connsiteX55" fmla="*/ 65816 w 407943"/>
                <a:gd name="connsiteY55" fmla="*/ 163652 h 323152"/>
                <a:gd name="connsiteX56" fmla="*/ 20753 w 407943"/>
                <a:gd name="connsiteY56" fmla="*/ 163652 h 323152"/>
                <a:gd name="connsiteX57" fmla="*/ 20753 w 407943"/>
                <a:gd name="connsiteY57" fmla="*/ 323153 h 323152"/>
                <a:gd name="connsiteX58" fmla="*/ 4744 w 407943"/>
                <a:gd name="connsiteY58" fmla="*/ 323153 h 323152"/>
                <a:gd name="connsiteX59" fmla="*/ 4744 w 407943"/>
                <a:gd name="connsiteY59" fmla="*/ 147642 h 323152"/>
                <a:gd name="connsiteX60" fmla="*/ 72339 w 407943"/>
                <a:gd name="connsiteY60" fmla="*/ 147642 h 323152"/>
                <a:gd name="connsiteX61" fmla="*/ 86569 w 407943"/>
                <a:gd name="connsiteY61" fmla="*/ 161873 h 323152"/>
                <a:gd name="connsiteX62" fmla="*/ 86569 w 407943"/>
                <a:gd name="connsiteY62" fmla="*/ 307144 h 323152"/>
                <a:gd name="connsiteX63" fmla="*/ 135784 w 407943"/>
                <a:gd name="connsiteY63" fmla="*/ 307144 h 323152"/>
                <a:gd name="connsiteX64" fmla="*/ 135784 w 407943"/>
                <a:gd name="connsiteY64" fmla="*/ 161873 h 323152"/>
                <a:gd name="connsiteX65" fmla="*/ 150014 w 407943"/>
                <a:gd name="connsiteY65" fmla="*/ 147642 h 323152"/>
                <a:gd name="connsiteX66" fmla="*/ 201007 w 407943"/>
                <a:gd name="connsiteY66" fmla="*/ 147642 h 323152"/>
                <a:gd name="connsiteX67" fmla="*/ 201007 w 407943"/>
                <a:gd name="connsiteY67" fmla="*/ 125704 h 323152"/>
                <a:gd name="connsiteX68" fmla="*/ 150014 w 407943"/>
                <a:gd name="connsiteY68" fmla="*/ 125704 h 323152"/>
                <a:gd name="connsiteX69" fmla="*/ 135784 w 407943"/>
                <a:gd name="connsiteY69" fmla="*/ 111473 h 323152"/>
                <a:gd name="connsiteX70" fmla="*/ 135784 w 407943"/>
                <a:gd name="connsiteY70" fmla="*/ 62852 h 323152"/>
                <a:gd name="connsiteX71" fmla="*/ 150014 w 407943"/>
                <a:gd name="connsiteY71" fmla="*/ 48621 h 323152"/>
                <a:gd name="connsiteX72" fmla="*/ 201007 w 407943"/>
                <a:gd name="connsiteY72" fmla="*/ 48621 h 323152"/>
                <a:gd name="connsiteX73" fmla="*/ 201007 w 407943"/>
                <a:gd name="connsiteY73" fmla="*/ 16602 h 323152"/>
                <a:gd name="connsiteX74" fmla="*/ 108508 w 407943"/>
                <a:gd name="connsiteY74" fmla="*/ 16602 h 323152"/>
                <a:gd name="connsiteX75" fmla="*/ 86569 w 407943"/>
                <a:gd name="connsiteY75" fmla="*/ 38541 h 323152"/>
                <a:gd name="connsiteX76" fmla="*/ 86569 w 407943"/>
                <a:gd name="connsiteY76" fmla="*/ 69374 h 323152"/>
                <a:gd name="connsiteX77" fmla="*/ 85384 w 407943"/>
                <a:gd name="connsiteY77" fmla="*/ 68781 h 323152"/>
                <a:gd name="connsiteX78" fmla="*/ 16009 w 407943"/>
                <a:gd name="connsiteY78" fmla="*/ 86569 h 323152"/>
                <a:gd name="connsiteX79" fmla="*/ 44471 w 407943"/>
                <a:gd name="connsiteY79" fmla="*/ 58108 h 323152"/>
                <a:gd name="connsiteX80" fmla="*/ 72932 w 407943"/>
                <a:gd name="connsiteY80" fmla="*/ 86569 h 323152"/>
                <a:gd name="connsiteX81" fmla="*/ 44471 w 407943"/>
                <a:gd name="connsiteY81" fmla="*/ 115031 h 323152"/>
                <a:gd name="connsiteX82" fmla="*/ 16009 w 407943"/>
                <a:gd name="connsiteY82" fmla="*/ 86569 h 323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407943" h="323152">
                  <a:moveTo>
                    <a:pt x="85384" y="68781"/>
                  </a:moveTo>
                  <a:cubicBezTo>
                    <a:pt x="87755" y="74118"/>
                    <a:pt x="88941" y="80047"/>
                    <a:pt x="88941" y="86569"/>
                  </a:cubicBezTo>
                  <a:cubicBezTo>
                    <a:pt x="88941" y="110880"/>
                    <a:pt x="68781" y="131040"/>
                    <a:pt x="44471" y="131040"/>
                  </a:cubicBezTo>
                  <a:cubicBezTo>
                    <a:pt x="20160" y="131040"/>
                    <a:pt x="0" y="110880"/>
                    <a:pt x="0" y="86569"/>
                  </a:cubicBezTo>
                  <a:cubicBezTo>
                    <a:pt x="0" y="62259"/>
                    <a:pt x="20160" y="42099"/>
                    <a:pt x="44471" y="42099"/>
                  </a:cubicBezTo>
                  <a:cubicBezTo>
                    <a:pt x="68781" y="42099"/>
                    <a:pt x="62259" y="45064"/>
                    <a:pt x="68781" y="49807"/>
                  </a:cubicBezTo>
                  <a:lnTo>
                    <a:pt x="68781" y="38541"/>
                  </a:lnTo>
                  <a:cubicBezTo>
                    <a:pt x="68781" y="17195"/>
                    <a:pt x="85976" y="0"/>
                    <a:pt x="107322" y="0"/>
                  </a:cubicBezTo>
                  <a:lnTo>
                    <a:pt x="215831" y="0"/>
                  </a:lnTo>
                  <a:lnTo>
                    <a:pt x="215831" y="64631"/>
                  </a:lnTo>
                  <a:lnTo>
                    <a:pt x="152979" y="64631"/>
                  </a:lnTo>
                  <a:cubicBezTo>
                    <a:pt x="151793" y="64631"/>
                    <a:pt x="150607" y="65816"/>
                    <a:pt x="150607" y="67002"/>
                  </a:cubicBezTo>
                  <a:lnTo>
                    <a:pt x="150607" y="106729"/>
                  </a:lnTo>
                  <a:cubicBezTo>
                    <a:pt x="150607" y="107915"/>
                    <a:pt x="151793" y="109101"/>
                    <a:pt x="152979" y="109101"/>
                  </a:cubicBezTo>
                  <a:lnTo>
                    <a:pt x="215831" y="109101"/>
                  </a:lnTo>
                  <a:lnTo>
                    <a:pt x="215831" y="163652"/>
                  </a:lnTo>
                  <a:lnTo>
                    <a:pt x="154758" y="163652"/>
                  </a:lnTo>
                  <a:cubicBezTo>
                    <a:pt x="152386" y="163652"/>
                    <a:pt x="150607" y="165431"/>
                    <a:pt x="150607" y="167802"/>
                  </a:cubicBezTo>
                  <a:lnTo>
                    <a:pt x="150607" y="307144"/>
                  </a:lnTo>
                  <a:lnTo>
                    <a:pt x="199821" y="307144"/>
                  </a:lnTo>
                  <a:lnTo>
                    <a:pt x="199821" y="208122"/>
                  </a:lnTo>
                  <a:cubicBezTo>
                    <a:pt x="199821" y="200414"/>
                    <a:pt x="206344" y="193892"/>
                    <a:pt x="214052" y="193892"/>
                  </a:cubicBezTo>
                  <a:lnTo>
                    <a:pt x="232433" y="193892"/>
                  </a:lnTo>
                  <a:cubicBezTo>
                    <a:pt x="240141" y="193892"/>
                    <a:pt x="246664" y="200414"/>
                    <a:pt x="246664" y="208122"/>
                  </a:cubicBezTo>
                  <a:lnTo>
                    <a:pt x="246664" y="307144"/>
                  </a:lnTo>
                  <a:lnTo>
                    <a:pt x="295878" y="307144"/>
                  </a:lnTo>
                  <a:lnTo>
                    <a:pt x="295878" y="208122"/>
                  </a:lnTo>
                  <a:cubicBezTo>
                    <a:pt x="295878" y="200414"/>
                    <a:pt x="302400" y="193892"/>
                    <a:pt x="310108" y="193892"/>
                  </a:cubicBezTo>
                  <a:lnTo>
                    <a:pt x="328489" y="193892"/>
                  </a:lnTo>
                  <a:cubicBezTo>
                    <a:pt x="336198" y="193892"/>
                    <a:pt x="342720" y="200414"/>
                    <a:pt x="342720" y="208122"/>
                  </a:cubicBezTo>
                  <a:lnTo>
                    <a:pt x="342720" y="307144"/>
                  </a:lnTo>
                  <a:lnTo>
                    <a:pt x="391934" y="307144"/>
                  </a:lnTo>
                  <a:lnTo>
                    <a:pt x="391934" y="167802"/>
                  </a:lnTo>
                  <a:cubicBezTo>
                    <a:pt x="391934" y="165431"/>
                    <a:pt x="390155" y="163652"/>
                    <a:pt x="387784" y="163652"/>
                  </a:cubicBezTo>
                  <a:lnTo>
                    <a:pt x="230654" y="163652"/>
                  </a:lnTo>
                  <a:lnTo>
                    <a:pt x="230654" y="147642"/>
                  </a:lnTo>
                  <a:lnTo>
                    <a:pt x="393713" y="147642"/>
                  </a:lnTo>
                  <a:cubicBezTo>
                    <a:pt x="401421" y="147642"/>
                    <a:pt x="407944" y="154165"/>
                    <a:pt x="407944" y="161873"/>
                  </a:cubicBezTo>
                  <a:lnTo>
                    <a:pt x="407944" y="323153"/>
                  </a:lnTo>
                  <a:lnTo>
                    <a:pt x="326711" y="323153"/>
                  </a:lnTo>
                  <a:lnTo>
                    <a:pt x="326711" y="212866"/>
                  </a:lnTo>
                  <a:cubicBezTo>
                    <a:pt x="326711" y="211680"/>
                    <a:pt x="325525" y="210494"/>
                    <a:pt x="324339" y="210494"/>
                  </a:cubicBezTo>
                  <a:lnTo>
                    <a:pt x="314852" y="210494"/>
                  </a:lnTo>
                  <a:cubicBezTo>
                    <a:pt x="313666" y="210494"/>
                    <a:pt x="312480" y="211680"/>
                    <a:pt x="312480" y="212866"/>
                  </a:cubicBezTo>
                  <a:lnTo>
                    <a:pt x="312480" y="323153"/>
                  </a:lnTo>
                  <a:lnTo>
                    <a:pt x="231247" y="323153"/>
                  </a:lnTo>
                  <a:lnTo>
                    <a:pt x="231247" y="212866"/>
                  </a:lnTo>
                  <a:cubicBezTo>
                    <a:pt x="231247" y="211680"/>
                    <a:pt x="230061" y="210494"/>
                    <a:pt x="228875" y="210494"/>
                  </a:cubicBezTo>
                  <a:lnTo>
                    <a:pt x="219388" y="210494"/>
                  </a:lnTo>
                  <a:cubicBezTo>
                    <a:pt x="218202" y="210494"/>
                    <a:pt x="217016" y="211680"/>
                    <a:pt x="217016" y="212866"/>
                  </a:cubicBezTo>
                  <a:lnTo>
                    <a:pt x="217016" y="323153"/>
                  </a:lnTo>
                  <a:lnTo>
                    <a:pt x="34984" y="323153"/>
                  </a:lnTo>
                  <a:lnTo>
                    <a:pt x="34984" y="307144"/>
                  </a:lnTo>
                  <a:lnTo>
                    <a:pt x="69967" y="307144"/>
                  </a:lnTo>
                  <a:lnTo>
                    <a:pt x="69967" y="167802"/>
                  </a:lnTo>
                  <a:cubicBezTo>
                    <a:pt x="69967" y="165431"/>
                    <a:pt x="68188" y="163652"/>
                    <a:pt x="65816" y="163652"/>
                  </a:cubicBezTo>
                  <a:lnTo>
                    <a:pt x="20753" y="163652"/>
                  </a:lnTo>
                  <a:lnTo>
                    <a:pt x="20753" y="323153"/>
                  </a:lnTo>
                  <a:lnTo>
                    <a:pt x="4744" y="323153"/>
                  </a:lnTo>
                  <a:lnTo>
                    <a:pt x="4744" y="147642"/>
                  </a:lnTo>
                  <a:lnTo>
                    <a:pt x="72339" y="147642"/>
                  </a:lnTo>
                  <a:cubicBezTo>
                    <a:pt x="80047" y="147642"/>
                    <a:pt x="86569" y="154165"/>
                    <a:pt x="86569" y="161873"/>
                  </a:cubicBezTo>
                  <a:lnTo>
                    <a:pt x="86569" y="307144"/>
                  </a:lnTo>
                  <a:lnTo>
                    <a:pt x="135784" y="307144"/>
                  </a:lnTo>
                  <a:lnTo>
                    <a:pt x="135784" y="161873"/>
                  </a:lnTo>
                  <a:cubicBezTo>
                    <a:pt x="135784" y="154165"/>
                    <a:pt x="142306" y="147642"/>
                    <a:pt x="150014" y="147642"/>
                  </a:cubicBezTo>
                  <a:lnTo>
                    <a:pt x="201007" y="147642"/>
                  </a:lnTo>
                  <a:lnTo>
                    <a:pt x="201007" y="125704"/>
                  </a:lnTo>
                  <a:lnTo>
                    <a:pt x="150014" y="125704"/>
                  </a:lnTo>
                  <a:cubicBezTo>
                    <a:pt x="142306" y="125704"/>
                    <a:pt x="135784" y="119181"/>
                    <a:pt x="135784" y="111473"/>
                  </a:cubicBezTo>
                  <a:lnTo>
                    <a:pt x="135784" y="62852"/>
                  </a:lnTo>
                  <a:cubicBezTo>
                    <a:pt x="135784" y="55144"/>
                    <a:pt x="142306" y="48621"/>
                    <a:pt x="150014" y="48621"/>
                  </a:cubicBezTo>
                  <a:lnTo>
                    <a:pt x="201007" y="48621"/>
                  </a:lnTo>
                  <a:lnTo>
                    <a:pt x="201007" y="16602"/>
                  </a:lnTo>
                  <a:lnTo>
                    <a:pt x="108508" y="16602"/>
                  </a:lnTo>
                  <a:cubicBezTo>
                    <a:pt x="96056" y="16602"/>
                    <a:pt x="86569" y="26682"/>
                    <a:pt x="86569" y="38541"/>
                  </a:cubicBezTo>
                  <a:lnTo>
                    <a:pt x="86569" y="69374"/>
                  </a:lnTo>
                  <a:lnTo>
                    <a:pt x="85384" y="68781"/>
                  </a:lnTo>
                  <a:close/>
                  <a:moveTo>
                    <a:pt x="16009" y="86569"/>
                  </a:moveTo>
                  <a:cubicBezTo>
                    <a:pt x="16009" y="71153"/>
                    <a:pt x="28461" y="58108"/>
                    <a:pt x="44471" y="58108"/>
                  </a:cubicBezTo>
                  <a:cubicBezTo>
                    <a:pt x="60480" y="58108"/>
                    <a:pt x="72932" y="70560"/>
                    <a:pt x="72932" y="86569"/>
                  </a:cubicBezTo>
                  <a:cubicBezTo>
                    <a:pt x="72932" y="102579"/>
                    <a:pt x="60480" y="115031"/>
                    <a:pt x="44471" y="115031"/>
                  </a:cubicBezTo>
                  <a:cubicBezTo>
                    <a:pt x="28461" y="115031"/>
                    <a:pt x="16009" y="102579"/>
                    <a:pt x="16009" y="86569"/>
                  </a:cubicBezTo>
                  <a:close/>
                </a:path>
              </a:pathLst>
            </a:custGeom>
            <a:solidFill>
              <a:schemeClr val="bg1"/>
            </a:solidFill>
            <a:ln w="58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463BEB1-1A28-BD9D-D4D3-61DF6C6AFD78}"/>
                </a:ext>
              </a:extLst>
            </p:cNvPr>
            <p:cNvSpPr/>
            <p:nvPr/>
          </p:nvSpPr>
          <p:spPr bwMode="gray">
            <a:xfrm>
              <a:off x="421568" y="6356265"/>
              <a:ext cx="88941" cy="88941"/>
            </a:xfrm>
            <a:custGeom>
              <a:avLst/>
              <a:gdLst>
                <a:gd name="connsiteX0" fmla="*/ 16009 w 88941"/>
                <a:gd name="connsiteY0" fmla="*/ 44471 h 88941"/>
                <a:gd name="connsiteX1" fmla="*/ 44471 w 88941"/>
                <a:gd name="connsiteY1" fmla="*/ 16009 h 88941"/>
                <a:gd name="connsiteX2" fmla="*/ 72932 w 88941"/>
                <a:gd name="connsiteY2" fmla="*/ 44471 h 88941"/>
                <a:gd name="connsiteX3" fmla="*/ 44471 w 88941"/>
                <a:gd name="connsiteY3" fmla="*/ 72932 h 88941"/>
                <a:gd name="connsiteX4" fmla="*/ 16009 w 88941"/>
                <a:gd name="connsiteY4" fmla="*/ 44471 h 88941"/>
                <a:gd name="connsiteX5" fmla="*/ 0 w 88941"/>
                <a:gd name="connsiteY5" fmla="*/ 44471 h 88941"/>
                <a:gd name="connsiteX6" fmla="*/ 44471 w 88941"/>
                <a:gd name="connsiteY6" fmla="*/ 0 h 88941"/>
                <a:gd name="connsiteX7" fmla="*/ 88941 w 88941"/>
                <a:gd name="connsiteY7" fmla="*/ 44471 h 88941"/>
                <a:gd name="connsiteX8" fmla="*/ 44471 w 88941"/>
                <a:gd name="connsiteY8" fmla="*/ 88941 h 88941"/>
                <a:gd name="connsiteX9" fmla="*/ 0 w 88941"/>
                <a:gd name="connsiteY9" fmla="*/ 44471 h 88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941" h="88941">
                  <a:moveTo>
                    <a:pt x="16009" y="44471"/>
                  </a:moveTo>
                  <a:cubicBezTo>
                    <a:pt x="16009" y="29054"/>
                    <a:pt x="28461" y="16009"/>
                    <a:pt x="44471" y="16009"/>
                  </a:cubicBezTo>
                  <a:cubicBezTo>
                    <a:pt x="60480" y="16009"/>
                    <a:pt x="72932" y="28461"/>
                    <a:pt x="72932" y="44471"/>
                  </a:cubicBezTo>
                  <a:cubicBezTo>
                    <a:pt x="72932" y="60480"/>
                    <a:pt x="60480" y="72932"/>
                    <a:pt x="44471" y="72932"/>
                  </a:cubicBezTo>
                  <a:cubicBezTo>
                    <a:pt x="28461" y="72932"/>
                    <a:pt x="16009" y="60480"/>
                    <a:pt x="16009" y="44471"/>
                  </a:cubicBezTo>
                  <a:close/>
                  <a:moveTo>
                    <a:pt x="0" y="44471"/>
                  </a:moveTo>
                  <a:cubicBezTo>
                    <a:pt x="0" y="20160"/>
                    <a:pt x="20160" y="0"/>
                    <a:pt x="44471" y="0"/>
                  </a:cubicBezTo>
                  <a:cubicBezTo>
                    <a:pt x="68781" y="0"/>
                    <a:pt x="88941" y="20160"/>
                    <a:pt x="88941" y="44471"/>
                  </a:cubicBezTo>
                  <a:cubicBezTo>
                    <a:pt x="88941" y="68781"/>
                    <a:pt x="68781" y="88941"/>
                    <a:pt x="44471" y="88941"/>
                  </a:cubicBezTo>
                  <a:cubicBezTo>
                    <a:pt x="20160" y="88941"/>
                    <a:pt x="0" y="68781"/>
                    <a:pt x="0" y="44471"/>
                  </a:cubicBezTo>
                  <a:close/>
                </a:path>
              </a:pathLst>
            </a:custGeom>
            <a:solidFill>
              <a:schemeClr val="tx1"/>
            </a:solidFill>
            <a:ln w="1748" cap="flat">
              <a:solidFill>
                <a:srgbClr val="1A1A1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0693B4EA-7DB8-B21C-9F67-D5891F9F00C8}"/>
              </a:ext>
            </a:extLst>
          </p:cNvPr>
          <p:cNvSpPr>
            <a:spLocks/>
          </p:cNvSpPr>
          <p:nvPr userDrawn="1"/>
        </p:nvSpPr>
        <p:spPr>
          <a:xfrm>
            <a:off x="11588297" y="6482964"/>
            <a:ext cx="15875" cy="138499"/>
          </a:xfrm>
          <a:custGeom>
            <a:avLst/>
            <a:gdLst>
              <a:gd name="connsiteX0" fmla="*/ 0 w 15875"/>
              <a:gd name="connsiteY0" fmla="*/ 0 h 144463"/>
              <a:gd name="connsiteX1" fmla="*/ 15875 w 15875"/>
              <a:gd name="connsiteY1" fmla="*/ 0 h 144463"/>
              <a:gd name="connsiteX2" fmla="*/ 15875 w 15875"/>
              <a:gd name="connsiteY2" fmla="*/ 144463 h 144463"/>
              <a:gd name="connsiteX3" fmla="*/ 0 w 15875"/>
              <a:gd name="connsiteY3" fmla="*/ 144463 h 144463"/>
              <a:gd name="connsiteX4" fmla="*/ 0 w 15875"/>
              <a:gd name="connsiteY4" fmla="*/ 0 h 14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875" h="144463">
                <a:moveTo>
                  <a:pt x="0" y="0"/>
                </a:moveTo>
                <a:lnTo>
                  <a:pt x="15875" y="0"/>
                </a:lnTo>
                <a:lnTo>
                  <a:pt x="15875" y="144463"/>
                </a:lnTo>
                <a:lnTo>
                  <a:pt x="0" y="14446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8AE55F5-0817-F586-D926-F58CE056010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38000" y="6642100"/>
            <a:ext cx="544512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2995634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000" marR="0" indent="-1800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SzTx/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00000" marR="0" indent="-1800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SzTx/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08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26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44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62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34" userDrawn="1">
          <p15:clr>
            <a:srgbClr val="F26B43"/>
          </p15:clr>
        </p15:guide>
        <p15:guide id="4" pos="7446" userDrawn="1">
          <p15:clr>
            <a:srgbClr val="F26B43"/>
          </p15:clr>
        </p15:guide>
        <p15:guide id="5" orient="horz" pos="1029" userDrawn="1">
          <p15:clr>
            <a:srgbClr val="F26B43"/>
          </p15:clr>
        </p15:guide>
        <p15:guide id="6" orient="horz" pos="3911" userDrawn="1">
          <p15:clr>
            <a:srgbClr val="F26B43"/>
          </p15:clr>
        </p15:guide>
        <p15:guide id="7" orient="horz" pos="4042" userDrawn="1">
          <p15:clr>
            <a:srgbClr val="F26B43"/>
          </p15:clr>
        </p15:guide>
        <p15:guide id="8" orient="horz" pos="4171" userDrawn="1">
          <p15:clr>
            <a:srgbClr val="F26B43"/>
          </p15:clr>
        </p15:guide>
        <p15:guide id="9" orient="horz" pos="234" userDrawn="1">
          <p15:clr>
            <a:srgbClr val="F26B43"/>
          </p15:clr>
        </p15:guide>
        <p15:guide id="10" orient="horz" pos="4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Relationship Id="rId4" Type="http://schemas.openxmlformats.org/officeDocument/2006/relationships/image" Target="../media/image4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Relationship Id="rId4" Type="http://schemas.openxmlformats.org/officeDocument/2006/relationships/image" Target="../media/image4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23.xml"/><Relationship Id="rId4" Type="http://schemas.openxmlformats.org/officeDocument/2006/relationships/image" Target="../media/image4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.xml"/><Relationship Id="rId4" Type="http://schemas.openxmlformats.org/officeDocument/2006/relationships/image" Target="../media/image4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.xml"/><Relationship Id="rId4" Type="http://schemas.openxmlformats.org/officeDocument/2006/relationships/image" Target="../media/image4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26.xml"/><Relationship Id="rId5" Type="http://schemas.openxmlformats.org/officeDocument/2006/relationships/chart" Target="../charts/chart1.xml"/><Relationship Id="rId4" Type="http://schemas.openxmlformats.org/officeDocument/2006/relationships/image" Target="../media/image4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27.xml"/><Relationship Id="rId5" Type="http://schemas.openxmlformats.org/officeDocument/2006/relationships/chart" Target="../charts/chart2.xml"/><Relationship Id="rId4" Type="http://schemas.openxmlformats.org/officeDocument/2006/relationships/image" Target="../media/image4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8.xml"/><Relationship Id="rId5" Type="http://schemas.openxmlformats.org/officeDocument/2006/relationships/image" Target="../media/image11.png"/><Relationship Id="rId4" Type="http://schemas.openxmlformats.org/officeDocument/2006/relationships/image" Target="../media/image1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.xml"/><Relationship Id="rId5" Type="http://schemas.openxmlformats.org/officeDocument/2006/relationships/image" Target="../media/image12.png"/><Relationship Id="rId4" Type="http://schemas.openxmlformats.org/officeDocument/2006/relationships/image" Target="../media/image1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0.xml"/><Relationship Id="rId5" Type="http://schemas.openxmlformats.org/officeDocument/2006/relationships/image" Target="../media/image13.png"/><Relationship Id="rId4" Type="http://schemas.openxmlformats.org/officeDocument/2006/relationships/image" Target="../media/image1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1.xml"/><Relationship Id="rId5" Type="http://schemas.openxmlformats.org/officeDocument/2006/relationships/image" Target="../media/image14.png"/><Relationship Id="rId4" Type="http://schemas.openxmlformats.org/officeDocument/2006/relationships/image" Target="../media/image1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2.xml"/><Relationship Id="rId5" Type="http://schemas.openxmlformats.org/officeDocument/2006/relationships/image" Target="../media/image15.png"/><Relationship Id="rId4" Type="http://schemas.openxmlformats.org/officeDocument/2006/relationships/image" Target="../media/image1.emf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33.xml"/><Relationship Id="rId4" Type="http://schemas.openxmlformats.org/officeDocument/2006/relationships/image" Target="../media/image4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34.xml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71FE449C-25CA-1564-3038-AC87F4EB84D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94421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0D8FCC8-2D2D-9A7B-20F3-97E87C38D8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3063" y="373063"/>
            <a:ext cx="11447462" cy="3508653"/>
          </a:xfrm>
        </p:spPr>
        <p:txBody>
          <a:bodyPr vert="horz"/>
          <a:lstStyle/>
          <a:p>
            <a:pPr>
              <a:lnSpc>
                <a:spcPct val="95000"/>
              </a:lnSpc>
              <a:spcBef>
                <a:spcPts val="0"/>
              </a:spcBef>
            </a:pPr>
            <a:r>
              <a:rPr lang="de-DE" b="1" dirty="0">
                <a:solidFill>
                  <a:srgbClr val="30343A"/>
                </a:solidFill>
              </a:rPr>
              <a:t>Funktionales Testen von Security bei industriellen Gateways unter der neuen Maschinenrichtlinie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8966D1-86EC-D96F-3FE7-3AAF5B8CB2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269" y="3791143"/>
            <a:ext cx="11447462" cy="1061829"/>
          </a:xfrm>
        </p:spPr>
        <p:txBody>
          <a:bodyPr/>
          <a:lstStyle/>
          <a:p>
            <a:r>
              <a:rPr lang="de-DE" sz="3200" b="1" dirty="0">
                <a:solidFill>
                  <a:schemeClr val="accent2"/>
                </a:solidFill>
              </a:rPr>
              <a:t>Bachelorarbeit T3_3300</a:t>
            </a:r>
          </a:p>
          <a:p>
            <a:pPr>
              <a:spcBef>
                <a:spcPts val="300"/>
              </a:spcBef>
            </a:pPr>
            <a:r>
              <a:rPr lang="de-DE" sz="3200" dirty="0">
                <a:solidFill>
                  <a:schemeClr val="accent2"/>
                </a:solidFill>
              </a:rPr>
              <a:t>Studiengang Elektrotechnik, Studienrichtung Automation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D1E42B-3899-70F4-E49E-8EFAB5F04D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3063" y="5956300"/>
            <a:ext cx="5722937" cy="252413"/>
          </a:xfrm>
        </p:spPr>
        <p:txBody>
          <a:bodyPr/>
          <a:lstStyle/>
          <a:p>
            <a:r>
              <a:rPr lang="en-US" dirty="0"/>
              <a:t>22.09.2026</a:t>
            </a:r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B822ED-6D0F-9018-1045-7C6E314E67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97000" y="6232009"/>
            <a:ext cx="4699000" cy="184666"/>
          </a:xfrm>
        </p:spPr>
        <p:txBody>
          <a:bodyPr/>
          <a:lstStyle/>
          <a:p>
            <a:pPr lvl="0"/>
            <a:r>
              <a:rPr lang="en-US" noProof="0" dirty="0"/>
              <a:t>Nathalie Nuber</a:t>
            </a:r>
          </a:p>
        </p:txBody>
      </p:sp>
      <p:sp>
        <p:nvSpPr>
          <p:cNvPr id="7" name="Untertitel">
            <a:extLst>
              <a:ext uri="{FF2B5EF4-FFF2-40B4-BE49-F238E27FC236}">
                <a16:creationId xmlns:a16="http://schemas.microsoft.com/office/drawing/2014/main" id="{B950BAB2-B996-FEFD-1D07-A0DAA6871AC2}"/>
              </a:ext>
            </a:extLst>
          </p:cNvPr>
          <p:cNvSpPr txBox="1"/>
          <p:nvPr/>
        </p:nvSpPr>
        <p:spPr>
          <a:xfrm>
            <a:off x="371500" y="4276104"/>
            <a:ext cx="6750000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endParaRPr lang="de-DE" sz="1600" b="0" dirty="0">
              <a:solidFill>
                <a:schemeClr val="accent2"/>
              </a:solidFill>
            </a:endParaRPr>
          </a:p>
        </p:txBody>
      </p:sp>
      <p:sp>
        <p:nvSpPr>
          <p:cNvPr id="8" name="Personenblock"/>
          <p:cNvSpPr txBox="1"/>
          <p:nvPr/>
        </p:nvSpPr>
        <p:spPr>
          <a:xfrm>
            <a:off x="371500" y="4733004"/>
            <a:ext cx="6750000" cy="12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buNone/>
            </a:pPr>
            <a:r>
              <a:rPr lang="de-DE" sz="1200" b="1" dirty="0">
                <a:solidFill>
                  <a:srgbClr val="30343A"/>
                </a:solidFill>
              </a:rPr>
              <a:t>Nathalie Nuber · Matrikelnummer 2257314 · Kurs TEA 23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buNone/>
            </a:pPr>
            <a:r>
              <a:rPr lang="de-DE" sz="1200" b="0" dirty="0">
                <a:solidFill>
                  <a:srgbClr val="5B666F"/>
                </a:solidFill>
              </a:rPr>
              <a:t>DHBW Ravensburg, Campus Friedrichshafen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buNone/>
            </a:pPr>
            <a:r>
              <a:rPr lang="de-DE" sz="1200" b="0" dirty="0">
                <a:solidFill>
                  <a:srgbClr val="5B666F"/>
                </a:solidFill>
              </a:rPr>
              <a:t>Dualer Partner: ifm </a:t>
            </a:r>
            <a:r>
              <a:rPr lang="de-DE" sz="1200" b="0" dirty="0" err="1">
                <a:solidFill>
                  <a:srgbClr val="5B666F"/>
                </a:solidFill>
              </a:rPr>
              <a:t>ecomatic</a:t>
            </a:r>
            <a:r>
              <a:rPr lang="de-DE" sz="1200" b="0" dirty="0">
                <a:solidFill>
                  <a:srgbClr val="5B666F"/>
                </a:solidFill>
              </a:rPr>
              <a:t> GmbH, Kressbronn am Bodensee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buNone/>
            </a:pPr>
            <a:r>
              <a:rPr lang="de-DE" sz="1200" b="0" dirty="0">
                <a:solidFill>
                  <a:srgbClr val="5B666F"/>
                </a:solidFill>
              </a:rPr>
              <a:t>Betreuer: M. Eng. Till Monzel · Gutachter: M. Sc. Andreas Lau</a:t>
            </a:r>
          </a:p>
        </p:txBody>
      </p:sp>
    </p:spTree>
    <p:extLst>
      <p:ext uri="{BB962C8B-B14F-4D97-AF65-F5344CB8AC3E}">
        <p14:creationId xmlns:p14="http://schemas.microsoft.com/office/powerpoint/2010/main" val="322736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"/>
          <p:cNvSpPr/>
          <p:nvPr/>
        </p:nvSpPr>
        <p:spPr>
          <a:xfrm>
            <a:off x="373063" y="1560000"/>
            <a:ext cx="4300000" cy="3500000"/>
          </a:xfrm>
          <a:prstGeom prst="rect">
            <a:avLst/>
          </a:prstGeom>
          <a:solidFill>
            <a:srgbClr val="D9D9D9">
              <a:alpha val="25000"/>
            </a:srgbClr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endParaRPr lang="de-DE"/>
          </a:p>
        </p:txBody>
      </p:sp>
      <p:sp>
        <p:nvSpPr>
          <p:cNvPr id="101" name="ZoneKante"/>
          <p:cNvSpPr/>
          <p:nvPr/>
        </p:nvSpPr>
        <p:spPr>
          <a:xfrm>
            <a:off x="373063" y="1560000"/>
            <a:ext cx="4300000" cy="45000"/>
          </a:xfrm>
          <a:prstGeom prst="rect">
            <a:avLst/>
          </a:prstGeom>
          <a:solidFill>
            <a:srgbClr val="5B666F"/>
          </a:solidFill>
          <a:ln>
            <a:noFill/>
          </a:ln>
        </p:spPr>
        <p:txBody>
          <a:bodyPr wrap="square" lIns="0" tIns="0" rIns="0" bIns="0" anchor="ctr">
            <a:normAutofit fontScale="25000" lnSpcReduction="20000"/>
          </a:bodyPr>
          <a:lstStyle/>
          <a:p>
            <a:endParaRPr lang="de-DE"/>
          </a:p>
        </p:txBody>
      </p:sp>
      <p:sp>
        <p:nvSpPr>
          <p:cNvPr id="102" name="Kopf"/>
          <p:cNvSpPr/>
          <p:nvPr/>
        </p:nvSpPr>
        <p:spPr>
          <a:xfrm>
            <a:off x="673063" y="1740000"/>
            <a:ext cx="370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de-DE" sz="1800" b="1" dirty="0">
                <a:solidFill>
                  <a:srgbClr val="30343A"/>
                </a:solidFill>
              </a:rPr>
              <a:t>IT</a:t>
            </a:r>
          </a:p>
        </p:txBody>
      </p:sp>
      <p:sp>
        <p:nvSpPr>
          <p:cNvPr id="103" name="Kreis"/>
          <p:cNvSpPr/>
          <p:nvPr/>
        </p:nvSpPr>
        <p:spPr>
          <a:xfrm>
            <a:off x="673063" y="2380000"/>
            <a:ext cx="380000" cy="380000"/>
          </a:xfrm>
          <a:prstGeom prst="ellipse">
            <a:avLst/>
          </a:prstGeom>
          <a:solidFill>
            <a:srgbClr val="5B666F"/>
          </a:solidFill>
          <a:ln>
            <a:noFill/>
          </a:ln>
        </p:spPr>
        <p:txBody>
          <a:bodyPr wrap="square" lIns="0" tIns="0" rIns="0" bIns="0" anchor="ctr">
            <a:normAutofit lnSpcReduction="10000"/>
          </a:bodyPr>
          <a:lstStyle/>
          <a:p>
            <a:endParaRPr lang="de-DE"/>
          </a:p>
        </p:txBody>
      </p:sp>
      <p:sp>
        <p:nvSpPr>
          <p:cNvPr id="104" name="Glyph"/>
          <p:cNvSpPr/>
          <p:nvPr/>
        </p:nvSpPr>
        <p:spPr>
          <a:xfrm>
            <a:off x="783063" y="2485000"/>
            <a:ext cx="165000" cy="175000"/>
          </a:xfrm>
          <a:prstGeom prst="flowChartDocumen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rmAutofit fontScale="62500" lnSpcReduction="20000"/>
          </a:bodyPr>
          <a:lstStyle/>
          <a:p>
            <a:endParaRPr lang="de-DE"/>
          </a:p>
        </p:txBody>
      </p:sp>
      <p:sp>
        <p:nvSpPr>
          <p:cNvPr id="105" name="Schlagwort"/>
          <p:cNvSpPr/>
          <p:nvPr/>
        </p:nvSpPr>
        <p:spPr>
          <a:xfrm>
            <a:off x="1173063" y="2320000"/>
            <a:ext cx="32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de-DE" sz="1300" b="1" dirty="0">
                <a:solidFill>
                  <a:srgbClr val="30343A"/>
                </a:solidFill>
              </a:rPr>
              <a:t>Daten</a:t>
            </a:r>
          </a:p>
        </p:txBody>
      </p:sp>
      <p:sp>
        <p:nvSpPr>
          <p:cNvPr id="106" name="Kreis"/>
          <p:cNvSpPr/>
          <p:nvPr/>
        </p:nvSpPr>
        <p:spPr>
          <a:xfrm>
            <a:off x="673063" y="2940000"/>
            <a:ext cx="380000" cy="380000"/>
          </a:xfrm>
          <a:prstGeom prst="ellipse">
            <a:avLst/>
          </a:prstGeom>
          <a:solidFill>
            <a:srgbClr val="5B666F"/>
          </a:solidFill>
          <a:ln>
            <a:noFill/>
          </a:ln>
        </p:spPr>
        <p:txBody>
          <a:bodyPr wrap="square" lIns="0" tIns="0" rIns="0" bIns="0" anchor="ctr">
            <a:normAutofit lnSpcReduction="10000"/>
          </a:bodyPr>
          <a:lstStyle/>
          <a:p>
            <a:endParaRPr lang="de-DE"/>
          </a:p>
        </p:txBody>
      </p:sp>
      <p:sp>
        <p:nvSpPr>
          <p:cNvPr id="107" name="Glyph"/>
          <p:cNvSpPr/>
          <p:nvPr/>
        </p:nvSpPr>
        <p:spPr>
          <a:xfrm>
            <a:off x="783063" y="3045000"/>
            <a:ext cx="165000" cy="175000"/>
          </a:xfrm>
          <a:prstGeom prst="hexagon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rmAutofit fontScale="47500" lnSpcReduction="20000"/>
          </a:bodyPr>
          <a:lstStyle/>
          <a:p>
            <a:endParaRPr lang="de-DE"/>
          </a:p>
        </p:txBody>
      </p:sp>
      <p:sp>
        <p:nvSpPr>
          <p:cNvPr id="108" name="Schlagwort"/>
          <p:cNvSpPr/>
          <p:nvPr/>
        </p:nvSpPr>
        <p:spPr>
          <a:xfrm>
            <a:off x="1173063" y="2880000"/>
            <a:ext cx="32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de-DE" sz="1300" b="1" dirty="0">
                <a:solidFill>
                  <a:srgbClr val="30343A"/>
                </a:solidFill>
              </a:rPr>
              <a:t>TCP/IP · HTTP</a:t>
            </a:r>
          </a:p>
        </p:txBody>
      </p:sp>
      <p:sp>
        <p:nvSpPr>
          <p:cNvPr id="109" name="Kreis"/>
          <p:cNvSpPr/>
          <p:nvPr/>
        </p:nvSpPr>
        <p:spPr>
          <a:xfrm>
            <a:off x="673063" y="3500000"/>
            <a:ext cx="380000" cy="380000"/>
          </a:xfrm>
          <a:prstGeom prst="ellipse">
            <a:avLst/>
          </a:prstGeom>
          <a:solidFill>
            <a:srgbClr val="5B666F"/>
          </a:solidFill>
          <a:ln>
            <a:noFill/>
          </a:ln>
        </p:spPr>
        <p:txBody>
          <a:bodyPr wrap="square" lIns="0" tIns="0" rIns="0" bIns="0" anchor="ctr">
            <a:normAutofit lnSpcReduction="10000"/>
          </a:bodyPr>
          <a:lstStyle/>
          <a:p>
            <a:endParaRPr lang="de-DE"/>
          </a:p>
        </p:txBody>
      </p:sp>
      <p:sp>
        <p:nvSpPr>
          <p:cNvPr id="110" name="Glyph"/>
          <p:cNvSpPr/>
          <p:nvPr/>
        </p:nvSpPr>
        <p:spPr>
          <a:xfrm>
            <a:off x="783063" y="3605000"/>
            <a:ext cx="165000" cy="17500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rmAutofit fontScale="40000" lnSpcReduction="20000"/>
          </a:bodyPr>
          <a:lstStyle/>
          <a:p>
            <a:endParaRPr lang="de-DE"/>
          </a:p>
        </p:txBody>
      </p:sp>
      <p:sp>
        <p:nvSpPr>
          <p:cNvPr id="111" name="Schlagwort"/>
          <p:cNvSpPr/>
          <p:nvPr/>
        </p:nvSpPr>
        <p:spPr>
          <a:xfrm>
            <a:off x="1173063" y="3440000"/>
            <a:ext cx="32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de-DE" sz="1300" b="1" dirty="0">
                <a:solidFill>
                  <a:srgbClr val="30343A"/>
                </a:solidFill>
              </a:rPr>
              <a:t>Updates: häufig</a:t>
            </a:r>
          </a:p>
        </p:txBody>
      </p:sp>
      <p:sp>
        <p:nvSpPr>
          <p:cNvPr id="112" name="Balken"/>
          <p:cNvSpPr/>
          <p:nvPr/>
        </p:nvSpPr>
        <p:spPr>
          <a:xfrm>
            <a:off x="673063" y="4020000"/>
            <a:ext cx="3700000" cy="280000"/>
          </a:xfrm>
          <a:prstGeom prst="rect">
            <a:avLst/>
          </a:prstGeom>
          <a:solidFill>
            <a:srgbClr val="30343A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de-DE" sz="1000" b="1" dirty="0">
                <a:solidFill>
                  <a:srgbClr val="FFFFFF"/>
                </a:solidFill>
              </a:rPr>
              <a:t>Vertraulichkeit</a:t>
            </a:r>
          </a:p>
        </p:txBody>
      </p:sp>
      <p:sp>
        <p:nvSpPr>
          <p:cNvPr id="113" name="Balken"/>
          <p:cNvSpPr/>
          <p:nvPr/>
        </p:nvSpPr>
        <p:spPr>
          <a:xfrm>
            <a:off x="673063" y="4340000"/>
            <a:ext cx="3700000" cy="280000"/>
          </a:xfrm>
          <a:prstGeom prst="rect">
            <a:avLst/>
          </a:prstGeom>
          <a:solidFill>
            <a:srgbClr val="808890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de-DE" sz="1000" b="1" dirty="0">
                <a:solidFill>
                  <a:srgbClr val="FFFFFF"/>
                </a:solidFill>
              </a:rPr>
              <a:t>Integrität</a:t>
            </a:r>
          </a:p>
        </p:txBody>
      </p:sp>
      <p:sp>
        <p:nvSpPr>
          <p:cNvPr id="114" name="Balken"/>
          <p:cNvSpPr/>
          <p:nvPr/>
        </p:nvSpPr>
        <p:spPr>
          <a:xfrm>
            <a:off x="673063" y="4660000"/>
            <a:ext cx="3700000" cy="280000"/>
          </a:xfrm>
          <a:prstGeom prst="rect">
            <a:avLst/>
          </a:prstGeom>
          <a:solidFill>
            <a:srgbClr val="83B7CD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de-DE" sz="1000" b="1" dirty="0">
                <a:solidFill>
                  <a:srgbClr val="FFFFFF"/>
                </a:solidFill>
              </a:rPr>
              <a:t>Verfügbarkeit</a:t>
            </a:r>
          </a:p>
        </p:txBody>
      </p:sp>
      <p:sp>
        <p:nvSpPr>
          <p:cNvPr id="200" name="Zone"/>
          <p:cNvSpPr/>
          <p:nvPr/>
        </p:nvSpPr>
        <p:spPr>
          <a:xfrm>
            <a:off x="7519000" y="1560000"/>
            <a:ext cx="4300000" cy="3500000"/>
          </a:xfrm>
          <a:prstGeom prst="rect">
            <a:avLst/>
          </a:prstGeom>
          <a:solidFill>
            <a:srgbClr val="D9D9D9">
              <a:alpha val="25000"/>
            </a:srgbClr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endParaRPr lang="de-DE"/>
          </a:p>
        </p:txBody>
      </p:sp>
      <p:sp>
        <p:nvSpPr>
          <p:cNvPr id="201" name="ZoneKante"/>
          <p:cNvSpPr/>
          <p:nvPr/>
        </p:nvSpPr>
        <p:spPr>
          <a:xfrm>
            <a:off x="7519000" y="1560000"/>
            <a:ext cx="4300000" cy="45000"/>
          </a:xfrm>
          <a:prstGeom prst="rect">
            <a:avLst/>
          </a:prstGeom>
          <a:solidFill>
            <a:srgbClr val="FF6E00"/>
          </a:solidFill>
          <a:ln>
            <a:noFill/>
          </a:ln>
        </p:spPr>
        <p:txBody>
          <a:bodyPr wrap="square" lIns="0" tIns="0" rIns="0" bIns="0" anchor="ctr">
            <a:normAutofit fontScale="25000" lnSpcReduction="20000"/>
          </a:bodyPr>
          <a:lstStyle/>
          <a:p>
            <a:endParaRPr lang="de-DE"/>
          </a:p>
        </p:txBody>
      </p:sp>
      <p:sp>
        <p:nvSpPr>
          <p:cNvPr id="202" name="Kopf"/>
          <p:cNvSpPr/>
          <p:nvPr/>
        </p:nvSpPr>
        <p:spPr>
          <a:xfrm>
            <a:off x="7819000" y="1740000"/>
            <a:ext cx="370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de-DE" sz="1800" b="1" dirty="0">
                <a:solidFill>
                  <a:srgbClr val="30343A"/>
                </a:solidFill>
              </a:rPr>
              <a:t>OT</a:t>
            </a:r>
          </a:p>
        </p:txBody>
      </p:sp>
      <p:sp>
        <p:nvSpPr>
          <p:cNvPr id="203" name="Kreis"/>
          <p:cNvSpPr/>
          <p:nvPr/>
        </p:nvSpPr>
        <p:spPr>
          <a:xfrm>
            <a:off x="7819000" y="2380000"/>
            <a:ext cx="380000" cy="38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 wrap="square" lIns="0" tIns="0" rIns="0" bIns="0" anchor="ctr">
            <a:normAutofit lnSpcReduction="10000"/>
          </a:bodyPr>
          <a:lstStyle/>
          <a:p>
            <a:endParaRPr lang="de-DE"/>
          </a:p>
        </p:txBody>
      </p:sp>
      <p:sp>
        <p:nvSpPr>
          <p:cNvPr id="204" name="Glyph"/>
          <p:cNvSpPr/>
          <p:nvPr/>
        </p:nvSpPr>
        <p:spPr>
          <a:xfrm>
            <a:off x="7929000" y="2485000"/>
            <a:ext cx="165000" cy="175000"/>
          </a:xfrm>
          <a:prstGeom prst="flowChartDocumen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rmAutofit fontScale="62500" lnSpcReduction="20000"/>
          </a:bodyPr>
          <a:lstStyle/>
          <a:p>
            <a:endParaRPr lang="de-DE"/>
          </a:p>
        </p:txBody>
      </p:sp>
      <p:sp>
        <p:nvSpPr>
          <p:cNvPr id="205" name="Schlagwort"/>
          <p:cNvSpPr/>
          <p:nvPr/>
        </p:nvSpPr>
        <p:spPr>
          <a:xfrm>
            <a:off x="8319000" y="2320000"/>
            <a:ext cx="32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de-DE" sz="1300" b="1" dirty="0">
                <a:solidFill>
                  <a:srgbClr val="30343A"/>
                </a:solidFill>
              </a:rPr>
              <a:t>Prozesse</a:t>
            </a:r>
          </a:p>
        </p:txBody>
      </p:sp>
      <p:sp>
        <p:nvSpPr>
          <p:cNvPr id="206" name="Kreis"/>
          <p:cNvSpPr/>
          <p:nvPr/>
        </p:nvSpPr>
        <p:spPr>
          <a:xfrm>
            <a:off x="7819000" y="2940000"/>
            <a:ext cx="380000" cy="38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 wrap="square" lIns="0" tIns="0" rIns="0" bIns="0" anchor="ctr">
            <a:normAutofit lnSpcReduction="10000"/>
          </a:bodyPr>
          <a:lstStyle/>
          <a:p>
            <a:endParaRPr lang="de-DE"/>
          </a:p>
        </p:txBody>
      </p:sp>
      <p:sp>
        <p:nvSpPr>
          <p:cNvPr id="207" name="Glyph"/>
          <p:cNvSpPr/>
          <p:nvPr/>
        </p:nvSpPr>
        <p:spPr>
          <a:xfrm>
            <a:off x="7929000" y="3045000"/>
            <a:ext cx="165000" cy="175000"/>
          </a:xfrm>
          <a:prstGeom prst="hexagon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rmAutofit fontScale="47500" lnSpcReduction="20000"/>
          </a:bodyPr>
          <a:lstStyle/>
          <a:p>
            <a:endParaRPr lang="de-DE"/>
          </a:p>
        </p:txBody>
      </p:sp>
      <p:sp>
        <p:nvSpPr>
          <p:cNvPr id="208" name="Schlagwort"/>
          <p:cNvSpPr/>
          <p:nvPr/>
        </p:nvSpPr>
        <p:spPr>
          <a:xfrm>
            <a:off x="8319000" y="2880000"/>
            <a:ext cx="32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de-DE" sz="1300" b="1" dirty="0">
                <a:solidFill>
                  <a:srgbClr val="30343A"/>
                </a:solidFill>
              </a:rPr>
              <a:t>PROFINET · PROFIsafe</a:t>
            </a:r>
          </a:p>
        </p:txBody>
      </p:sp>
      <p:sp>
        <p:nvSpPr>
          <p:cNvPr id="209" name="Kreis"/>
          <p:cNvSpPr/>
          <p:nvPr/>
        </p:nvSpPr>
        <p:spPr>
          <a:xfrm>
            <a:off x="7819000" y="3500000"/>
            <a:ext cx="380000" cy="38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 wrap="square" lIns="0" tIns="0" rIns="0" bIns="0" anchor="ctr">
            <a:normAutofit lnSpcReduction="10000"/>
          </a:bodyPr>
          <a:lstStyle/>
          <a:p>
            <a:endParaRPr lang="de-DE"/>
          </a:p>
        </p:txBody>
      </p:sp>
      <p:sp>
        <p:nvSpPr>
          <p:cNvPr id="210" name="Glyph"/>
          <p:cNvSpPr/>
          <p:nvPr/>
        </p:nvSpPr>
        <p:spPr>
          <a:xfrm>
            <a:off x="7929000" y="3605000"/>
            <a:ext cx="165000" cy="17500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rmAutofit fontScale="40000" lnSpcReduction="20000"/>
          </a:bodyPr>
          <a:lstStyle/>
          <a:p>
            <a:endParaRPr lang="de-DE"/>
          </a:p>
        </p:txBody>
      </p:sp>
      <p:sp>
        <p:nvSpPr>
          <p:cNvPr id="211" name="Schlagwort"/>
          <p:cNvSpPr/>
          <p:nvPr/>
        </p:nvSpPr>
        <p:spPr>
          <a:xfrm>
            <a:off x="8319000" y="3440000"/>
            <a:ext cx="32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de-DE" sz="1300" b="1" dirty="0">
                <a:solidFill>
                  <a:srgbClr val="30343A"/>
                </a:solidFill>
              </a:rPr>
              <a:t>Updates: selten</a:t>
            </a:r>
          </a:p>
        </p:txBody>
      </p:sp>
      <p:sp>
        <p:nvSpPr>
          <p:cNvPr id="212" name="Balken"/>
          <p:cNvSpPr/>
          <p:nvPr/>
        </p:nvSpPr>
        <p:spPr>
          <a:xfrm>
            <a:off x="7819000" y="4020000"/>
            <a:ext cx="3700000" cy="280000"/>
          </a:xfrm>
          <a:prstGeom prst="rect">
            <a:avLst/>
          </a:prstGeom>
          <a:solidFill>
            <a:srgbClr val="83B7CD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de-DE" sz="1000" b="1" dirty="0">
                <a:solidFill>
                  <a:srgbClr val="FFFFFF"/>
                </a:solidFill>
              </a:rPr>
              <a:t>Verfügbarkeit</a:t>
            </a:r>
          </a:p>
        </p:txBody>
      </p:sp>
      <p:sp>
        <p:nvSpPr>
          <p:cNvPr id="213" name="Balken"/>
          <p:cNvSpPr/>
          <p:nvPr/>
        </p:nvSpPr>
        <p:spPr>
          <a:xfrm>
            <a:off x="7819000" y="4340000"/>
            <a:ext cx="3700000" cy="280000"/>
          </a:xfrm>
          <a:prstGeom prst="rect">
            <a:avLst/>
          </a:prstGeom>
          <a:solidFill>
            <a:srgbClr val="808890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de-DE" sz="1000" b="1" dirty="0">
                <a:solidFill>
                  <a:srgbClr val="FFFFFF"/>
                </a:solidFill>
              </a:rPr>
              <a:t>Integrität</a:t>
            </a:r>
          </a:p>
        </p:txBody>
      </p:sp>
      <p:sp>
        <p:nvSpPr>
          <p:cNvPr id="214" name="Balken"/>
          <p:cNvSpPr/>
          <p:nvPr/>
        </p:nvSpPr>
        <p:spPr>
          <a:xfrm>
            <a:off x="7819000" y="4660000"/>
            <a:ext cx="3700000" cy="280000"/>
          </a:xfrm>
          <a:prstGeom prst="rect">
            <a:avLst/>
          </a:prstGeom>
          <a:solidFill>
            <a:srgbClr val="30343A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de-DE" sz="1000" b="1" dirty="0">
                <a:solidFill>
                  <a:srgbClr val="FFFFFF"/>
                </a:solidFill>
              </a:rPr>
              <a:t>Vertraulichkeit</a:t>
            </a:r>
          </a:p>
        </p:txBody>
      </p:sp>
      <p:sp>
        <p:nvSpPr>
          <p:cNvPr id="300" name="GATEWAY"/>
          <p:cNvSpPr/>
          <p:nvPr/>
        </p:nvSpPr>
        <p:spPr>
          <a:xfrm>
            <a:off x="5096000" y="2900000"/>
            <a:ext cx="2000000" cy="800000"/>
          </a:xfrm>
          <a:prstGeom prst="roundRect">
            <a:avLst/>
          </a:prstGeom>
          <a:solidFill>
            <a:srgbClr val="FF6E00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400" b="1" dirty="0">
                <a:solidFill>
                  <a:srgbClr val="FFFFFF"/>
                </a:solidFill>
              </a:rPr>
              <a:t>GATEWAY</a:t>
            </a:r>
          </a:p>
        </p:txBody>
      </p:sp>
      <p:sp>
        <p:nvSpPr>
          <p:cNvPr id="301" name="Doppelpfeil links"/>
          <p:cNvSpPr/>
          <p:nvPr/>
        </p:nvSpPr>
        <p:spPr>
          <a:xfrm>
            <a:off x="4600000" y="3210000"/>
            <a:ext cx="440000" cy="180000"/>
          </a:xfrm>
          <a:prstGeom prst="leftRightArrow">
            <a:avLst/>
          </a:prstGeom>
          <a:solidFill>
            <a:srgbClr val="FF6E00"/>
          </a:solidFill>
          <a:ln>
            <a:noFill/>
          </a:ln>
        </p:spPr>
        <p:txBody>
          <a:bodyPr wrap="square" lIns="0" tIns="0" rIns="0" bIns="0" anchor="ctr">
            <a:normAutofit fontScale="40000" lnSpcReduction="20000"/>
          </a:bodyPr>
          <a:lstStyle/>
          <a:p>
            <a:endParaRPr lang="de-DE"/>
          </a:p>
        </p:txBody>
      </p:sp>
      <p:sp>
        <p:nvSpPr>
          <p:cNvPr id="302" name="Doppelpfeil rechts"/>
          <p:cNvSpPr/>
          <p:nvPr/>
        </p:nvSpPr>
        <p:spPr>
          <a:xfrm>
            <a:off x="7156000" y="3210000"/>
            <a:ext cx="440000" cy="180000"/>
          </a:xfrm>
          <a:prstGeom prst="leftRightArrow">
            <a:avLst/>
          </a:prstGeom>
          <a:solidFill>
            <a:srgbClr val="FF6E00"/>
          </a:solidFill>
          <a:ln>
            <a:noFill/>
          </a:ln>
        </p:spPr>
        <p:txBody>
          <a:bodyPr wrap="square" lIns="0" tIns="0" rIns="0" bIns="0" anchor="ctr">
            <a:normAutofit fontScale="40000" lnSpcReduction="20000"/>
          </a:bodyPr>
          <a:lstStyle/>
          <a:p>
            <a:endParaRPr lang="de-DE"/>
          </a:p>
        </p:txBody>
      </p:sp>
      <p:sp>
        <p:nvSpPr>
          <p:cNvPr id="310" name="Schlusszeile"/>
          <p:cNvSpPr/>
          <p:nvPr/>
        </p:nvSpPr>
        <p:spPr>
          <a:xfrm>
            <a:off x="373063" y="5320000"/>
            <a:ext cx="11445937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dirty="0">
                <a:solidFill>
                  <a:srgbClr val="30343A"/>
                </a:solidFill>
              </a:rPr>
              <a:t>Sicherheitsgerichtete Komponente – und IT-erreichbarer Dienst.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373063" y="650591"/>
            <a:ext cx="11447462" cy="553998"/>
          </a:xfrm>
        </p:spPr>
        <p:txBody>
          <a:bodyPr/>
          <a:lstStyle/>
          <a:p>
            <a:r>
              <a:rPr lang="de-DE" sz="2800" b="1" dirty="0"/>
              <a:t>Zwei Welten, ein Übersetzer</a:t>
            </a:r>
          </a:p>
        </p:txBody>
      </p:sp>
      <p:sp>
        <p:nvSpPr>
          <p:cNvPr id="11" name="Kicker"/>
          <p:cNvSpPr>
            <a:spLocks noGrp="1"/>
          </p:cNvSpPr>
          <p:nvPr>
            <p:ph type="body" sz="quarter" idx="13"/>
          </p:nvPr>
        </p:nvSpPr>
        <p:spPr>
          <a:xfrm>
            <a:off x="373063" y="373592"/>
            <a:ext cx="11447462" cy="276999"/>
          </a:xfrm>
        </p:spPr>
        <p:txBody>
          <a:bodyPr/>
          <a:lstStyle/>
          <a:p>
            <a:r>
              <a:rPr lang="de-DE" dirty="0"/>
              <a:t>01 · MOTIVATION</a:t>
            </a:r>
          </a:p>
        </p:txBody>
      </p:sp>
      <p:sp>
        <p:nvSpPr>
          <p:cNvPr id="12" name="Footer"/>
          <p:cNvSpPr>
            <a:spLocks noGrp="1"/>
          </p:cNvSpPr>
          <p:nvPr>
            <p:ph type="ftr" sz="quarter" idx="11"/>
          </p:nvPr>
        </p:nvSpPr>
        <p:spPr>
          <a:xfrm>
            <a:off x="952318" y="6482964"/>
            <a:ext cx="3527607" cy="138499"/>
          </a:xfrm>
        </p:spPr>
        <p:txBody>
          <a:bodyPr/>
          <a:lstStyle/>
          <a:p>
            <a:r>
              <a:rPr lang="de-DE" dirty="0"/>
              <a:t>Nathalie Nuber</a:t>
            </a:r>
          </a:p>
        </p:txBody>
      </p:sp>
      <p:sp>
        <p:nvSpPr>
          <p:cNvPr id="13" name="Date"/>
          <p:cNvSpPr>
            <a:spLocks noGrp="1"/>
          </p:cNvSpPr>
          <p:nvPr>
            <p:ph type="dt" sz="half" idx="10"/>
          </p:nvPr>
        </p:nvSpPr>
        <p:spPr>
          <a:xfrm>
            <a:off x="10444922" y="6482964"/>
            <a:ext cx="1058860" cy="138499"/>
          </a:xfrm>
        </p:spPr>
        <p:txBody>
          <a:bodyPr/>
          <a:lstStyle/>
          <a:p>
            <a:r>
              <a:rPr lang="de-DE" dirty="0"/>
              <a:t>22.09.2026</a:t>
            </a:r>
          </a:p>
        </p:txBody>
      </p:sp>
      <p:sp>
        <p:nvSpPr>
          <p:cNvPr id="14" name="SlideNum"/>
          <p:cNvSpPr>
            <a:spLocks noGrp="1"/>
          </p:cNvSpPr>
          <p:nvPr>
            <p:ph type="sldNum" sz="quarter" idx="12"/>
          </p:nvPr>
        </p:nvSpPr>
        <p:spPr>
          <a:xfrm>
            <a:off x="11623675" y="6344464"/>
            <a:ext cx="196850" cy="276999"/>
          </a:xfrm>
        </p:spPr>
        <p:txBody>
          <a:bodyPr/>
          <a:lstStyle/>
          <a:p>
            <a:fld id="{F7C3D2A8-1B44-4E6C-8A90-3D5E7F9C2A19}" type="slidenum">
              <a:rPr lang="de-DE"/>
              <a:t>2</a:t>
            </a:fld>
            <a:endParaRPr lang="de-DE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101" grpId="0" animBg="1"/>
      <p:bldP spid="102" grpId="0"/>
      <p:bldP spid="103" grpId="0" animBg="1"/>
      <p:bldP spid="104" grpId="0" animBg="1"/>
      <p:bldP spid="105" grpId="0"/>
      <p:bldP spid="106" grpId="0" animBg="1"/>
      <p:bldP spid="107" grpId="0" animBg="1"/>
      <p:bldP spid="108" grpId="0"/>
      <p:bldP spid="109" grpId="0" animBg="1"/>
      <p:bldP spid="110" grpId="0" animBg="1"/>
      <p:bldP spid="111" grpId="0"/>
      <p:bldP spid="112" grpId="0" animBg="1"/>
      <p:bldP spid="113" grpId="0" animBg="1"/>
      <p:bldP spid="114" grpId="0" animBg="1"/>
      <p:bldP spid="200" grpId="0" animBg="1"/>
      <p:bldP spid="201" grpId="0" animBg="1"/>
      <p:bldP spid="202" grpId="0"/>
      <p:bldP spid="203" grpId="0" animBg="1"/>
      <p:bldP spid="204" grpId="0" animBg="1"/>
      <p:bldP spid="205" grpId="0"/>
      <p:bldP spid="206" grpId="0" animBg="1"/>
      <p:bldP spid="207" grpId="0" animBg="1"/>
      <p:bldP spid="208" grpId="0"/>
      <p:bldP spid="209" grpId="0" animBg="1"/>
      <p:bldP spid="210" grpId="0" animBg="1"/>
      <p:bldP spid="211" grpId="0"/>
      <p:bldP spid="212" grpId="0" animBg="1"/>
      <p:bldP spid="213" grpId="0" animBg="1"/>
      <p:bldP spid="214" grpId="0" animBg="1"/>
      <p:bldP spid="300" grpId="0" animBg="1"/>
      <p:bldP spid="301" grpId="0" animBg="1"/>
      <p:bldP spid="302" grpId="0" animBg="1"/>
      <p:bldP spid="3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Label"/>
          <p:cNvSpPr/>
          <p:nvPr/>
        </p:nvSpPr>
        <p:spPr>
          <a:xfrm>
            <a:off x="373063" y="1730000"/>
            <a:ext cx="15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de-DE" sz="1150" b="1" dirty="0">
                <a:solidFill>
                  <a:srgbClr val="30343A"/>
                </a:solidFill>
              </a:rPr>
              <a:t>Rechtsform</a:t>
            </a:r>
          </a:p>
        </p:txBody>
      </p:sp>
      <p:sp>
        <p:nvSpPr>
          <p:cNvPr id="101" name="Alt"/>
          <p:cNvSpPr/>
          <p:nvPr/>
        </p:nvSpPr>
        <p:spPr>
          <a:xfrm>
            <a:off x="1960000" y="1730000"/>
            <a:ext cx="3900000" cy="520000"/>
          </a:xfrm>
          <a:prstGeom prst="rect">
            <a:avLst/>
          </a:prstGeom>
          <a:solidFill>
            <a:srgbClr val="D9D9D9">
              <a:alpha val="45000"/>
            </a:srgbClr>
          </a:solidFill>
          <a:ln>
            <a:noFill/>
          </a:ln>
        </p:spPr>
        <p:txBody>
          <a:bodyPr wrap="square" lIns="140000" tIns="0" rIns="140000" bIns="0" anchor="ctr">
            <a:normAutofit/>
          </a:bodyPr>
          <a:lstStyle/>
          <a:p>
            <a:pPr algn="l">
              <a:buNone/>
            </a:pPr>
            <a:r>
              <a:rPr lang="de-DE" sz="1150" b="0" dirty="0">
                <a:solidFill>
                  <a:srgbClr val="5B666F"/>
                </a:solidFill>
              </a:rPr>
              <a:t>Richtlinie · national umgesetzt</a:t>
            </a:r>
          </a:p>
        </p:txBody>
      </p:sp>
      <p:sp>
        <p:nvSpPr>
          <p:cNvPr id="102" name="Pfeil"/>
          <p:cNvSpPr/>
          <p:nvPr/>
        </p:nvSpPr>
        <p:spPr>
          <a:xfrm>
            <a:off x="6010000" y="1900000"/>
            <a:ext cx="300000" cy="180000"/>
          </a:xfrm>
          <a:prstGeom prst="rightArrow">
            <a:avLst/>
          </a:prstGeom>
          <a:solidFill>
            <a:srgbClr val="FF6E00"/>
          </a:solidFill>
          <a:ln>
            <a:noFill/>
          </a:ln>
        </p:spPr>
        <p:txBody>
          <a:bodyPr wrap="square" lIns="140000" tIns="0" rIns="140000" bIns="0" anchor="ctr">
            <a:normAutofit fontScale="40000" lnSpcReduction="20000"/>
          </a:bodyPr>
          <a:lstStyle/>
          <a:p>
            <a:endParaRPr lang="de-DE"/>
          </a:p>
        </p:txBody>
      </p:sp>
      <p:sp>
        <p:nvSpPr>
          <p:cNvPr id="103" name="Neu"/>
          <p:cNvSpPr/>
          <p:nvPr/>
        </p:nvSpPr>
        <p:spPr>
          <a:xfrm>
            <a:off x="6430000" y="1730000"/>
            <a:ext cx="5389000" cy="520000"/>
          </a:xfrm>
          <a:prstGeom prst="rect">
            <a:avLst/>
          </a:prstGeom>
          <a:solidFill>
            <a:srgbClr val="FF6E00">
              <a:alpha val="20000"/>
            </a:srgbClr>
          </a:solidFill>
          <a:ln>
            <a:noFill/>
          </a:ln>
        </p:spPr>
        <p:txBody>
          <a:bodyPr wrap="square" lIns="140000" tIns="0" rIns="140000" bIns="0" anchor="ctr">
            <a:normAutofit/>
          </a:bodyPr>
          <a:lstStyle/>
          <a:p>
            <a:pPr algn="l">
              <a:buNone/>
            </a:pPr>
            <a:r>
              <a:rPr lang="de-DE" sz="1150" b="1" dirty="0">
                <a:solidFill>
                  <a:srgbClr val="30343A"/>
                </a:solidFill>
              </a:rPr>
              <a:t>Verordnung · unmittelbar gültig</a:t>
            </a:r>
          </a:p>
        </p:txBody>
      </p:sp>
      <p:sp>
        <p:nvSpPr>
          <p:cNvPr id="119" name="Hervorhebung"/>
          <p:cNvSpPr/>
          <p:nvPr/>
        </p:nvSpPr>
        <p:spPr>
          <a:xfrm>
            <a:off x="313063" y="2320000"/>
            <a:ext cx="11565937" cy="660000"/>
          </a:xfrm>
          <a:prstGeom prst="rect">
            <a:avLst/>
          </a:prstGeom>
          <a:noFill/>
          <a:ln w="28575">
            <a:solidFill>
              <a:srgbClr val="FF6E00"/>
            </a:solidFill>
          </a:ln>
        </p:spPr>
        <p:txBody>
          <a:bodyPr wrap="square" lIns="140000" tIns="0" rIns="140000" bIns="0" anchor="ctr">
            <a:normAutofit/>
          </a:bodyPr>
          <a:lstStyle/>
          <a:p>
            <a:endParaRPr lang="de-DE"/>
          </a:p>
        </p:txBody>
      </p:sp>
      <p:sp>
        <p:nvSpPr>
          <p:cNvPr id="110" name="Label"/>
          <p:cNvSpPr/>
          <p:nvPr/>
        </p:nvSpPr>
        <p:spPr>
          <a:xfrm>
            <a:off x="373063" y="2390000"/>
            <a:ext cx="15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de-DE" sz="1150" b="1" dirty="0">
                <a:solidFill>
                  <a:srgbClr val="30343A"/>
                </a:solidFill>
              </a:rPr>
              <a:t>Cybersecurity</a:t>
            </a:r>
          </a:p>
        </p:txBody>
      </p:sp>
      <p:sp>
        <p:nvSpPr>
          <p:cNvPr id="111" name="Alt"/>
          <p:cNvSpPr/>
          <p:nvPr/>
        </p:nvSpPr>
        <p:spPr>
          <a:xfrm>
            <a:off x="1960000" y="2390000"/>
            <a:ext cx="3900000" cy="520000"/>
          </a:xfrm>
          <a:prstGeom prst="rect">
            <a:avLst/>
          </a:prstGeom>
          <a:solidFill>
            <a:srgbClr val="D9D9D9">
              <a:alpha val="45000"/>
            </a:srgbClr>
          </a:solidFill>
          <a:ln>
            <a:noFill/>
          </a:ln>
        </p:spPr>
        <p:txBody>
          <a:bodyPr wrap="square" lIns="140000" tIns="0" rIns="140000" bIns="0" anchor="ctr">
            <a:normAutofit/>
          </a:bodyPr>
          <a:lstStyle/>
          <a:p>
            <a:pPr algn="l">
              <a:buNone/>
            </a:pPr>
            <a:r>
              <a:rPr lang="de-DE" sz="1150" b="0" dirty="0">
                <a:solidFill>
                  <a:srgbClr val="5B666F"/>
                </a:solidFill>
              </a:rPr>
              <a:t>nicht adressiert</a:t>
            </a:r>
          </a:p>
        </p:txBody>
      </p:sp>
      <p:sp>
        <p:nvSpPr>
          <p:cNvPr id="112" name="Pfeil"/>
          <p:cNvSpPr/>
          <p:nvPr/>
        </p:nvSpPr>
        <p:spPr>
          <a:xfrm>
            <a:off x="6010000" y="2560000"/>
            <a:ext cx="300000" cy="180000"/>
          </a:xfrm>
          <a:prstGeom prst="rightArrow">
            <a:avLst/>
          </a:prstGeom>
          <a:solidFill>
            <a:srgbClr val="FF6E00"/>
          </a:solidFill>
          <a:ln>
            <a:noFill/>
          </a:ln>
        </p:spPr>
        <p:txBody>
          <a:bodyPr wrap="square" lIns="140000" tIns="0" rIns="140000" bIns="0" anchor="ctr">
            <a:normAutofit fontScale="40000" lnSpcReduction="20000"/>
          </a:bodyPr>
          <a:lstStyle/>
          <a:p>
            <a:endParaRPr lang="de-DE"/>
          </a:p>
        </p:txBody>
      </p:sp>
      <p:sp>
        <p:nvSpPr>
          <p:cNvPr id="113" name="Neu"/>
          <p:cNvSpPr/>
          <p:nvPr/>
        </p:nvSpPr>
        <p:spPr>
          <a:xfrm>
            <a:off x="6430000" y="2390000"/>
            <a:ext cx="5389000" cy="520000"/>
          </a:xfrm>
          <a:prstGeom prst="rect">
            <a:avLst/>
          </a:prstGeom>
          <a:solidFill>
            <a:srgbClr val="FF6E00">
              <a:alpha val="20000"/>
            </a:srgbClr>
          </a:solidFill>
          <a:ln>
            <a:noFill/>
          </a:ln>
        </p:spPr>
        <p:txBody>
          <a:bodyPr wrap="square" lIns="140000" tIns="0" rIns="140000" bIns="0" anchor="ctr">
            <a:normAutofit/>
          </a:bodyPr>
          <a:lstStyle/>
          <a:p>
            <a:pPr algn="l">
              <a:buNone/>
            </a:pPr>
            <a:r>
              <a:rPr lang="de-DE" sz="1150" b="1" dirty="0">
                <a:solidFill>
                  <a:srgbClr val="30343A"/>
                </a:solidFill>
              </a:rPr>
              <a:t>Pflicht in der Konformitätsbewertung</a:t>
            </a:r>
          </a:p>
        </p:txBody>
      </p:sp>
      <p:sp>
        <p:nvSpPr>
          <p:cNvPr id="120" name="Label"/>
          <p:cNvSpPr/>
          <p:nvPr/>
        </p:nvSpPr>
        <p:spPr>
          <a:xfrm>
            <a:off x="373063" y="3050000"/>
            <a:ext cx="15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de-DE" sz="1150" b="1" dirty="0">
                <a:solidFill>
                  <a:srgbClr val="30343A"/>
                </a:solidFill>
              </a:rPr>
              <a:t>Software</a:t>
            </a:r>
          </a:p>
        </p:txBody>
      </p:sp>
      <p:sp>
        <p:nvSpPr>
          <p:cNvPr id="121" name="Alt"/>
          <p:cNvSpPr/>
          <p:nvPr/>
        </p:nvSpPr>
        <p:spPr>
          <a:xfrm>
            <a:off x="1960000" y="3050000"/>
            <a:ext cx="3900000" cy="520000"/>
          </a:xfrm>
          <a:prstGeom prst="rect">
            <a:avLst/>
          </a:prstGeom>
          <a:solidFill>
            <a:srgbClr val="D9D9D9">
              <a:alpha val="45000"/>
            </a:srgbClr>
          </a:solidFill>
          <a:ln>
            <a:noFill/>
          </a:ln>
        </p:spPr>
        <p:txBody>
          <a:bodyPr wrap="square" lIns="140000" tIns="0" rIns="140000" bIns="0" anchor="ctr">
            <a:normAutofit/>
          </a:bodyPr>
          <a:lstStyle/>
          <a:p>
            <a:pPr algn="l">
              <a:buNone/>
            </a:pPr>
            <a:r>
              <a:rPr lang="de-DE" sz="1150" b="0" dirty="0">
                <a:solidFill>
                  <a:srgbClr val="5B666F"/>
                </a:solidFill>
              </a:rPr>
              <a:t>kein Bauteil</a:t>
            </a:r>
          </a:p>
        </p:txBody>
      </p:sp>
      <p:sp>
        <p:nvSpPr>
          <p:cNvPr id="122" name="Pfeil"/>
          <p:cNvSpPr/>
          <p:nvPr/>
        </p:nvSpPr>
        <p:spPr>
          <a:xfrm>
            <a:off x="6010000" y="3220000"/>
            <a:ext cx="300000" cy="180000"/>
          </a:xfrm>
          <a:prstGeom prst="rightArrow">
            <a:avLst/>
          </a:prstGeom>
          <a:solidFill>
            <a:srgbClr val="FF6E00"/>
          </a:solidFill>
          <a:ln>
            <a:noFill/>
          </a:ln>
        </p:spPr>
        <p:txBody>
          <a:bodyPr wrap="square" lIns="140000" tIns="0" rIns="140000" bIns="0" anchor="ctr">
            <a:normAutofit fontScale="40000" lnSpcReduction="20000"/>
          </a:bodyPr>
          <a:lstStyle/>
          <a:p>
            <a:endParaRPr lang="de-DE"/>
          </a:p>
        </p:txBody>
      </p:sp>
      <p:sp>
        <p:nvSpPr>
          <p:cNvPr id="123" name="Neu"/>
          <p:cNvSpPr/>
          <p:nvPr/>
        </p:nvSpPr>
        <p:spPr>
          <a:xfrm>
            <a:off x="6430000" y="3050000"/>
            <a:ext cx="5389000" cy="520000"/>
          </a:xfrm>
          <a:prstGeom prst="rect">
            <a:avLst/>
          </a:prstGeom>
          <a:solidFill>
            <a:srgbClr val="FF6E00">
              <a:alpha val="20000"/>
            </a:srgbClr>
          </a:solidFill>
          <a:ln>
            <a:noFill/>
          </a:ln>
        </p:spPr>
        <p:txBody>
          <a:bodyPr wrap="square" lIns="140000" tIns="0" rIns="140000" bIns="0" anchor="ctr">
            <a:normAutofit/>
          </a:bodyPr>
          <a:lstStyle/>
          <a:p>
            <a:pPr algn="l">
              <a:buNone/>
            </a:pPr>
            <a:r>
              <a:rPr lang="de-DE" sz="1150" b="1" dirty="0">
                <a:solidFill>
                  <a:srgbClr val="30343A"/>
                </a:solidFill>
              </a:rPr>
              <a:t>Sicherheitsbauteil · Anhang II</a:t>
            </a:r>
          </a:p>
        </p:txBody>
      </p:sp>
      <p:sp>
        <p:nvSpPr>
          <p:cNvPr id="130" name="Label"/>
          <p:cNvSpPr/>
          <p:nvPr/>
        </p:nvSpPr>
        <p:spPr>
          <a:xfrm>
            <a:off x="373063" y="3710000"/>
            <a:ext cx="15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de-DE" sz="1150" b="1" dirty="0">
                <a:solidFill>
                  <a:srgbClr val="30343A"/>
                </a:solidFill>
              </a:rPr>
              <a:t>Struktur</a:t>
            </a:r>
          </a:p>
        </p:txBody>
      </p:sp>
      <p:sp>
        <p:nvSpPr>
          <p:cNvPr id="131" name="Alt"/>
          <p:cNvSpPr/>
          <p:nvPr/>
        </p:nvSpPr>
        <p:spPr>
          <a:xfrm>
            <a:off x="1960000" y="3710000"/>
            <a:ext cx="3900000" cy="520000"/>
          </a:xfrm>
          <a:prstGeom prst="rect">
            <a:avLst/>
          </a:prstGeom>
          <a:solidFill>
            <a:srgbClr val="D9D9D9">
              <a:alpha val="45000"/>
            </a:srgbClr>
          </a:solidFill>
          <a:ln>
            <a:noFill/>
          </a:ln>
        </p:spPr>
        <p:txBody>
          <a:bodyPr wrap="square" lIns="140000" tIns="0" rIns="140000" bIns="0" anchor="ctr">
            <a:normAutofit/>
          </a:bodyPr>
          <a:lstStyle/>
          <a:p>
            <a:pPr algn="l">
              <a:buNone/>
            </a:pPr>
            <a:r>
              <a:rPr lang="de-DE" sz="1150" b="0" dirty="0">
                <a:solidFill>
                  <a:srgbClr val="5B666F"/>
                </a:solidFill>
              </a:rPr>
              <a:t>Anhang I</a:t>
            </a:r>
          </a:p>
        </p:txBody>
      </p:sp>
      <p:sp>
        <p:nvSpPr>
          <p:cNvPr id="132" name="Pfeil"/>
          <p:cNvSpPr/>
          <p:nvPr/>
        </p:nvSpPr>
        <p:spPr>
          <a:xfrm>
            <a:off x="6010000" y="3880000"/>
            <a:ext cx="300000" cy="180000"/>
          </a:xfrm>
          <a:prstGeom prst="rightArrow">
            <a:avLst/>
          </a:prstGeom>
          <a:solidFill>
            <a:srgbClr val="FF6E00"/>
          </a:solidFill>
          <a:ln>
            <a:noFill/>
          </a:ln>
        </p:spPr>
        <p:txBody>
          <a:bodyPr wrap="square" lIns="140000" tIns="0" rIns="140000" bIns="0" anchor="ctr">
            <a:normAutofit fontScale="40000" lnSpcReduction="20000"/>
          </a:bodyPr>
          <a:lstStyle/>
          <a:p>
            <a:endParaRPr lang="de-DE"/>
          </a:p>
        </p:txBody>
      </p:sp>
      <p:sp>
        <p:nvSpPr>
          <p:cNvPr id="133" name="Neu"/>
          <p:cNvSpPr/>
          <p:nvPr/>
        </p:nvSpPr>
        <p:spPr>
          <a:xfrm>
            <a:off x="6430000" y="3710000"/>
            <a:ext cx="5389000" cy="520000"/>
          </a:xfrm>
          <a:prstGeom prst="rect">
            <a:avLst/>
          </a:prstGeom>
          <a:solidFill>
            <a:srgbClr val="FF6E00">
              <a:alpha val="20000"/>
            </a:srgbClr>
          </a:solidFill>
          <a:ln>
            <a:noFill/>
          </a:ln>
        </p:spPr>
        <p:txBody>
          <a:bodyPr wrap="square" lIns="140000" tIns="0" rIns="140000" bIns="0" anchor="ctr">
            <a:normAutofit/>
          </a:bodyPr>
          <a:lstStyle/>
          <a:p>
            <a:pPr algn="l">
              <a:buNone/>
            </a:pPr>
            <a:r>
              <a:rPr lang="de-DE" sz="1150" b="1" dirty="0">
                <a:solidFill>
                  <a:srgbClr val="30343A"/>
                </a:solidFill>
              </a:rPr>
              <a:t>Anhang III · 1.1.9 · 1.2.1</a:t>
            </a:r>
          </a:p>
        </p:txBody>
      </p:sp>
      <p:sp>
        <p:nvSpPr>
          <p:cNvPr id="140" name="Label"/>
          <p:cNvSpPr/>
          <p:nvPr/>
        </p:nvSpPr>
        <p:spPr>
          <a:xfrm>
            <a:off x="373063" y="4370000"/>
            <a:ext cx="15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de-DE" sz="1150" b="1" dirty="0">
                <a:solidFill>
                  <a:srgbClr val="30343A"/>
                </a:solidFill>
              </a:rPr>
              <a:t>Geltung</a:t>
            </a:r>
          </a:p>
        </p:txBody>
      </p:sp>
      <p:sp>
        <p:nvSpPr>
          <p:cNvPr id="141" name="Alt"/>
          <p:cNvSpPr/>
          <p:nvPr/>
        </p:nvSpPr>
        <p:spPr>
          <a:xfrm>
            <a:off x="1960000" y="4370000"/>
            <a:ext cx="3900000" cy="520000"/>
          </a:xfrm>
          <a:prstGeom prst="rect">
            <a:avLst/>
          </a:prstGeom>
          <a:solidFill>
            <a:srgbClr val="D9D9D9">
              <a:alpha val="45000"/>
            </a:srgbClr>
          </a:solidFill>
          <a:ln>
            <a:noFill/>
          </a:ln>
        </p:spPr>
        <p:txBody>
          <a:bodyPr wrap="square" lIns="140000" tIns="0" rIns="140000" bIns="0" anchor="ctr">
            <a:normAutofit/>
          </a:bodyPr>
          <a:lstStyle/>
          <a:p>
            <a:pPr algn="l">
              <a:buNone/>
            </a:pPr>
            <a:r>
              <a:rPr lang="de-DE" sz="1150" b="0" dirty="0">
                <a:solidFill>
                  <a:srgbClr val="5B666F"/>
                </a:solidFill>
              </a:rPr>
              <a:t>bis 19.01.2027</a:t>
            </a:r>
          </a:p>
        </p:txBody>
      </p:sp>
      <p:sp>
        <p:nvSpPr>
          <p:cNvPr id="142" name="Pfeil"/>
          <p:cNvSpPr/>
          <p:nvPr/>
        </p:nvSpPr>
        <p:spPr>
          <a:xfrm>
            <a:off x="6010000" y="4540000"/>
            <a:ext cx="300000" cy="180000"/>
          </a:xfrm>
          <a:prstGeom prst="rightArrow">
            <a:avLst/>
          </a:prstGeom>
          <a:solidFill>
            <a:srgbClr val="FF6E00"/>
          </a:solidFill>
          <a:ln>
            <a:noFill/>
          </a:ln>
        </p:spPr>
        <p:txBody>
          <a:bodyPr wrap="square" lIns="140000" tIns="0" rIns="140000" bIns="0" anchor="ctr">
            <a:normAutofit fontScale="40000" lnSpcReduction="20000"/>
          </a:bodyPr>
          <a:lstStyle/>
          <a:p>
            <a:endParaRPr lang="de-DE"/>
          </a:p>
        </p:txBody>
      </p:sp>
      <p:sp>
        <p:nvSpPr>
          <p:cNvPr id="143" name="Neu"/>
          <p:cNvSpPr/>
          <p:nvPr/>
        </p:nvSpPr>
        <p:spPr>
          <a:xfrm>
            <a:off x="6430000" y="4370000"/>
            <a:ext cx="5389000" cy="520000"/>
          </a:xfrm>
          <a:prstGeom prst="rect">
            <a:avLst/>
          </a:prstGeom>
          <a:solidFill>
            <a:srgbClr val="FF6E00">
              <a:alpha val="20000"/>
            </a:srgbClr>
          </a:solidFill>
          <a:ln>
            <a:noFill/>
          </a:ln>
        </p:spPr>
        <p:txBody>
          <a:bodyPr wrap="square" lIns="140000" tIns="0" rIns="140000" bIns="0" anchor="ctr">
            <a:normAutofit/>
          </a:bodyPr>
          <a:lstStyle/>
          <a:p>
            <a:pPr algn="l">
              <a:buNone/>
            </a:pPr>
            <a:r>
              <a:rPr lang="de-DE" sz="1150" b="1" dirty="0">
                <a:solidFill>
                  <a:srgbClr val="30343A"/>
                </a:solidFill>
              </a:rPr>
              <a:t>ab 20.01.2027 · Stichtag</a:t>
            </a:r>
          </a:p>
        </p:txBody>
      </p:sp>
      <p:sp>
        <p:nvSpPr>
          <p:cNvPr id="300" name="Schlusszeile"/>
          <p:cNvSpPr/>
          <p:nvPr/>
        </p:nvSpPr>
        <p:spPr>
          <a:xfrm>
            <a:off x="373063" y="5250000"/>
            <a:ext cx="11445937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de-DE" sz="1800" b="1" dirty="0">
                <a:solidFill>
                  <a:srgbClr val="30343A"/>
                </a:solidFill>
              </a:rPr>
              <a:t>Security wird zur Voraussetzung von Safety.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373063" y="650591"/>
            <a:ext cx="11447462" cy="553998"/>
          </a:xfrm>
        </p:spPr>
        <p:txBody>
          <a:bodyPr/>
          <a:lstStyle/>
          <a:p>
            <a:r>
              <a:rPr lang="de-DE" sz="2800" b="1" dirty="0"/>
              <a:t>2006/42/EG → (EU) 2023/1230</a:t>
            </a:r>
          </a:p>
        </p:txBody>
      </p:sp>
      <p:sp>
        <p:nvSpPr>
          <p:cNvPr id="11" name="Kicker"/>
          <p:cNvSpPr>
            <a:spLocks noGrp="1"/>
          </p:cNvSpPr>
          <p:nvPr>
            <p:ph type="body" sz="quarter" idx="13"/>
          </p:nvPr>
        </p:nvSpPr>
        <p:spPr>
          <a:xfrm>
            <a:off x="373063" y="373592"/>
            <a:ext cx="11447462" cy="276999"/>
          </a:xfrm>
        </p:spPr>
        <p:txBody>
          <a:bodyPr/>
          <a:lstStyle/>
          <a:p>
            <a:r>
              <a:rPr lang="de-DE" dirty="0"/>
              <a:t>01 · MOTIVATION</a:t>
            </a:r>
          </a:p>
        </p:txBody>
      </p:sp>
      <p:sp>
        <p:nvSpPr>
          <p:cNvPr id="12" name="Footer"/>
          <p:cNvSpPr>
            <a:spLocks noGrp="1"/>
          </p:cNvSpPr>
          <p:nvPr>
            <p:ph type="ftr" sz="quarter" idx="11"/>
          </p:nvPr>
        </p:nvSpPr>
        <p:spPr>
          <a:xfrm>
            <a:off x="952318" y="6482964"/>
            <a:ext cx="3527607" cy="138499"/>
          </a:xfrm>
        </p:spPr>
        <p:txBody>
          <a:bodyPr/>
          <a:lstStyle/>
          <a:p>
            <a:r>
              <a:rPr lang="de-DE" dirty="0"/>
              <a:t>Nathalie Nuber</a:t>
            </a:r>
          </a:p>
        </p:txBody>
      </p:sp>
      <p:sp>
        <p:nvSpPr>
          <p:cNvPr id="13" name="Date"/>
          <p:cNvSpPr>
            <a:spLocks noGrp="1"/>
          </p:cNvSpPr>
          <p:nvPr>
            <p:ph type="dt" sz="half" idx="10"/>
          </p:nvPr>
        </p:nvSpPr>
        <p:spPr>
          <a:xfrm>
            <a:off x="10444922" y="6482964"/>
            <a:ext cx="1058860" cy="138499"/>
          </a:xfrm>
        </p:spPr>
        <p:txBody>
          <a:bodyPr/>
          <a:lstStyle/>
          <a:p>
            <a:r>
              <a:rPr lang="de-DE" dirty="0"/>
              <a:t>22.09.2026</a:t>
            </a:r>
          </a:p>
        </p:txBody>
      </p:sp>
      <p:sp>
        <p:nvSpPr>
          <p:cNvPr id="14" name="SlideNum"/>
          <p:cNvSpPr>
            <a:spLocks noGrp="1"/>
          </p:cNvSpPr>
          <p:nvPr>
            <p:ph type="sldNum" sz="quarter" idx="12"/>
          </p:nvPr>
        </p:nvSpPr>
        <p:spPr>
          <a:xfrm>
            <a:off x="11623675" y="6344464"/>
            <a:ext cx="196850" cy="276999"/>
          </a:xfrm>
        </p:spPr>
        <p:txBody>
          <a:bodyPr/>
          <a:lstStyle/>
          <a:p>
            <a:fld id="{F7C3D2A8-1B44-4E6C-8A90-3D5E7F9C2A20}" type="slidenum">
              <a:rPr lang="de-DE"/>
              <a:t>3</a:t>
            </a:fld>
            <a:endParaRPr lang="de-DE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101" grpId="0" animBg="1"/>
      <p:bldP spid="102" grpId="0" animBg="1"/>
      <p:bldP spid="103" grpId="0" animBg="1"/>
      <p:bldP spid="119" grpId="0" animBg="1"/>
      <p:bldP spid="110" grpId="0"/>
      <p:bldP spid="111" grpId="0" animBg="1"/>
      <p:bldP spid="112" grpId="0" animBg="1"/>
      <p:bldP spid="113" grpId="0" animBg="1"/>
      <p:bldP spid="120" grpId="0"/>
      <p:bldP spid="121" grpId="0" animBg="1"/>
      <p:bldP spid="122" grpId="0" animBg="1"/>
      <p:bldP spid="123" grpId="0" animBg="1"/>
      <p:bldP spid="130" grpId="0"/>
      <p:bldP spid="131" grpId="0" animBg="1"/>
      <p:bldP spid="132" grpId="0" animBg="1"/>
      <p:bldP spid="133" grpId="0" animBg="1"/>
      <p:bldP spid="140" grpId="0"/>
      <p:bldP spid="141" grpId="0" animBg="1"/>
      <p:bldP spid="142" grpId="0" animBg="1"/>
      <p:bldP spid="143" grpId="0" animBg="1"/>
      <p:bldP spid="30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Karte"/>
          <p:cNvSpPr/>
          <p:nvPr/>
        </p:nvSpPr>
        <p:spPr>
          <a:xfrm>
            <a:off x="373063" y="1620000"/>
            <a:ext cx="5522968" cy="3900000"/>
          </a:xfrm>
          <a:prstGeom prst="rect">
            <a:avLst/>
          </a:prstGeom>
          <a:solidFill>
            <a:srgbClr val="D9D9D9">
              <a:alpha val="28000"/>
            </a:srgbClr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endParaRPr lang="de-DE"/>
          </a:p>
        </p:txBody>
      </p:sp>
      <p:sp>
        <p:nvSpPr>
          <p:cNvPr id="101" name="Kante"/>
          <p:cNvSpPr/>
          <p:nvPr/>
        </p:nvSpPr>
        <p:spPr>
          <a:xfrm>
            <a:off x="373063" y="1620000"/>
            <a:ext cx="110000" cy="3900000"/>
          </a:xfrm>
          <a:prstGeom prst="rect">
            <a:avLst/>
          </a:prstGeom>
          <a:solidFill>
            <a:srgbClr val="808890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endParaRPr lang="de-DE"/>
          </a:p>
        </p:txBody>
      </p:sp>
      <p:sp>
        <p:nvSpPr>
          <p:cNvPr id="102" name="Kopf"/>
          <p:cNvSpPr/>
          <p:nvPr/>
        </p:nvSpPr>
        <p:spPr>
          <a:xfrm>
            <a:off x="673063" y="1870000"/>
            <a:ext cx="4922968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de-DE" sz="1600" b="1" dirty="0">
                <a:solidFill>
                  <a:srgbClr val="30343A"/>
                </a:solidFill>
              </a:rPr>
              <a:t>Heute</a:t>
            </a:r>
          </a:p>
        </p:txBody>
      </p:sp>
      <p:sp>
        <p:nvSpPr>
          <p:cNvPr id="103" name="Kreis"/>
          <p:cNvSpPr/>
          <p:nvPr/>
        </p:nvSpPr>
        <p:spPr>
          <a:xfrm>
            <a:off x="673063" y="2780000"/>
            <a:ext cx="380000" cy="380000"/>
          </a:xfrm>
          <a:prstGeom prst="ellipse">
            <a:avLst/>
          </a:prstGeom>
          <a:solidFill>
            <a:srgbClr val="808890"/>
          </a:solidFill>
          <a:ln>
            <a:noFill/>
          </a:ln>
        </p:spPr>
        <p:txBody>
          <a:bodyPr wrap="square" lIns="0" tIns="0" rIns="0" bIns="0" anchor="ctr">
            <a:normAutofit lnSpcReduction="10000"/>
          </a:bodyPr>
          <a:lstStyle/>
          <a:p>
            <a:endParaRPr lang="de-DE"/>
          </a:p>
        </p:txBody>
      </p:sp>
      <p:sp>
        <p:nvSpPr>
          <p:cNvPr id="104" name="Lupe"/>
          <p:cNvSpPr/>
          <p:nvPr/>
        </p:nvSpPr>
        <p:spPr>
          <a:xfrm>
            <a:off x="773063" y="2880000"/>
            <a:ext cx="130000" cy="130000"/>
          </a:xfrm>
          <a:prstGeom prst="ellipse">
            <a:avLst/>
          </a:prstGeom>
          <a:noFill/>
          <a:ln w="15875">
            <a:solidFill>
              <a:srgbClr val="FFFFFF"/>
            </a:solidFill>
          </a:ln>
        </p:spPr>
        <p:txBody>
          <a:bodyPr wrap="square" lIns="0" tIns="0" rIns="0" bIns="0" anchor="ctr">
            <a:normAutofit fontScale="40000" lnSpcReduction="20000"/>
          </a:bodyPr>
          <a:lstStyle/>
          <a:p>
            <a:endParaRPr lang="de-DE"/>
          </a:p>
        </p:txBody>
      </p:sp>
      <p:cxnSp>
        <p:nvCxnSpPr>
          <p:cNvPr id="105" name="Griff"/>
          <p:cNvCxnSpPr/>
          <p:nvPr/>
        </p:nvCxnSpPr>
        <p:spPr>
          <a:xfrm>
            <a:off x="888063" y="2995000"/>
            <a:ext cx="70000" cy="70000"/>
          </a:xfrm>
          <a:prstGeom prst="line">
            <a:avLst/>
          </a:prstGeom>
          <a:ln w="19050">
            <a:solidFill>
              <a:srgbClr val="FFFFFF"/>
            </a:solidFill>
          </a:ln>
        </p:spPr>
      </p:cxnSp>
      <p:sp>
        <p:nvSpPr>
          <p:cNvPr id="106" name="Schlagwort"/>
          <p:cNvSpPr/>
          <p:nvPr/>
        </p:nvSpPr>
        <p:spPr>
          <a:xfrm>
            <a:off x="1193063" y="2620000"/>
            <a:ext cx="4422968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de-DE" sz="1200" b="1" dirty="0">
                <a:solidFill>
                  <a:srgbClr val="30343A"/>
                </a:solidFill>
              </a:rPr>
              <a:t>spezifiziertes Verhalten</a:t>
            </a:r>
          </a:p>
        </p:txBody>
      </p:sp>
      <p:sp>
        <p:nvSpPr>
          <p:cNvPr id="107" name="Kreis"/>
          <p:cNvSpPr/>
          <p:nvPr/>
        </p:nvSpPr>
        <p:spPr>
          <a:xfrm>
            <a:off x="673063" y="3480000"/>
            <a:ext cx="380000" cy="380000"/>
          </a:xfrm>
          <a:prstGeom prst="ellipse">
            <a:avLst/>
          </a:prstGeom>
          <a:solidFill>
            <a:srgbClr val="808890"/>
          </a:solidFill>
          <a:ln>
            <a:noFill/>
          </a:ln>
        </p:spPr>
        <p:txBody>
          <a:bodyPr wrap="square" lIns="0" tIns="0" rIns="0" bIns="0" anchor="ctr">
            <a:normAutofit lnSpcReduction="10000"/>
          </a:bodyPr>
          <a:lstStyle/>
          <a:p>
            <a:endParaRPr lang="de-DE"/>
          </a:p>
        </p:txBody>
      </p:sp>
      <p:sp>
        <p:nvSpPr>
          <p:cNvPr id="108" name="Glyph"/>
          <p:cNvSpPr/>
          <p:nvPr/>
        </p:nvSpPr>
        <p:spPr>
          <a:xfrm>
            <a:off x="783063" y="3570000"/>
            <a:ext cx="160000" cy="190000"/>
          </a:xfrm>
          <a:prstGeom prst="cub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rmAutofit fontScale="62500" lnSpcReduction="20000"/>
          </a:bodyPr>
          <a:lstStyle/>
          <a:p>
            <a:endParaRPr lang="de-DE"/>
          </a:p>
        </p:txBody>
      </p:sp>
      <p:sp>
        <p:nvSpPr>
          <p:cNvPr id="109" name="Schlagwort"/>
          <p:cNvSpPr/>
          <p:nvPr/>
        </p:nvSpPr>
        <p:spPr>
          <a:xfrm>
            <a:off x="1193063" y="3320000"/>
            <a:ext cx="4422968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de-DE" sz="1200" b="1" dirty="0">
                <a:solidFill>
                  <a:srgbClr val="30343A"/>
                </a:solidFill>
              </a:rPr>
              <a:t>zufälliger Fehler</a:t>
            </a:r>
          </a:p>
        </p:txBody>
      </p:sp>
      <p:sp>
        <p:nvSpPr>
          <p:cNvPr id="110" name="Kreis"/>
          <p:cNvSpPr/>
          <p:nvPr/>
        </p:nvSpPr>
        <p:spPr>
          <a:xfrm>
            <a:off x="673063" y="4180000"/>
            <a:ext cx="380000" cy="380000"/>
          </a:xfrm>
          <a:prstGeom prst="ellipse">
            <a:avLst/>
          </a:prstGeom>
          <a:solidFill>
            <a:srgbClr val="808890"/>
          </a:solidFill>
          <a:ln>
            <a:noFill/>
          </a:ln>
        </p:spPr>
        <p:txBody>
          <a:bodyPr wrap="square" lIns="0" tIns="0" rIns="0" bIns="0" anchor="ctr">
            <a:normAutofit lnSpcReduction="10000"/>
          </a:bodyPr>
          <a:lstStyle/>
          <a:p>
            <a:endParaRPr lang="de-DE"/>
          </a:p>
        </p:txBody>
      </p:sp>
      <p:sp>
        <p:nvSpPr>
          <p:cNvPr id="111" name="Glyph"/>
          <p:cNvSpPr/>
          <p:nvPr/>
        </p:nvSpPr>
        <p:spPr>
          <a:xfrm>
            <a:off x="783063" y="4270000"/>
            <a:ext cx="160000" cy="190000"/>
          </a:xfrm>
          <a:prstGeom prst="flowChartDocumen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rmAutofit fontScale="62500" lnSpcReduction="20000"/>
          </a:bodyPr>
          <a:lstStyle/>
          <a:p>
            <a:endParaRPr lang="de-DE"/>
          </a:p>
        </p:txBody>
      </p:sp>
      <p:sp>
        <p:nvSpPr>
          <p:cNvPr id="112" name="Schlagwort"/>
          <p:cNvSpPr/>
          <p:nvPr/>
        </p:nvSpPr>
        <p:spPr>
          <a:xfrm>
            <a:off x="1193063" y="4020000"/>
            <a:ext cx="4422968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de-DE" sz="1200" b="1" dirty="0">
                <a:solidFill>
                  <a:srgbClr val="30343A"/>
                </a:solidFill>
              </a:rPr>
              <a:t>sicherer Zustand</a:t>
            </a:r>
          </a:p>
        </p:txBody>
      </p:sp>
      <p:sp>
        <p:nvSpPr>
          <p:cNvPr id="113" name="Kreis"/>
          <p:cNvSpPr/>
          <p:nvPr/>
        </p:nvSpPr>
        <p:spPr>
          <a:xfrm>
            <a:off x="673063" y="4880000"/>
            <a:ext cx="380000" cy="380000"/>
          </a:xfrm>
          <a:prstGeom prst="ellipse">
            <a:avLst/>
          </a:prstGeom>
          <a:solidFill>
            <a:srgbClr val="808890"/>
          </a:solidFill>
          <a:ln>
            <a:noFill/>
          </a:ln>
        </p:spPr>
        <p:txBody>
          <a:bodyPr wrap="square" lIns="0" tIns="0" rIns="0" bIns="0" anchor="ctr">
            <a:normAutofit lnSpcReduction="10000"/>
          </a:bodyPr>
          <a:lstStyle/>
          <a:p>
            <a:endParaRPr lang="de-DE"/>
          </a:p>
        </p:txBody>
      </p:sp>
      <p:sp>
        <p:nvSpPr>
          <p:cNvPr id="114" name="KeinAngreifer"/>
          <p:cNvSpPr/>
          <p:nvPr/>
        </p:nvSpPr>
        <p:spPr>
          <a:xfrm>
            <a:off x="773063" y="4980000"/>
            <a:ext cx="180000" cy="180000"/>
          </a:xfrm>
          <a:prstGeom prst="noSmoking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rmAutofit fontScale="55000" lnSpcReduction="20000"/>
          </a:bodyPr>
          <a:lstStyle/>
          <a:p>
            <a:endParaRPr lang="de-DE"/>
          </a:p>
        </p:txBody>
      </p:sp>
      <p:sp>
        <p:nvSpPr>
          <p:cNvPr id="115" name="Schlagwort"/>
          <p:cNvSpPr/>
          <p:nvPr/>
        </p:nvSpPr>
        <p:spPr>
          <a:xfrm>
            <a:off x="1193063" y="4720000"/>
            <a:ext cx="4422968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de-DE" sz="1200" b="1" dirty="0">
                <a:solidFill>
                  <a:srgbClr val="30343A"/>
                </a:solidFill>
              </a:rPr>
              <a:t>kein Angreifer</a:t>
            </a:r>
          </a:p>
        </p:txBody>
      </p:sp>
      <p:sp>
        <p:nvSpPr>
          <p:cNvPr id="200" name="Karte"/>
          <p:cNvSpPr/>
          <p:nvPr/>
        </p:nvSpPr>
        <p:spPr>
          <a:xfrm>
            <a:off x="6296032" y="1620000"/>
            <a:ext cx="5522968" cy="3900000"/>
          </a:xfrm>
          <a:prstGeom prst="rect">
            <a:avLst/>
          </a:prstGeom>
          <a:solidFill>
            <a:srgbClr val="D9D9D9">
              <a:alpha val="28000"/>
            </a:srgbClr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endParaRPr lang="de-DE"/>
          </a:p>
        </p:txBody>
      </p:sp>
      <p:sp>
        <p:nvSpPr>
          <p:cNvPr id="201" name="Kante"/>
          <p:cNvSpPr/>
          <p:nvPr/>
        </p:nvSpPr>
        <p:spPr>
          <a:xfrm>
            <a:off x="6296032" y="1620000"/>
            <a:ext cx="110000" cy="3900000"/>
          </a:xfrm>
          <a:prstGeom prst="rect">
            <a:avLst/>
          </a:prstGeom>
          <a:solidFill>
            <a:srgbClr val="FF6E00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endParaRPr lang="de-DE"/>
          </a:p>
        </p:txBody>
      </p:sp>
      <p:sp>
        <p:nvSpPr>
          <p:cNvPr id="202" name="Kopf"/>
          <p:cNvSpPr/>
          <p:nvPr/>
        </p:nvSpPr>
        <p:spPr>
          <a:xfrm>
            <a:off x="6596032" y="1870000"/>
            <a:ext cx="4922968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de-DE" sz="1600" b="1" dirty="0">
                <a:solidFill>
                  <a:srgbClr val="30343A"/>
                </a:solidFill>
              </a:rPr>
              <a:t>Künftig</a:t>
            </a:r>
          </a:p>
        </p:txBody>
      </p:sp>
      <p:sp>
        <p:nvSpPr>
          <p:cNvPr id="203" name="Kreis"/>
          <p:cNvSpPr/>
          <p:nvPr/>
        </p:nvSpPr>
        <p:spPr>
          <a:xfrm>
            <a:off x="6596032" y="2780000"/>
            <a:ext cx="380000" cy="38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 wrap="square" lIns="0" tIns="0" rIns="0" bIns="0" anchor="ctr">
            <a:normAutofit lnSpcReduction="10000"/>
          </a:bodyPr>
          <a:lstStyle/>
          <a:p>
            <a:endParaRPr lang="de-DE"/>
          </a:p>
        </p:txBody>
      </p:sp>
      <p:sp>
        <p:nvSpPr>
          <p:cNvPr id="204" name="Lupe"/>
          <p:cNvSpPr/>
          <p:nvPr/>
        </p:nvSpPr>
        <p:spPr>
          <a:xfrm>
            <a:off x="6696032" y="2880000"/>
            <a:ext cx="130000" cy="130000"/>
          </a:xfrm>
          <a:prstGeom prst="ellipse">
            <a:avLst/>
          </a:prstGeom>
          <a:noFill/>
          <a:ln w="15875">
            <a:solidFill>
              <a:srgbClr val="FFFFFF"/>
            </a:solidFill>
          </a:ln>
        </p:spPr>
        <p:txBody>
          <a:bodyPr wrap="square" lIns="0" tIns="0" rIns="0" bIns="0" anchor="ctr">
            <a:normAutofit fontScale="40000" lnSpcReduction="20000"/>
          </a:bodyPr>
          <a:lstStyle/>
          <a:p>
            <a:endParaRPr lang="de-DE"/>
          </a:p>
        </p:txBody>
      </p:sp>
      <p:cxnSp>
        <p:nvCxnSpPr>
          <p:cNvPr id="205" name="Griff"/>
          <p:cNvCxnSpPr/>
          <p:nvPr/>
        </p:nvCxnSpPr>
        <p:spPr>
          <a:xfrm>
            <a:off x="6811032" y="2995000"/>
            <a:ext cx="70000" cy="70000"/>
          </a:xfrm>
          <a:prstGeom prst="line">
            <a:avLst/>
          </a:prstGeom>
          <a:ln w="19050">
            <a:solidFill>
              <a:srgbClr val="FFFFFF"/>
            </a:solidFill>
          </a:ln>
        </p:spPr>
      </p:cxnSp>
      <p:sp>
        <p:nvSpPr>
          <p:cNvPr id="206" name="Schlagwort"/>
          <p:cNvSpPr/>
          <p:nvPr/>
        </p:nvSpPr>
        <p:spPr>
          <a:xfrm>
            <a:off x="7116032" y="2620000"/>
            <a:ext cx="4422968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de-DE" sz="1200" b="1" dirty="0">
                <a:solidFill>
                  <a:srgbClr val="30343A"/>
                </a:solidFill>
              </a:rPr>
              <a:t>Security-Funktion</a:t>
            </a:r>
          </a:p>
        </p:txBody>
      </p:sp>
      <p:sp>
        <p:nvSpPr>
          <p:cNvPr id="207" name="Kreis"/>
          <p:cNvSpPr/>
          <p:nvPr/>
        </p:nvSpPr>
        <p:spPr>
          <a:xfrm>
            <a:off x="6596032" y="3480000"/>
            <a:ext cx="380000" cy="38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 wrap="square" lIns="0" tIns="0" rIns="0" bIns="0" anchor="ctr">
            <a:normAutofit lnSpcReduction="10000"/>
          </a:bodyPr>
          <a:lstStyle/>
          <a:p>
            <a:endParaRPr lang="de-DE"/>
          </a:p>
        </p:txBody>
      </p:sp>
      <p:sp>
        <p:nvSpPr>
          <p:cNvPr id="208" name="Zielscheibe"/>
          <p:cNvSpPr/>
          <p:nvPr/>
        </p:nvSpPr>
        <p:spPr>
          <a:xfrm>
            <a:off x="6696032" y="3580000"/>
            <a:ext cx="180000" cy="180000"/>
          </a:xfrm>
          <a:prstGeom prst="donu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rmAutofit fontScale="55000" lnSpcReduction="20000"/>
          </a:bodyPr>
          <a:lstStyle/>
          <a:p>
            <a:endParaRPr lang="de-DE"/>
          </a:p>
        </p:txBody>
      </p:sp>
      <p:sp>
        <p:nvSpPr>
          <p:cNvPr id="209" name="Zentrum"/>
          <p:cNvSpPr/>
          <p:nvPr/>
        </p:nvSpPr>
        <p:spPr>
          <a:xfrm>
            <a:off x="6766032" y="3650000"/>
            <a:ext cx="40000" cy="4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rmAutofit fontScale="25000" lnSpcReduction="20000"/>
          </a:bodyPr>
          <a:lstStyle/>
          <a:p>
            <a:endParaRPr lang="de-DE"/>
          </a:p>
        </p:txBody>
      </p:sp>
      <p:sp>
        <p:nvSpPr>
          <p:cNvPr id="210" name="Schlagwort"/>
          <p:cNvSpPr/>
          <p:nvPr/>
        </p:nvSpPr>
        <p:spPr>
          <a:xfrm>
            <a:off x="7116032" y="3320000"/>
            <a:ext cx="4422968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de-DE" sz="1200" b="1" dirty="0">
                <a:solidFill>
                  <a:srgbClr val="30343A"/>
                </a:solidFill>
              </a:rPr>
              <a:t>vorsätzlicher Angreifer</a:t>
            </a:r>
          </a:p>
        </p:txBody>
      </p:sp>
      <p:sp>
        <p:nvSpPr>
          <p:cNvPr id="211" name="Kreis"/>
          <p:cNvSpPr/>
          <p:nvPr/>
        </p:nvSpPr>
        <p:spPr>
          <a:xfrm>
            <a:off x="6596032" y="4180000"/>
            <a:ext cx="380000" cy="38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 wrap="square" lIns="0" tIns="0" rIns="0" bIns="0" anchor="ctr">
            <a:normAutofit lnSpcReduction="10000"/>
          </a:bodyPr>
          <a:lstStyle/>
          <a:p>
            <a:endParaRPr lang="de-DE"/>
          </a:p>
        </p:txBody>
      </p:sp>
      <p:sp>
        <p:nvSpPr>
          <p:cNvPr id="212" name="Glyph"/>
          <p:cNvSpPr/>
          <p:nvPr/>
        </p:nvSpPr>
        <p:spPr>
          <a:xfrm>
            <a:off x="6706032" y="4270000"/>
            <a:ext cx="160000" cy="190000"/>
          </a:xfrm>
          <a:prstGeom prst="flowChartDocumen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rmAutofit fontScale="62500" lnSpcReduction="20000"/>
          </a:bodyPr>
          <a:lstStyle/>
          <a:p>
            <a:endParaRPr lang="de-DE"/>
          </a:p>
        </p:txBody>
      </p:sp>
      <p:sp>
        <p:nvSpPr>
          <p:cNvPr id="213" name="Schlagwort"/>
          <p:cNvSpPr/>
          <p:nvPr/>
        </p:nvSpPr>
        <p:spPr>
          <a:xfrm>
            <a:off x="7116032" y="4020000"/>
            <a:ext cx="4422968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de-DE" sz="1200" b="1" dirty="0">
                <a:solidFill>
                  <a:srgbClr val="30343A"/>
                </a:solidFill>
              </a:rPr>
              <a:t>Evidenz · Zurechenbarkeit</a:t>
            </a:r>
          </a:p>
        </p:txBody>
      </p:sp>
      <p:sp>
        <p:nvSpPr>
          <p:cNvPr id="214" name="Kreis"/>
          <p:cNvSpPr/>
          <p:nvPr/>
        </p:nvSpPr>
        <p:spPr>
          <a:xfrm>
            <a:off x="6596032" y="4880000"/>
            <a:ext cx="380000" cy="38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 wrap="square" lIns="0" tIns="0" rIns="0" bIns="0" anchor="ctr">
            <a:normAutofit lnSpcReduction="10000"/>
          </a:bodyPr>
          <a:lstStyle/>
          <a:p>
            <a:endParaRPr lang="de-DE"/>
          </a:p>
        </p:txBody>
      </p:sp>
      <p:sp>
        <p:nvSpPr>
          <p:cNvPr id="215" name="Schild"/>
          <p:cNvSpPr/>
          <p:nvPr/>
        </p:nvSpPr>
        <p:spPr>
          <a:xfrm rot="10800000">
            <a:off x="6711032" y="4965000"/>
            <a:ext cx="150000" cy="190000"/>
          </a:xfrm>
          <a:prstGeom prst="pentagon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rmAutofit fontScale="62500" lnSpcReduction="20000"/>
          </a:bodyPr>
          <a:lstStyle/>
          <a:p>
            <a:endParaRPr lang="de-DE"/>
          </a:p>
        </p:txBody>
      </p:sp>
      <p:sp>
        <p:nvSpPr>
          <p:cNvPr id="216" name="Schlagwort"/>
          <p:cNvSpPr/>
          <p:nvPr/>
        </p:nvSpPr>
        <p:spPr>
          <a:xfrm>
            <a:off x="7116032" y="4720000"/>
            <a:ext cx="4422968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de-DE" sz="1200" b="1" dirty="0">
                <a:solidFill>
                  <a:srgbClr val="30343A"/>
                </a:solidFill>
              </a:rPr>
              <a:t>Testbericht für die technische Doku</a:t>
            </a:r>
          </a:p>
        </p:txBody>
      </p:sp>
      <p:cxnSp>
        <p:nvCxnSpPr>
          <p:cNvPr id="300" name="Trennlinie"/>
          <p:cNvCxnSpPr/>
          <p:nvPr/>
        </p:nvCxnSpPr>
        <p:spPr>
          <a:xfrm>
            <a:off x="6096000" y="1780000"/>
            <a:ext cx="1" cy="3580000"/>
          </a:xfrm>
          <a:prstGeom prst="line">
            <a:avLst/>
          </a:prstGeom>
          <a:ln w="9525">
            <a:solidFill>
              <a:srgbClr val="C1C5C8"/>
            </a:solidFill>
          </a:ln>
        </p:spPr>
      </p:cxn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373063" y="650591"/>
            <a:ext cx="11447462" cy="553998"/>
          </a:xfrm>
        </p:spPr>
        <p:txBody>
          <a:bodyPr/>
          <a:lstStyle/>
          <a:p>
            <a:r>
              <a:rPr lang="de-DE" sz="2800" b="1" dirty="0"/>
              <a:t>Validierung ≠ Verifikation</a:t>
            </a:r>
          </a:p>
        </p:txBody>
      </p:sp>
      <p:sp>
        <p:nvSpPr>
          <p:cNvPr id="11" name="Kicker"/>
          <p:cNvSpPr>
            <a:spLocks noGrp="1"/>
          </p:cNvSpPr>
          <p:nvPr>
            <p:ph type="body" sz="quarter" idx="13"/>
          </p:nvPr>
        </p:nvSpPr>
        <p:spPr>
          <a:xfrm>
            <a:off x="373063" y="373592"/>
            <a:ext cx="11447462" cy="276999"/>
          </a:xfrm>
        </p:spPr>
        <p:txBody>
          <a:bodyPr/>
          <a:lstStyle/>
          <a:p>
            <a:r>
              <a:rPr lang="de-DE" dirty="0"/>
              <a:t>01 · MOTIVATION</a:t>
            </a:r>
          </a:p>
        </p:txBody>
      </p:sp>
      <p:sp>
        <p:nvSpPr>
          <p:cNvPr id="12" name="Footer"/>
          <p:cNvSpPr>
            <a:spLocks noGrp="1"/>
          </p:cNvSpPr>
          <p:nvPr>
            <p:ph type="ftr" sz="quarter" idx="11"/>
          </p:nvPr>
        </p:nvSpPr>
        <p:spPr>
          <a:xfrm>
            <a:off x="952318" y="6482964"/>
            <a:ext cx="3527607" cy="138499"/>
          </a:xfrm>
        </p:spPr>
        <p:txBody>
          <a:bodyPr/>
          <a:lstStyle/>
          <a:p>
            <a:r>
              <a:rPr lang="de-DE" dirty="0"/>
              <a:t>Nathalie Nuber</a:t>
            </a:r>
          </a:p>
        </p:txBody>
      </p:sp>
      <p:sp>
        <p:nvSpPr>
          <p:cNvPr id="13" name="Date"/>
          <p:cNvSpPr>
            <a:spLocks noGrp="1"/>
          </p:cNvSpPr>
          <p:nvPr>
            <p:ph type="dt" sz="half" idx="10"/>
          </p:nvPr>
        </p:nvSpPr>
        <p:spPr>
          <a:xfrm>
            <a:off x="10444922" y="6482964"/>
            <a:ext cx="1058860" cy="138499"/>
          </a:xfrm>
        </p:spPr>
        <p:txBody>
          <a:bodyPr/>
          <a:lstStyle/>
          <a:p>
            <a:r>
              <a:rPr lang="de-DE" dirty="0"/>
              <a:t>22.09.2026</a:t>
            </a:r>
          </a:p>
        </p:txBody>
      </p:sp>
      <p:sp>
        <p:nvSpPr>
          <p:cNvPr id="14" name="SlideNum"/>
          <p:cNvSpPr>
            <a:spLocks noGrp="1"/>
          </p:cNvSpPr>
          <p:nvPr>
            <p:ph type="sldNum" sz="quarter" idx="12"/>
          </p:nvPr>
        </p:nvSpPr>
        <p:spPr>
          <a:xfrm>
            <a:off x="11623675" y="6344464"/>
            <a:ext cx="196850" cy="276999"/>
          </a:xfrm>
        </p:spPr>
        <p:txBody>
          <a:bodyPr/>
          <a:lstStyle/>
          <a:p>
            <a:fld id="{F7C3D2A8-1B44-4E6C-8A90-3D5E7F9C2A21}" type="slidenum">
              <a:rPr lang="de-DE"/>
              <a:t>4</a:t>
            </a:fld>
            <a:endParaRPr lang="de-DE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101" grpId="0" animBg="1"/>
      <p:bldP spid="102" grpId="0"/>
      <p:bldP spid="103" grpId="0" animBg="1"/>
      <p:bldP spid="104" grpId="0" animBg="1"/>
      <p:bldP spid="105" grpId="0" animBg="1"/>
      <p:bldP spid="106" grpId="0"/>
      <p:bldP spid="107" grpId="0" animBg="1"/>
      <p:bldP spid="108" grpId="0" animBg="1"/>
      <p:bldP spid="109" grpId="0"/>
      <p:bldP spid="110" grpId="0" animBg="1"/>
      <p:bldP spid="111" grpId="0" animBg="1"/>
      <p:bldP spid="112" grpId="0"/>
      <p:bldP spid="113" grpId="0" animBg="1"/>
      <p:bldP spid="114" grpId="0" animBg="1"/>
      <p:bldP spid="115" grpId="0"/>
      <p:bldP spid="200" grpId="0" animBg="1"/>
      <p:bldP spid="201" grpId="0" animBg="1"/>
      <p:bldP spid="202" grpId="0"/>
      <p:bldP spid="203" grpId="0" animBg="1"/>
      <p:bldP spid="204" grpId="0" animBg="1"/>
      <p:bldP spid="205" grpId="0" animBg="1"/>
      <p:bldP spid="206" grpId="0"/>
      <p:bldP spid="207" grpId="0" animBg="1"/>
      <p:bldP spid="208" grpId="0" animBg="1"/>
      <p:bldP spid="209" grpId="0" animBg="1"/>
      <p:bldP spid="210" grpId="0"/>
      <p:bldP spid="211" grpId="0" animBg="1"/>
      <p:bldP spid="212" grpId="0" animBg="1"/>
      <p:bldP spid="213" grpId="0"/>
      <p:bldP spid="214" grpId="0" animBg="1"/>
      <p:bldP spid="215" grpId="0" animBg="1"/>
      <p:bldP spid="2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flicht"/>
          <p:cNvSpPr/>
          <p:nvPr/>
        </p:nvSpPr>
        <p:spPr>
          <a:xfrm>
            <a:off x="373063" y="1600000"/>
            <a:ext cx="4600000" cy="900000"/>
          </a:xfrm>
          <a:prstGeom prst="rect">
            <a:avLst/>
          </a:prstGeom>
          <a:solidFill>
            <a:srgbClr val="D9D9D9">
              <a:alpha val="40000"/>
            </a:srgbClr>
          </a:solidFill>
          <a:ln>
            <a:noFill/>
          </a:ln>
        </p:spPr>
        <p:txBody>
          <a:bodyPr wrap="square" lIns="120000" tIns="0" rIns="120000" bIns="0" anchor="ctr">
            <a:normAutofit/>
          </a:bodyPr>
          <a:lstStyle/>
          <a:p>
            <a:pPr algn="ctr">
              <a:buNone/>
            </a:pPr>
            <a:r>
              <a:rPr lang="de-DE" sz="1400" b="1" dirty="0">
                <a:solidFill>
                  <a:srgbClr val="30343A"/>
                </a:solidFill>
              </a:rPr>
              <a:t>Pflicht der Maschinenverordnung</a:t>
            </a:r>
          </a:p>
        </p:txBody>
      </p:sp>
      <p:sp>
        <p:nvSpPr>
          <p:cNvPr id="101" name="Testergebnis"/>
          <p:cNvSpPr/>
          <p:nvPr/>
        </p:nvSpPr>
        <p:spPr>
          <a:xfrm>
            <a:off x="7219000" y="1600000"/>
            <a:ext cx="4600000" cy="900000"/>
          </a:xfrm>
          <a:prstGeom prst="rect">
            <a:avLst/>
          </a:prstGeom>
          <a:solidFill>
            <a:srgbClr val="D9D9D9">
              <a:alpha val="40000"/>
            </a:srgbClr>
          </a:solidFill>
          <a:ln>
            <a:noFill/>
          </a:ln>
        </p:spPr>
        <p:txBody>
          <a:bodyPr wrap="square" lIns="120000" tIns="0" rIns="120000" bIns="0" anchor="ctr">
            <a:normAutofit/>
          </a:bodyPr>
          <a:lstStyle/>
          <a:p>
            <a:pPr algn="ctr">
              <a:buNone/>
            </a:pPr>
            <a:r>
              <a:rPr lang="de-DE" sz="1400" b="1" dirty="0">
                <a:solidFill>
                  <a:srgbClr val="30343A"/>
                </a:solidFill>
              </a:rPr>
              <a:t>Testergebnis am Gerät</a:t>
            </a:r>
          </a:p>
        </p:txBody>
      </p:sp>
      <p:cxnSp>
        <p:nvCxnSpPr>
          <p:cNvPr id="110" name="Bruchlinie"/>
          <p:cNvCxnSpPr/>
          <p:nvPr/>
        </p:nvCxnSpPr>
        <p:spPr>
          <a:xfrm>
            <a:off x="6096000" y="1520000"/>
            <a:ext cx="1" cy="1060000"/>
          </a:xfrm>
          <a:prstGeom prst="line">
            <a:avLst/>
          </a:prstGeom>
          <a:ln w="28575" cap="rnd">
            <a:solidFill>
              <a:srgbClr val="FF6E00"/>
            </a:solidFill>
            <a:prstDash val="dash"/>
          </a:ln>
        </p:spPr>
      </p:cxnSp>
      <p:sp>
        <p:nvSpPr>
          <p:cNvPr id="111" name="Fragezeichen"/>
          <p:cNvSpPr/>
          <p:nvPr/>
        </p:nvSpPr>
        <p:spPr>
          <a:xfrm>
            <a:off x="5746000" y="1740000"/>
            <a:ext cx="700000" cy="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tIns="0" rIns="120000" bIns="0" anchor="ctr">
            <a:normAutofit/>
          </a:bodyPr>
          <a:lstStyle/>
          <a:p>
            <a:pPr algn="ctr">
              <a:buNone/>
            </a:pPr>
            <a:r>
              <a:rPr lang="de-DE" sz="3200" b="1" dirty="0">
                <a:solidFill>
                  <a:srgbClr val="FF6E00"/>
                </a:solidFill>
              </a:rPr>
              <a:t>?</a:t>
            </a:r>
          </a:p>
        </p:txBody>
      </p:sp>
      <p:sp>
        <p:nvSpPr>
          <p:cNvPr id="112" name="KeinVerfahren"/>
          <p:cNvSpPr/>
          <p:nvPr/>
        </p:nvSpPr>
        <p:spPr>
          <a:xfrm>
            <a:off x="5346000" y="2600000"/>
            <a:ext cx="1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de-DE" sz="1100" b="1" dirty="0">
                <a:solidFill>
                  <a:srgbClr val="FF6E00"/>
                </a:solidFill>
              </a:rPr>
              <a:t>kein Verfahren</a:t>
            </a:r>
          </a:p>
        </p:txBody>
      </p:sp>
      <p:sp>
        <p:nvSpPr>
          <p:cNvPr id="200" name="Zielbalken"/>
          <p:cNvSpPr/>
          <p:nvPr/>
        </p:nvSpPr>
        <p:spPr>
          <a:xfrm>
            <a:off x="373063" y="3100000"/>
            <a:ext cx="11445937" cy="720000"/>
          </a:xfrm>
          <a:prstGeom prst="rect">
            <a:avLst/>
          </a:prstGeom>
          <a:solidFill>
            <a:srgbClr val="FF6E00"/>
          </a:solidFill>
          <a:ln>
            <a:noFill/>
          </a:ln>
        </p:spPr>
        <p:txBody>
          <a:bodyPr wrap="square" lIns="120000" tIns="0" rIns="120000" bIns="0" anchor="ctr">
            <a:normAutofit/>
          </a:bodyPr>
          <a:lstStyle/>
          <a:p>
            <a:pPr algn="ctr">
              <a:buNone/>
            </a:pPr>
            <a:r>
              <a:rPr lang="de-DE" sz="1600" b="1" dirty="0">
                <a:solidFill>
                  <a:srgbClr val="FFFFFF"/>
                </a:solidFill>
              </a:rPr>
              <a:t>Ziel: systematische, rückverfolgbare Testmethodik.</a:t>
            </a:r>
          </a:p>
        </p:txBody>
      </p:sp>
      <p:sp>
        <p:nvSpPr>
          <p:cNvPr id="300" name="Karte"/>
          <p:cNvSpPr/>
          <p:nvPr/>
        </p:nvSpPr>
        <p:spPr>
          <a:xfrm>
            <a:off x="373063" y="4150000"/>
            <a:ext cx="3615312" cy="1650000"/>
          </a:xfrm>
          <a:prstGeom prst="rect">
            <a:avLst/>
          </a:prstGeom>
          <a:solidFill>
            <a:srgbClr val="D9D9D9">
              <a:alpha val="28000"/>
            </a:srgbClr>
          </a:solidFill>
          <a:ln>
            <a:noFill/>
          </a:ln>
        </p:spPr>
        <p:txBody>
          <a:bodyPr wrap="square" lIns="120000" tIns="0" rIns="120000" bIns="0" anchor="ctr">
            <a:normAutofit/>
          </a:bodyPr>
          <a:lstStyle/>
          <a:p>
            <a:endParaRPr lang="de-DE"/>
          </a:p>
        </p:txBody>
      </p:sp>
      <p:sp>
        <p:nvSpPr>
          <p:cNvPr id="301" name="Kreis"/>
          <p:cNvSpPr/>
          <p:nvPr/>
        </p:nvSpPr>
        <p:spPr>
          <a:xfrm>
            <a:off x="653063" y="4390000"/>
            <a:ext cx="460000" cy="46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de-DE" sz="1100" b="1" dirty="0">
                <a:solidFill>
                  <a:srgbClr val="FFFFFF"/>
                </a:solidFill>
              </a:rPr>
              <a:t>FF1</a:t>
            </a:r>
          </a:p>
        </p:txBody>
      </p:sp>
      <p:sp>
        <p:nvSpPr>
          <p:cNvPr id="302" name="Frage"/>
          <p:cNvSpPr/>
          <p:nvPr/>
        </p:nvSpPr>
        <p:spPr>
          <a:xfrm>
            <a:off x="653063" y="4970000"/>
            <a:ext cx="3055312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de-DE" sz="1200" b="1" dirty="0">
                <a:solidFill>
                  <a:srgbClr val="30343A"/>
                </a:solidFill>
              </a:rPr>
              <a:t>Pflicht → prüfbare Anforderung?</a:t>
            </a:r>
          </a:p>
        </p:txBody>
      </p:sp>
      <p:sp>
        <p:nvSpPr>
          <p:cNvPr id="310" name="Karte"/>
          <p:cNvSpPr/>
          <p:nvPr/>
        </p:nvSpPr>
        <p:spPr>
          <a:xfrm>
            <a:off x="4288375" y="4150000"/>
            <a:ext cx="3615312" cy="1650000"/>
          </a:xfrm>
          <a:prstGeom prst="rect">
            <a:avLst/>
          </a:prstGeom>
          <a:solidFill>
            <a:srgbClr val="D9D9D9">
              <a:alpha val="28000"/>
            </a:srgbClr>
          </a:solidFill>
          <a:ln>
            <a:noFill/>
          </a:ln>
        </p:spPr>
        <p:txBody>
          <a:bodyPr wrap="square" lIns="120000" tIns="0" rIns="120000" bIns="0" anchor="ctr">
            <a:normAutofit/>
          </a:bodyPr>
          <a:lstStyle/>
          <a:p>
            <a:endParaRPr lang="de-DE"/>
          </a:p>
        </p:txBody>
      </p:sp>
      <p:sp>
        <p:nvSpPr>
          <p:cNvPr id="311" name="Kreis"/>
          <p:cNvSpPr/>
          <p:nvPr/>
        </p:nvSpPr>
        <p:spPr>
          <a:xfrm>
            <a:off x="4568375" y="4390000"/>
            <a:ext cx="460000" cy="46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de-DE" sz="1100" b="1" dirty="0">
                <a:solidFill>
                  <a:srgbClr val="FFFFFF"/>
                </a:solidFill>
              </a:rPr>
              <a:t>FF2</a:t>
            </a:r>
          </a:p>
        </p:txBody>
      </p:sp>
      <p:sp>
        <p:nvSpPr>
          <p:cNvPr id="312" name="Frage"/>
          <p:cNvSpPr/>
          <p:nvPr/>
        </p:nvSpPr>
        <p:spPr>
          <a:xfrm>
            <a:off x="4568375" y="4970000"/>
            <a:ext cx="3055312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de-DE" sz="1200" b="1" dirty="0">
                <a:solidFill>
                  <a:srgbClr val="30343A"/>
                </a:solidFill>
              </a:rPr>
              <a:t>Welche Tests sind anwendbar?</a:t>
            </a:r>
          </a:p>
        </p:txBody>
      </p:sp>
      <p:sp>
        <p:nvSpPr>
          <p:cNvPr id="320" name="Karte"/>
          <p:cNvSpPr/>
          <p:nvPr/>
        </p:nvSpPr>
        <p:spPr>
          <a:xfrm>
            <a:off x="8203687" y="4150000"/>
            <a:ext cx="3615312" cy="1650000"/>
          </a:xfrm>
          <a:prstGeom prst="rect">
            <a:avLst/>
          </a:prstGeom>
          <a:solidFill>
            <a:srgbClr val="D9D9D9">
              <a:alpha val="28000"/>
            </a:srgbClr>
          </a:solidFill>
          <a:ln>
            <a:noFill/>
          </a:ln>
        </p:spPr>
        <p:txBody>
          <a:bodyPr wrap="square" lIns="120000" tIns="0" rIns="120000" bIns="0" anchor="ctr">
            <a:normAutofit/>
          </a:bodyPr>
          <a:lstStyle/>
          <a:p>
            <a:endParaRPr lang="de-DE"/>
          </a:p>
        </p:txBody>
      </p:sp>
      <p:sp>
        <p:nvSpPr>
          <p:cNvPr id="321" name="Kreis"/>
          <p:cNvSpPr/>
          <p:nvPr/>
        </p:nvSpPr>
        <p:spPr>
          <a:xfrm>
            <a:off x="8483687" y="4390000"/>
            <a:ext cx="460000" cy="46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de-DE" sz="1100" b="1" dirty="0">
                <a:solidFill>
                  <a:srgbClr val="FFFFFF"/>
                </a:solidFill>
              </a:rPr>
              <a:t>FF3</a:t>
            </a:r>
          </a:p>
        </p:txBody>
      </p:sp>
      <p:sp>
        <p:nvSpPr>
          <p:cNvPr id="322" name="Frage"/>
          <p:cNvSpPr/>
          <p:nvPr/>
        </p:nvSpPr>
        <p:spPr>
          <a:xfrm>
            <a:off x="8483687" y="4970000"/>
            <a:ext cx="3055312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de-DE" sz="1200" b="1" dirty="0">
                <a:solidFill>
                  <a:srgbClr val="30343A"/>
                </a:solidFill>
              </a:rPr>
              <a:t>Was kann Direktzugriff verifizieren – und was nicht?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373063" y="650591"/>
            <a:ext cx="11447462" cy="553998"/>
          </a:xfrm>
        </p:spPr>
        <p:txBody>
          <a:bodyPr/>
          <a:lstStyle/>
          <a:p>
            <a:r>
              <a:rPr lang="de-DE" sz="2800" b="1" dirty="0"/>
              <a:t>Die Lücke</a:t>
            </a:r>
          </a:p>
        </p:txBody>
      </p:sp>
      <p:sp>
        <p:nvSpPr>
          <p:cNvPr id="11" name="Kicker"/>
          <p:cNvSpPr>
            <a:spLocks noGrp="1"/>
          </p:cNvSpPr>
          <p:nvPr>
            <p:ph type="body" sz="quarter" idx="13"/>
          </p:nvPr>
        </p:nvSpPr>
        <p:spPr>
          <a:xfrm>
            <a:off x="373063" y="373592"/>
            <a:ext cx="11447462" cy="276999"/>
          </a:xfrm>
        </p:spPr>
        <p:txBody>
          <a:bodyPr/>
          <a:lstStyle/>
          <a:p>
            <a:r>
              <a:rPr lang="de-DE" dirty="0"/>
              <a:t>01 · MOTIVATION</a:t>
            </a:r>
          </a:p>
        </p:txBody>
      </p:sp>
      <p:sp>
        <p:nvSpPr>
          <p:cNvPr id="12" name="Footer"/>
          <p:cNvSpPr>
            <a:spLocks noGrp="1"/>
          </p:cNvSpPr>
          <p:nvPr>
            <p:ph type="ftr" sz="quarter" idx="11"/>
          </p:nvPr>
        </p:nvSpPr>
        <p:spPr>
          <a:xfrm>
            <a:off x="952318" y="6482964"/>
            <a:ext cx="3527607" cy="138499"/>
          </a:xfrm>
        </p:spPr>
        <p:txBody>
          <a:bodyPr/>
          <a:lstStyle/>
          <a:p>
            <a:r>
              <a:rPr lang="de-DE" dirty="0"/>
              <a:t>Nathalie Nuber</a:t>
            </a:r>
          </a:p>
        </p:txBody>
      </p:sp>
      <p:sp>
        <p:nvSpPr>
          <p:cNvPr id="13" name="Date"/>
          <p:cNvSpPr>
            <a:spLocks noGrp="1"/>
          </p:cNvSpPr>
          <p:nvPr>
            <p:ph type="dt" sz="half" idx="10"/>
          </p:nvPr>
        </p:nvSpPr>
        <p:spPr>
          <a:xfrm>
            <a:off x="10444922" y="6482964"/>
            <a:ext cx="1058860" cy="138499"/>
          </a:xfrm>
        </p:spPr>
        <p:txBody>
          <a:bodyPr/>
          <a:lstStyle/>
          <a:p>
            <a:r>
              <a:rPr lang="de-DE" dirty="0"/>
              <a:t>22.09.2026</a:t>
            </a:r>
          </a:p>
        </p:txBody>
      </p:sp>
      <p:sp>
        <p:nvSpPr>
          <p:cNvPr id="14" name="SlideNum"/>
          <p:cNvSpPr>
            <a:spLocks noGrp="1"/>
          </p:cNvSpPr>
          <p:nvPr>
            <p:ph type="sldNum" sz="quarter" idx="12"/>
          </p:nvPr>
        </p:nvSpPr>
        <p:spPr>
          <a:xfrm>
            <a:off x="11623675" y="6344464"/>
            <a:ext cx="196850" cy="276999"/>
          </a:xfrm>
        </p:spPr>
        <p:txBody>
          <a:bodyPr/>
          <a:lstStyle/>
          <a:p>
            <a:fld id="{F7C3D2A8-1B44-4E6C-8A90-3D5E7F9C2A22}" type="slidenum">
              <a:rPr lang="de-DE"/>
              <a:t>5</a:t>
            </a:fld>
            <a:endParaRPr lang="de-DE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101" grpId="0" animBg="1"/>
      <p:bldP spid="110" grpId="0" animBg="1"/>
      <p:bldP spid="111" grpId="0" animBg="1"/>
      <p:bldP spid="112" grpId="0"/>
      <p:bldP spid="200" grpId="0" animBg="1"/>
      <p:bldP spid="300" grpId="0" animBg="1"/>
      <p:bldP spid="301" grpId="0" animBg="1"/>
      <p:bldP spid="302" grpId="0"/>
      <p:bldP spid="310" grpId="0" animBg="1"/>
      <p:bldP spid="311" grpId="0" animBg="1"/>
      <p:bldP spid="312" grpId="0"/>
      <p:bldP spid="320" grpId="0" animBg="1"/>
      <p:bldP spid="321" grpId="0" animBg="1"/>
      <p:bldP spid="3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Kopf"/>
          <p:cNvSpPr/>
          <p:nvPr/>
        </p:nvSpPr>
        <p:spPr>
          <a:xfrm>
            <a:off x="1500000" y="1460000"/>
            <a:ext cx="32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de-DE" sz="2000" b="1" dirty="0">
                <a:solidFill>
                  <a:srgbClr val="30343A"/>
                </a:solidFill>
              </a:rPr>
              <a:t>IT</a:t>
            </a:r>
          </a:p>
        </p:txBody>
      </p:sp>
      <p:sp>
        <p:nvSpPr>
          <p:cNvPr id="101" name="Balken"/>
          <p:cNvSpPr/>
          <p:nvPr/>
        </p:nvSpPr>
        <p:spPr>
          <a:xfrm>
            <a:off x="1500000" y="1980000"/>
            <a:ext cx="3200000" cy="900000"/>
          </a:xfrm>
          <a:prstGeom prst="rect">
            <a:avLst/>
          </a:prstGeom>
          <a:solidFill>
            <a:srgbClr val="30343A"/>
          </a:solidFill>
          <a:ln>
            <a:noFill/>
          </a:ln>
        </p:spPr>
        <p:txBody>
          <a:bodyPr wrap="square" lIns="160000" tIns="0" rIns="160000" bIns="0" anchor="ctr">
            <a:normAutofit/>
          </a:bodyPr>
          <a:lstStyle/>
          <a:p>
            <a:pPr algn="l">
              <a:buNone/>
            </a:pPr>
            <a:r>
              <a:rPr lang="de-DE" sz="1400" b="1" dirty="0">
                <a:solidFill>
                  <a:srgbClr val="FFFFFF"/>
                </a:solidFill>
              </a:rPr>
              <a:t>Vertraulichkeit</a:t>
            </a:r>
          </a:p>
        </p:txBody>
      </p:sp>
      <p:sp>
        <p:nvSpPr>
          <p:cNvPr id="102" name="Balken"/>
          <p:cNvSpPr/>
          <p:nvPr/>
        </p:nvSpPr>
        <p:spPr>
          <a:xfrm>
            <a:off x="1500000" y="2940000"/>
            <a:ext cx="3200000" cy="900000"/>
          </a:xfrm>
          <a:prstGeom prst="rect">
            <a:avLst/>
          </a:prstGeom>
          <a:solidFill>
            <a:srgbClr val="808890"/>
          </a:solidFill>
          <a:ln>
            <a:noFill/>
          </a:ln>
        </p:spPr>
        <p:txBody>
          <a:bodyPr wrap="square" lIns="160000" tIns="0" rIns="160000" bIns="0" anchor="ctr">
            <a:normAutofit/>
          </a:bodyPr>
          <a:lstStyle/>
          <a:p>
            <a:pPr algn="l">
              <a:buNone/>
            </a:pPr>
            <a:r>
              <a:rPr lang="de-DE" sz="1400" b="1" dirty="0">
                <a:solidFill>
                  <a:srgbClr val="FFFFFF"/>
                </a:solidFill>
              </a:rPr>
              <a:t>Integrität</a:t>
            </a:r>
          </a:p>
        </p:txBody>
      </p:sp>
      <p:sp>
        <p:nvSpPr>
          <p:cNvPr id="103" name="Balken"/>
          <p:cNvSpPr/>
          <p:nvPr/>
        </p:nvSpPr>
        <p:spPr>
          <a:xfrm>
            <a:off x="1500000" y="3900000"/>
            <a:ext cx="3200000" cy="900000"/>
          </a:xfrm>
          <a:prstGeom prst="rect">
            <a:avLst/>
          </a:prstGeom>
          <a:solidFill>
            <a:srgbClr val="83B7CD"/>
          </a:solidFill>
          <a:ln>
            <a:noFill/>
          </a:ln>
        </p:spPr>
        <p:txBody>
          <a:bodyPr wrap="square" lIns="160000" tIns="0" rIns="160000" bIns="0" anchor="ctr">
            <a:normAutofit/>
          </a:bodyPr>
          <a:lstStyle/>
          <a:p>
            <a:pPr algn="l">
              <a:buNone/>
            </a:pPr>
            <a:r>
              <a:rPr lang="de-DE" sz="1400" b="1" dirty="0">
                <a:solidFill>
                  <a:srgbClr val="30343A"/>
                </a:solidFill>
              </a:rPr>
              <a:t>Verfügbarkeit</a:t>
            </a:r>
          </a:p>
        </p:txBody>
      </p:sp>
      <p:sp>
        <p:nvSpPr>
          <p:cNvPr id="200" name="Kopf"/>
          <p:cNvSpPr/>
          <p:nvPr/>
        </p:nvSpPr>
        <p:spPr>
          <a:xfrm>
            <a:off x="5500000" y="1460000"/>
            <a:ext cx="32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de-DE" sz="2000" b="1" dirty="0">
                <a:solidFill>
                  <a:srgbClr val="30343A"/>
                </a:solidFill>
              </a:rPr>
              <a:t>OT</a:t>
            </a:r>
          </a:p>
        </p:txBody>
      </p:sp>
      <p:sp>
        <p:nvSpPr>
          <p:cNvPr id="201" name="Balken"/>
          <p:cNvSpPr/>
          <p:nvPr/>
        </p:nvSpPr>
        <p:spPr>
          <a:xfrm>
            <a:off x="5500000" y="1980000"/>
            <a:ext cx="3200000" cy="900000"/>
          </a:xfrm>
          <a:prstGeom prst="rect">
            <a:avLst/>
          </a:prstGeom>
          <a:solidFill>
            <a:srgbClr val="83B7CD"/>
          </a:solidFill>
          <a:ln>
            <a:noFill/>
          </a:ln>
        </p:spPr>
        <p:txBody>
          <a:bodyPr wrap="square" lIns="160000" tIns="0" rIns="160000" bIns="0" anchor="ctr">
            <a:normAutofit/>
          </a:bodyPr>
          <a:lstStyle/>
          <a:p>
            <a:pPr algn="l">
              <a:buNone/>
            </a:pPr>
            <a:r>
              <a:rPr lang="de-DE" sz="1400" b="1" dirty="0">
                <a:solidFill>
                  <a:srgbClr val="30343A"/>
                </a:solidFill>
              </a:rPr>
              <a:t>Verfügbarkeit</a:t>
            </a:r>
          </a:p>
        </p:txBody>
      </p:sp>
      <p:sp>
        <p:nvSpPr>
          <p:cNvPr id="202" name="Balken"/>
          <p:cNvSpPr/>
          <p:nvPr/>
        </p:nvSpPr>
        <p:spPr>
          <a:xfrm>
            <a:off x="5500000" y="2940000"/>
            <a:ext cx="3200000" cy="900000"/>
          </a:xfrm>
          <a:prstGeom prst="rect">
            <a:avLst/>
          </a:prstGeom>
          <a:solidFill>
            <a:srgbClr val="808890"/>
          </a:solidFill>
          <a:ln>
            <a:noFill/>
          </a:ln>
        </p:spPr>
        <p:txBody>
          <a:bodyPr wrap="square" lIns="160000" tIns="0" rIns="160000" bIns="0" anchor="ctr">
            <a:normAutofit/>
          </a:bodyPr>
          <a:lstStyle/>
          <a:p>
            <a:pPr algn="l">
              <a:buNone/>
            </a:pPr>
            <a:r>
              <a:rPr lang="de-DE" sz="1400" b="1" dirty="0">
                <a:solidFill>
                  <a:srgbClr val="FFFFFF"/>
                </a:solidFill>
              </a:rPr>
              <a:t>Integrität</a:t>
            </a:r>
          </a:p>
        </p:txBody>
      </p:sp>
      <p:sp>
        <p:nvSpPr>
          <p:cNvPr id="203" name="Balken"/>
          <p:cNvSpPr/>
          <p:nvPr/>
        </p:nvSpPr>
        <p:spPr>
          <a:xfrm>
            <a:off x="5500000" y="3900000"/>
            <a:ext cx="3200000" cy="900000"/>
          </a:xfrm>
          <a:prstGeom prst="rect">
            <a:avLst/>
          </a:prstGeom>
          <a:solidFill>
            <a:srgbClr val="30343A"/>
          </a:solidFill>
          <a:ln>
            <a:noFill/>
          </a:ln>
        </p:spPr>
        <p:txBody>
          <a:bodyPr wrap="square" lIns="160000" tIns="0" rIns="160000" bIns="0" anchor="ctr">
            <a:normAutofit/>
          </a:bodyPr>
          <a:lstStyle/>
          <a:p>
            <a:pPr algn="l">
              <a:buNone/>
            </a:pPr>
            <a:r>
              <a:rPr lang="de-DE" sz="1400" b="1" dirty="0">
                <a:solidFill>
                  <a:srgbClr val="FFFFFF"/>
                </a:solidFill>
              </a:rPr>
              <a:t>Vertraulichkeit</a:t>
            </a:r>
          </a:p>
        </p:txBody>
      </p:sp>
      <p:sp>
        <p:nvSpPr>
          <p:cNvPr id="300" name="Tauschpfeil oben"/>
          <p:cNvSpPr/>
          <p:nvPr/>
        </p:nvSpPr>
        <p:spPr>
          <a:xfrm>
            <a:off x="4780000" y="2200000"/>
            <a:ext cx="640000" cy="1900000"/>
          </a:xfrm>
          <a:prstGeom prst="curvedRightArrow">
            <a:avLst/>
          </a:prstGeom>
          <a:solidFill>
            <a:srgbClr val="FF6E00">
              <a:alpha val="70000"/>
            </a:srgbClr>
          </a:solidFill>
          <a:ln>
            <a:noFill/>
          </a:ln>
        </p:spPr>
        <p:txBody>
          <a:bodyPr wrap="square" lIns="160000" tIns="0" rIns="160000" bIns="0" anchor="ctr">
            <a:normAutofit/>
          </a:bodyPr>
          <a:lstStyle/>
          <a:p>
            <a:endParaRPr lang="de-DE"/>
          </a:p>
        </p:txBody>
      </p:sp>
      <p:sp>
        <p:nvSpPr>
          <p:cNvPr id="301" name="Tauschpfeil unten"/>
          <p:cNvSpPr/>
          <p:nvPr/>
        </p:nvSpPr>
        <p:spPr>
          <a:xfrm flipH="1" flipV="1">
            <a:off x="4780000" y="2200000"/>
            <a:ext cx="640000" cy="1900000"/>
          </a:xfrm>
          <a:prstGeom prst="curvedRightArrow">
            <a:avLst/>
          </a:prstGeom>
          <a:solidFill>
            <a:srgbClr val="FF6E00">
              <a:alpha val="70000"/>
            </a:srgbClr>
          </a:solidFill>
          <a:ln>
            <a:noFill/>
          </a:ln>
        </p:spPr>
        <p:txBody>
          <a:bodyPr wrap="square" lIns="160000" tIns="0" rIns="160000" bIns="0" anchor="ctr">
            <a:normAutofit/>
          </a:bodyPr>
          <a:lstStyle/>
          <a:p>
            <a:endParaRPr lang="de-DE"/>
          </a:p>
        </p:txBody>
      </p:sp>
      <p:sp>
        <p:nvSpPr>
          <p:cNvPr id="400" name="Merkhilfe"/>
          <p:cNvSpPr/>
          <p:nvPr/>
        </p:nvSpPr>
        <p:spPr>
          <a:xfrm>
            <a:off x="9200000" y="2200000"/>
            <a:ext cx="24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de-DE" sz="1400" b="0" dirty="0">
                <a:solidFill>
                  <a:srgbClr val="808890"/>
                </a:solidFill>
              </a:rPr>
              <a:t>Priorität</a:t>
            </a:r>
          </a:p>
        </p:txBody>
      </p:sp>
      <p:sp>
        <p:nvSpPr>
          <p:cNvPr id="401" name="Merkhilfe"/>
          <p:cNvSpPr/>
          <p:nvPr/>
        </p:nvSpPr>
        <p:spPr>
          <a:xfrm>
            <a:off x="9200000" y="2760000"/>
            <a:ext cx="24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de-DE" sz="1400" b="0" dirty="0">
                <a:solidFill>
                  <a:srgbClr val="808890"/>
                </a:solidFill>
              </a:rPr>
              <a:t>kehrt sich</a:t>
            </a:r>
          </a:p>
        </p:txBody>
      </p:sp>
      <p:sp>
        <p:nvSpPr>
          <p:cNvPr id="402" name="Merkhilfe"/>
          <p:cNvSpPr/>
          <p:nvPr/>
        </p:nvSpPr>
        <p:spPr>
          <a:xfrm>
            <a:off x="9200000" y="3320000"/>
            <a:ext cx="24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de-DE" sz="1400" b="0" dirty="0">
                <a:solidFill>
                  <a:srgbClr val="808890"/>
                </a:solidFill>
              </a:rPr>
              <a:t>um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373063" y="650591"/>
            <a:ext cx="11447462" cy="553998"/>
          </a:xfrm>
        </p:spPr>
        <p:txBody>
          <a:bodyPr/>
          <a:lstStyle/>
          <a:p>
            <a:r>
              <a:rPr lang="de-DE" sz="2800" b="1" dirty="0"/>
              <a:t>CIA wird zu AIC</a:t>
            </a:r>
          </a:p>
        </p:txBody>
      </p:sp>
      <p:sp>
        <p:nvSpPr>
          <p:cNvPr id="11" name="Kicker"/>
          <p:cNvSpPr>
            <a:spLocks noGrp="1"/>
          </p:cNvSpPr>
          <p:nvPr>
            <p:ph type="body" sz="quarter" idx="13"/>
          </p:nvPr>
        </p:nvSpPr>
        <p:spPr>
          <a:xfrm>
            <a:off x="373063" y="373592"/>
            <a:ext cx="11447462" cy="276999"/>
          </a:xfrm>
        </p:spPr>
        <p:txBody>
          <a:bodyPr/>
          <a:lstStyle/>
          <a:p>
            <a:r>
              <a:rPr lang="de-DE" dirty="0"/>
              <a:t>02 · GRUNDLAGEN</a:t>
            </a:r>
          </a:p>
        </p:txBody>
      </p:sp>
      <p:sp>
        <p:nvSpPr>
          <p:cNvPr id="12" name="Footer"/>
          <p:cNvSpPr>
            <a:spLocks noGrp="1"/>
          </p:cNvSpPr>
          <p:nvPr>
            <p:ph type="ftr" sz="quarter" idx="11"/>
          </p:nvPr>
        </p:nvSpPr>
        <p:spPr>
          <a:xfrm>
            <a:off x="952318" y="6482964"/>
            <a:ext cx="3527607" cy="138499"/>
          </a:xfrm>
        </p:spPr>
        <p:txBody>
          <a:bodyPr/>
          <a:lstStyle/>
          <a:p>
            <a:r>
              <a:rPr lang="de-DE" dirty="0"/>
              <a:t>Nathalie Nuber</a:t>
            </a:r>
          </a:p>
        </p:txBody>
      </p:sp>
      <p:sp>
        <p:nvSpPr>
          <p:cNvPr id="13" name="Date"/>
          <p:cNvSpPr>
            <a:spLocks noGrp="1"/>
          </p:cNvSpPr>
          <p:nvPr>
            <p:ph type="dt" sz="half" idx="10"/>
          </p:nvPr>
        </p:nvSpPr>
        <p:spPr>
          <a:xfrm>
            <a:off x="10444922" y="6482964"/>
            <a:ext cx="1058860" cy="138499"/>
          </a:xfrm>
        </p:spPr>
        <p:txBody>
          <a:bodyPr/>
          <a:lstStyle/>
          <a:p>
            <a:r>
              <a:rPr lang="de-DE" dirty="0"/>
              <a:t>22.09.2026</a:t>
            </a:r>
          </a:p>
        </p:txBody>
      </p:sp>
      <p:sp>
        <p:nvSpPr>
          <p:cNvPr id="14" name="SlideNum"/>
          <p:cNvSpPr>
            <a:spLocks noGrp="1"/>
          </p:cNvSpPr>
          <p:nvPr>
            <p:ph type="sldNum" sz="quarter" idx="12"/>
          </p:nvPr>
        </p:nvSpPr>
        <p:spPr>
          <a:xfrm>
            <a:off x="11623675" y="6344464"/>
            <a:ext cx="196850" cy="276999"/>
          </a:xfrm>
        </p:spPr>
        <p:txBody>
          <a:bodyPr/>
          <a:lstStyle/>
          <a:p>
            <a:fld id="{F7C3D2A8-1B44-4E6C-8A90-3D5E7F9C2A23}" type="slidenum">
              <a:rPr lang="de-DE"/>
              <a:t>6</a:t>
            </a:fld>
            <a:endParaRPr lang="de-DE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101" grpId="0" animBg="1"/>
      <p:bldP spid="102" grpId="0" animBg="1"/>
      <p:bldP spid="103" grpId="0" animBg="1"/>
      <p:bldP spid="200" grpId="0"/>
      <p:bldP spid="201" grpId="0" animBg="1"/>
      <p:bldP spid="202" grpId="0" animBg="1"/>
      <p:bldP spid="203" grpId="0" animBg="1"/>
      <p:bldP spid="300" grpId="0" animBg="1"/>
      <p:bldP spid="30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Kopf"/>
          <p:cNvSpPr/>
          <p:nvPr/>
        </p:nvSpPr>
        <p:spPr>
          <a:xfrm>
            <a:off x="373063" y="1690000"/>
            <a:ext cx="19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de-DE" sz="1300" b="1" dirty="0">
                <a:solidFill>
                  <a:srgbClr val="808890"/>
                </a:solidFill>
              </a:rPr>
              <a:t>IT</a:t>
            </a:r>
          </a:p>
        </p:txBody>
      </p:sp>
      <p:sp>
        <p:nvSpPr>
          <p:cNvPr id="101" name="Balken"/>
          <p:cNvSpPr/>
          <p:nvPr/>
        </p:nvSpPr>
        <p:spPr>
          <a:xfrm>
            <a:off x="373063" y="2150000"/>
            <a:ext cx="1900000" cy="560000"/>
          </a:xfrm>
          <a:prstGeom prst="rect">
            <a:avLst/>
          </a:prstGeom>
          <a:solidFill>
            <a:srgbClr val="30343A">
              <a:alpha val="38000"/>
            </a:srgbClr>
          </a:solidFill>
          <a:ln>
            <a:noFill/>
          </a:ln>
        </p:spPr>
        <p:txBody>
          <a:bodyPr wrap="square" lIns="120000" tIns="0" rIns="120000" bIns="0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de-DE" sz="900" b="1" dirty="0">
                <a:solidFill>
                  <a:srgbClr val="5B666F"/>
                </a:solidFill>
              </a:rPr>
              <a:t>Vertraulichkeit</a:t>
            </a:r>
          </a:p>
        </p:txBody>
      </p:sp>
      <p:sp>
        <p:nvSpPr>
          <p:cNvPr id="102" name="Balken"/>
          <p:cNvSpPr/>
          <p:nvPr/>
        </p:nvSpPr>
        <p:spPr>
          <a:xfrm>
            <a:off x="373063" y="2750000"/>
            <a:ext cx="1900000" cy="560000"/>
          </a:xfrm>
          <a:prstGeom prst="rect">
            <a:avLst/>
          </a:prstGeom>
          <a:solidFill>
            <a:srgbClr val="808890">
              <a:alpha val="38000"/>
            </a:srgbClr>
          </a:solidFill>
          <a:ln>
            <a:noFill/>
          </a:ln>
        </p:spPr>
        <p:txBody>
          <a:bodyPr wrap="square" lIns="120000" tIns="0" rIns="120000" bIns="0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de-DE" sz="900" b="1" dirty="0">
                <a:solidFill>
                  <a:srgbClr val="5B666F"/>
                </a:solidFill>
              </a:rPr>
              <a:t>Integrität</a:t>
            </a:r>
          </a:p>
        </p:txBody>
      </p:sp>
      <p:sp>
        <p:nvSpPr>
          <p:cNvPr id="103" name="Balken"/>
          <p:cNvSpPr/>
          <p:nvPr/>
        </p:nvSpPr>
        <p:spPr>
          <a:xfrm>
            <a:off x="373063" y="3350000"/>
            <a:ext cx="1900000" cy="560000"/>
          </a:xfrm>
          <a:prstGeom prst="rect">
            <a:avLst/>
          </a:prstGeom>
          <a:solidFill>
            <a:srgbClr val="83B7CD">
              <a:alpha val="38000"/>
            </a:srgbClr>
          </a:solidFill>
          <a:ln>
            <a:noFill/>
          </a:ln>
        </p:spPr>
        <p:txBody>
          <a:bodyPr wrap="square" lIns="120000" tIns="0" rIns="120000" bIns="0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de-DE" sz="900" b="1" dirty="0">
                <a:solidFill>
                  <a:srgbClr val="5B666F"/>
                </a:solidFill>
              </a:rPr>
              <a:t>Verfügbarkeit</a:t>
            </a:r>
          </a:p>
        </p:txBody>
      </p:sp>
      <p:sp>
        <p:nvSpPr>
          <p:cNvPr id="120" name="Kopf"/>
          <p:cNvSpPr/>
          <p:nvPr/>
        </p:nvSpPr>
        <p:spPr>
          <a:xfrm>
            <a:off x="2473063" y="1690000"/>
            <a:ext cx="19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de-DE" sz="1300" b="1" dirty="0">
                <a:solidFill>
                  <a:srgbClr val="808890"/>
                </a:solidFill>
              </a:rPr>
              <a:t>OT</a:t>
            </a:r>
          </a:p>
        </p:txBody>
      </p:sp>
      <p:sp>
        <p:nvSpPr>
          <p:cNvPr id="121" name="Balken"/>
          <p:cNvSpPr/>
          <p:nvPr/>
        </p:nvSpPr>
        <p:spPr>
          <a:xfrm>
            <a:off x="2473063" y="2150000"/>
            <a:ext cx="1900000" cy="560000"/>
          </a:xfrm>
          <a:prstGeom prst="rect">
            <a:avLst/>
          </a:prstGeom>
          <a:solidFill>
            <a:srgbClr val="83B7CD">
              <a:alpha val="38000"/>
            </a:srgbClr>
          </a:solidFill>
          <a:ln>
            <a:noFill/>
          </a:ln>
        </p:spPr>
        <p:txBody>
          <a:bodyPr wrap="square" lIns="120000" tIns="0" rIns="120000" bIns="0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de-DE" sz="900" b="1" dirty="0">
                <a:solidFill>
                  <a:srgbClr val="5B666F"/>
                </a:solidFill>
              </a:rPr>
              <a:t>Verfügbarkeit</a:t>
            </a:r>
          </a:p>
        </p:txBody>
      </p:sp>
      <p:sp>
        <p:nvSpPr>
          <p:cNvPr id="122" name="Balken"/>
          <p:cNvSpPr/>
          <p:nvPr/>
        </p:nvSpPr>
        <p:spPr>
          <a:xfrm>
            <a:off x="2473063" y="2750000"/>
            <a:ext cx="1900000" cy="560000"/>
          </a:xfrm>
          <a:prstGeom prst="rect">
            <a:avLst/>
          </a:prstGeom>
          <a:solidFill>
            <a:srgbClr val="808890">
              <a:alpha val="38000"/>
            </a:srgbClr>
          </a:solidFill>
          <a:ln>
            <a:noFill/>
          </a:ln>
        </p:spPr>
        <p:txBody>
          <a:bodyPr wrap="square" lIns="120000" tIns="0" rIns="120000" bIns="0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de-DE" sz="900" b="1" dirty="0">
                <a:solidFill>
                  <a:srgbClr val="5B666F"/>
                </a:solidFill>
              </a:rPr>
              <a:t>Integrität</a:t>
            </a:r>
          </a:p>
        </p:txBody>
      </p:sp>
      <p:sp>
        <p:nvSpPr>
          <p:cNvPr id="123" name="Balken"/>
          <p:cNvSpPr/>
          <p:nvPr/>
        </p:nvSpPr>
        <p:spPr>
          <a:xfrm>
            <a:off x="2473063" y="3350000"/>
            <a:ext cx="1900000" cy="560000"/>
          </a:xfrm>
          <a:prstGeom prst="rect">
            <a:avLst/>
          </a:prstGeom>
          <a:solidFill>
            <a:srgbClr val="30343A">
              <a:alpha val="38000"/>
            </a:srgbClr>
          </a:solidFill>
          <a:ln>
            <a:noFill/>
          </a:ln>
        </p:spPr>
        <p:txBody>
          <a:bodyPr wrap="square" lIns="120000" tIns="0" rIns="120000" bIns="0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de-DE" sz="900" b="1" dirty="0">
                <a:solidFill>
                  <a:srgbClr val="5B666F"/>
                </a:solidFill>
              </a:rPr>
              <a:t>Vertraulichkeit</a:t>
            </a:r>
          </a:p>
        </p:txBody>
      </p:sp>
      <p:sp>
        <p:nvSpPr>
          <p:cNvPr id="200" name="Karte"/>
          <p:cNvSpPr/>
          <p:nvPr/>
        </p:nvSpPr>
        <p:spPr>
          <a:xfrm>
            <a:off x="5000000" y="1620000"/>
            <a:ext cx="6819000" cy="1150000"/>
          </a:xfrm>
          <a:prstGeom prst="rect">
            <a:avLst/>
          </a:prstGeom>
          <a:solidFill>
            <a:srgbClr val="FF6E00"/>
          </a:solidFill>
          <a:ln>
            <a:noFill/>
          </a:ln>
        </p:spPr>
        <p:txBody>
          <a:bodyPr wrap="square" lIns="120000" tIns="0" rIns="120000" bIns="0" anchor="ctr">
            <a:normAutofit/>
          </a:bodyPr>
          <a:lstStyle/>
          <a:p>
            <a:endParaRPr lang="de-DE"/>
          </a:p>
        </p:txBody>
      </p:sp>
      <p:sp>
        <p:nvSpPr>
          <p:cNvPr id="201" name="Kreis"/>
          <p:cNvSpPr/>
          <p:nvPr/>
        </p:nvSpPr>
        <p:spPr>
          <a:xfrm>
            <a:off x="5300000" y="1955000"/>
            <a:ext cx="480000" cy="48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tIns="0" rIns="120000" bIns="0" anchor="ctr">
            <a:normAutofit/>
          </a:bodyPr>
          <a:lstStyle/>
          <a:p>
            <a:endParaRPr lang="de-DE"/>
          </a:p>
        </p:txBody>
      </p:sp>
      <p:sp>
        <p:nvSpPr>
          <p:cNvPr id="202" name="Glyph"/>
          <p:cNvSpPr/>
          <p:nvPr/>
        </p:nvSpPr>
        <p:spPr>
          <a:xfrm>
            <a:off x="5440000" y="2095000"/>
            <a:ext cx="200000" cy="200000"/>
          </a:xfrm>
          <a:prstGeom prst="flowChartDecision">
            <a:avLst/>
          </a:prstGeom>
          <a:solidFill>
            <a:srgbClr val="FF6E00"/>
          </a:solidFill>
          <a:ln>
            <a:noFill/>
          </a:ln>
        </p:spPr>
        <p:txBody>
          <a:bodyPr wrap="square" lIns="120000" tIns="0" rIns="120000" bIns="0" anchor="ctr">
            <a:normAutofit fontScale="40000" lnSpcReduction="20000"/>
          </a:bodyPr>
          <a:lstStyle/>
          <a:p>
            <a:endParaRPr lang="de-DE"/>
          </a:p>
        </p:txBody>
      </p:sp>
      <p:sp>
        <p:nvSpPr>
          <p:cNvPr id="203" name="Text"/>
          <p:cNvSpPr/>
          <p:nvPr/>
        </p:nvSpPr>
        <p:spPr>
          <a:xfrm>
            <a:off x="5950000" y="1860000"/>
            <a:ext cx="5569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de-DE" sz="1400" b="1" dirty="0">
                <a:solidFill>
                  <a:srgbClr val="FFFFFF"/>
                </a:solidFill>
              </a:rPr>
              <a:t>Authentizität</a:t>
            </a:r>
          </a:p>
          <a:p>
            <a:pPr algn="l">
              <a:spcBef>
                <a:spcPts val="150"/>
              </a:spcBef>
              <a:buNone/>
            </a:pPr>
            <a:r>
              <a:rPr lang="de-DE" sz="1100" b="0" dirty="0">
                <a:solidFill>
                  <a:srgbClr val="FFFFFF"/>
                </a:solidFill>
              </a:rPr>
              <a:t>ist der Absender echt?</a:t>
            </a:r>
          </a:p>
        </p:txBody>
      </p:sp>
      <p:sp>
        <p:nvSpPr>
          <p:cNvPr id="210" name="Karte"/>
          <p:cNvSpPr/>
          <p:nvPr/>
        </p:nvSpPr>
        <p:spPr>
          <a:xfrm>
            <a:off x="5000000" y="2950000"/>
            <a:ext cx="6819000" cy="1150000"/>
          </a:xfrm>
          <a:prstGeom prst="rect">
            <a:avLst/>
          </a:prstGeom>
          <a:solidFill>
            <a:srgbClr val="FF6E00"/>
          </a:solidFill>
          <a:ln>
            <a:noFill/>
          </a:ln>
        </p:spPr>
        <p:txBody>
          <a:bodyPr wrap="square" lIns="120000" tIns="0" rIns="120000" bIns="0" anchor="ctr">
            <a:normAutofit/>
          </a:bodyPr>
          <a:lstStyle/>
          <a:p>
            <a:endParaRPr lang="de-DE"/>
          </a:p>
        </p:txBody>
      </p:sp>
      <p:sp>
        <p:nvSpPr>
          <p:cNvPr id="211" name="Kreis"/>
          <p:cNvSpPr/>
          <p:nvPr/>
        </p:nvSpPr>
        <p:spPr>
          <a:xfrm>
            <a:off x="5300000" y="3285000"/>
            <a:ext cx="480000" cy="48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tIns="0" rIns="120000" bIns="0" anchor="ctr">
            <a:normAutofit/>
          </a:bodyPr>
          <a:lstStyle/>
          <a:p>
            <a:endParaRPr lang="de-DE"/>
          </a:p>
        </p:txBody>
      </p:sp>
      <p:sp>
        <p:nvSpPr>
          <p:cNvPr id="212" name="Glyph"/>
          <p:cNvSpPr/>
          <p:nvPr/>
        </p:nvSpPr>
        <p:spPr>
          <a:xfrm>
            <a:off x="5440000" y="3425000"/>
            <a:ext cx="200000" cy="200000"/>
          </a:xfrm>
          <a:prstGeom prst="flowChartDocument">
            <a:avLst/>
          </a:prstGeom>
          <a:solidFill>
            <a:srgbClr val="FF6E00"/>
          </a:solidFill>
          <a:ln>
            <a:noFill/>
          </a:ln>
        </p:spPr>
        <p:txBody>
          <a:bodyPr wrap="square" lIns="120000" tIns="0" rIns="120000" bIns="0" anchor="ctr">
            <a:normAutofit fontScale="70000" lnSpcReduction="20000"/>
          </a:bodyPr>
          <a:lstStyle/>
          <a:p>
            <a:endParaRPr lang="de-DE"/>
          </a:p>
        </p:txBody>
      </p:sp>
      <p:sp>
        <p:nvSpPr>
          <p:cNvPr id="213" name="Text"/>
          <p:cNvSpPr/>
          <p:nvPr/>
        </p:nvSpPr>
        <p:spPr>
          <a:xfrm>
            <a:off x="5950000" y="3190000"/>
            <a:ext cx="5569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de-DE" sz="1400" b="1" dirty="0">
                <a:solidFill>
                  <a:srgbClr val="FFFFFF"/>
                </a:solidFill>
              </a:rPr>
              <a:t>Nichtabstreitbarkeit</a:t>
            </a:r>
          </a:p>
          <a:p>
            <a:pPr algn="l">
              <a:spcBef>
                <a:spcPts val="150"/>
              </a:spcBef>
              <a:buNone/>
            </a:pPr>
            <a:r>
              <a:rPr lang="de-DE" sz="1100" b="0" dirty="0">
                <a:solidFill>
                  <a:srgbClr val="FFFFFF"/>
                </a:solidFill>
              </a:rPr>
              <a:t>Handlung nicht leugbar</a:t>
            </a:r>
          </a:p>
        </p:txBody>
      </p:sp>
      <p:sp>
        <p:nvSpPr>
          <p:cNvPr id="214" name="Signalpunkt"/>
          <p:cNvSpPr/>
          <p:nvPr/>
        </p:nvSpPr>
        <p:spPr>
          <a:xfrm>
            <a:off x="11399000" y="3110000"/>
            <a:ext cx="180000" cy="180000"/>
          </a:xfrm>
          <a:prstGeom prst="ellipse">
            <a:avLst/>
          </a:prstGeom>
          <a:solidFill>
            <a:srgbClr val="30343A"/>
          </a:solidFill>
          <a:ln w="19050">
            <a:solidFill>
              <a:srgbClr val="FFFFFF"/>
            </a:solidFill>
          </a:ln>
        </p:spPr>
        <p:txBody>
          <a:bodyPr wrap="square" lIns="120000" tIns="0" rIns="120000" bIns="0" anchor="ctr">
            <a:normAutofit fontScale="55000" lnSpcReduction="20000"/>
          </a:bodyPr>
          <a:lstStyle/>
          <a:p>
            <a:endParaRPr lang="de-DE"/>
          </a:p>
        </p:txBody>
      </p:sp>
      <p:sp>
        <p:nvSpPr>
          <p:cNvPr id="220" name="Karte"/>
          <p:cNvSpPr/>
          <p:nvPr/>
        </p:nvSpPr>
        <p:spPr>
          <a:xfrm>
            <a:off x="5000000" y="4280000"/>
            <a:ext cx="6819000" cy="1150000"/>
          </a:xfrm>
          <a:prstGeom prst="rect">
            <a:avLst/>
          </a:prstGeom>
          <a:solidFill>
            <a:srgbClr val="FF6E00"/>
          </a:solidFill>
          <a:ln>
            <a:noFill/>
          </a:ln>
        </p:spPr>
        <p:txBody>
          <a:bodyPr wrap="square" lIns="120000" tIns="0" rIns="120000" bIns="0" anchor="ctr">
            <a:normAutofit/>
          </a:bodyPr>
          <a:lstStyle/>
          <a:p>
            <a:endParaRPr lang="de-DE"/>
          </a:p>
        </p:txBody>
      </p:sp>
      <p:sp>
        <p:nvSpPr>
          <p:cNvPr id="221" name="Kreis"/>
          <p:cNvSpPr/>
          <p:nvPr/>
        </p:nvSpPr>
        <p:spPr>
          <a:xfrm>
            <a:off x="5300000" y="4615000"/>
            <a:ext cx="480000" cy="48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tIns="0" rIns="120000" bIns="0" anchor="ctr">
            <a:normAutofit/>
          </a:bodyPr>
          <a:lstStyle/>
          <a:p>
            <a:endParaRPr lang="de-DE"/>
          </a:p>
        </p:txBody>
      </p:sp>
      <p:sp>
        <p:nvSpPr>
          <p:cNvPr id="222" name="Glyph"/>
          <p:cNvSpPr/>
          <p:nvPr/>
        </p:nvSpPr>
        <p:spPr>
          <a:xfrm>
            <a:off x="5440000" y="4755000"/>
            <a:ext cx="200000" cy="200000"/>
          </a:xfrm>
          <a:prstGeom prst="flowChartConnector">
            <a:avLst/>
          </a:prstGeom>
          <a:solidFill>
            <a:srgbClr val="FF6E00"/>
          </a:solidFill>
          <a:ln>
            <a:noFill/>
          </a:ln>
        </p:spPr>
        <p:txBody>
          <a:bodyPr wrap="square" lIns="120000" tIns="0" rIns="120000" bIns="0" anchor="ctr">
            <a:normAutofit fontScale="62500" lnSpcReduction="20000"/>
          </a:bodyPr>
          <a:lstStyle/>
          <a:p>
            <a:endParaRPr lang="de-DE"/>
          </a:p>
        </p:txBody>
      </p:sp>
      <p:sp>
        <p:nvSpPr>
          <p:cNvPr id="223" name="Text"/>
          <p:cNvSpPr/>
          <p:nvPr/>
        </p:nvSpPr>
        <p:spPr>
          <a:xfrm>
            <a:off x="5950000" y="4520000"/>
            <a:ext cx="5569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de-DE" sz="1400" b="1" dirty="0">
                <a:solidFill>
                  <a:srgbClr val="FFFFFF"/>
                </a:solidFill>
              </a:rPr>
              <a:t>Zurechenbarkeit</a:t>
            </a:r>
          </a:p>
          <a:p>
            <a:pPr algn="l">
              <a:spcBef>
                <a:spcPts val="150"/>
              </a:spcBef>
              <a:buNone/>
            </a:pPr>
            <a:r>
              <a:rPr lang="de-DE" sz="1100" b="0" dirty="0">
                <a:solidFill>
                  <a:srgbClr val="FFFFFF"/>
                </a:solidFill>
              </a:rPr>
              <a:t>wer war es?</a:t>
            </a:r>
          </a:p>
        </p:txBody>
      </p:sp>
      <p:sp>
        <p:nvSpPr>
          <p:cNvPr id="224" name="Signalpunkt"/>
          <p:cNvSpPr/>
          <p:nvPr/>
        </p:nvSpPr>
        <p:spPr>
          <a:xfrm>
            <a:off x="11399000" y="4440000"/>
            <a:ext cx="180000" cy="180000"/>
          </a:xfrm>
          <a:prstGeom prst="ellipse">
            <a:avLst/>
          </a:prstGeom>
          <a:solidFill>
            <a:srgbClr val="30343A"/>
          </a:solidFill>
          <a:ln w="19050">
            <a:solidFill>
              <a:srgbClr val="FFFFFF"/>
            </a:solidFill>
          </a:ln>
        </p:spPr>
        <p:txBody>
          <a:bodyPr wrap="square" lIns="120000" tIns="0" rIns="120000" bIns="0" anchor="ctr">
            <a:normAutofit fontScale="55000" lnSpcReduction="20000"/>
          </a:bodyPr>
          <a:lstStyle/>
          <a:p>
            <a:endParaRPr lang="de-DE"/>
          </a:p>
        </p:txBody>
      </p:sp>
      <p:sp>
        <p:nvSpPr>
          <p:cNvPr id="400" name="Schlusszeile"/>
          <p:cNvSpPr/>
          <p:nvPr/>
        </p:nvSpPr>
        <p:spPr>
          <a:xfrm>
            <a:off x="373063" y="5560000"/>
            <a:ext cx="11445937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de-DE" sz="1800" b="1" dirty="0">
                <a:solidFill>
                  <a:srgbClr val="30343A"/>
                </a:solidFill>
              </a:rPr>
              <a:t>Anhang III verlangt Nachweise → prüfbare Produkteigenschaft.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373063" y="650591"/>
            <a:ext cx="11447462" cy="553998"/>
          </a:xfrm>
        </p:spPr>
        <p:txBody>
          <a:bodyPr/>
          <a:lstStyle/>
          <a:p>
            <a:r>
              <a:rPr lang="de-DE" sz="2800" b="1" dirty="0"/>
              <a:t>Drei Ziele reichen nicht</a:t>
            </a:r>
          </a:p>
        </p:txBody>
      </p:sp>
      <p:sp>
        <p:nvSpPr>
          <p:cNvPr id="11" name="Kicker"/>
          <p:cNvSpPr>
            <a:spLocks noGrp="1"/>
          </p:cNvSpPr>
          <p:nvPr>
            <p:ph type="body" sz="quarter" idx="13"/>
          </p:nvPr>
        </p:nvSpPr>
        <p:spPr>
          <a:xfrm>
            <a:off x="373063" y="373592"/>
            <a:ext cx="11447462" cy="276999"/>
          </a:xfrm>
        </p:spPr>
        <p:txBody>
          <a:bodyPr/>
          <a:lstStyle/>
          <a:p>
            <a:r>
              <a:rPr lang="de-DE" dirty="0"/>
              <a:t>02 · GRUNDLAGEN</a:t>
            </a:r>
          </a:p>
        </p:txBody>
      </p:sp>
      <p:sp>
        <p:nvSpPr>
          <p:cNvPr id="12" name="Footer"/>
          <p:cNvSpPr>
            <a:spLocks noGrp="1"/>
          </p:cNvSpPr>
          <p:nvPr>
            <p:ph type="ftr" sz="quarter" idx="11"/>
          </p:nvPr>
        </p:nvSpPr>
        <p:spPr>
          <a:xfrm>
            <a:off x="952318" y="6482964"/>
            <a:ext cx="3527607" cy="138499"/>
          </a:xfrm>
        </p:spPr>
        <p:txBody>
          <a:bodyPr/>
          <a:lstStyle/>
          <a:p>
            <a:r>
              <a:rPr lang="de-DE" dirty="0"/>
              <a:t>Nathalie Nuber</a:t>
            </a:r>
          </a:p>
        </p:txBody>
      </p:sp>
      <p:sp>
        <p:nvSpPr>
          <p:cNvPr id="13" name="Date"/>
          <p:cNvSpPr>
            <a:spLocks noGrp="1"/>
          </p:cNvSpPr>
          <p:nvPr>
            <p:ph type="dt" sz="half" idx="10"/>
          </p:nvPr>
        </p:nvSpPr>
        <p:spPr>
          <a:xfrm>
            <a:off x="10444922" y="6482964"/>
            <a:ext cx="1058860" cy="138499"/>
          </a:xfrm>
        </p:spPr>
        <p:txBody>
          <a:bodyPr/>
          <a:lstStyle/>
          <a:p>
            <a:r>
              <a:rPr lang="de-DE" dirty="0"/>
              <a:t>22.09.2026</a:t>
            </a:r>
          </a:p>
        </p:txBody>
      </p:sp>
      <p:sp>
        <p:nvSpPr>
          <p:cNvPr id="14" name="SlideNum"/>
          <p:cNvSpPr>
            <a:spLocks noGrp="1"/>
          </p:cNvSpPr>
          <p:nvPr>
            <p:ph type="sldNum" sz="quarter" idx="12"/>
          </p:nvPr>
        </p:nvSpPr>
        <p:spPr>
          <a:xfrm>
            <a:off x="11623675" y="6344464"/>
            <a:ext cx="196850" cy="276999"/>
          </a:xfrm>
        </p:spPr>
        <p:txBody>
          <a:bodyPr/>
          <a:lstStyle/>
          <a:p>
            <a:fld id="{F7C3D2A8-1B44-4E6C-8A90-3D5E7F9C2A24}" type="slidenum">
              <a:rPr lang="de-DE"/>
              <a:t>7</a:t>
            </a:fld>
            <a:endParaRPr lang="de-DE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300" autoRev="1" fill="hold"/>
                                        <p:tgtEl>
                                          <p:spTgt spid="21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300" autoRev="1" fill="hold"/>
                                        <p:tgtEl>
                                          <p:spTgt spid="22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" grpId="0" animBg="1"/>
      <p:bldP spid="201" grpId="0" animBg="1"/>
      <p:bldP spid="202" grpId="0" animBg="1"/>
      <p:bldP spid="203" grpId="0"/>
      <p:bldP spid="210" grpId="0" animBg="1"/>
      <p:bldP spid="211" grpId="0" animBg="1"/>
      <p:bldP spid="212" grpId="0" animBg="1"/>
      <p:bldP spid="213" grpId="0"/>
      <p:bldP spid="214" grpId="0" animBg="1"/>
      <p:bldP spid="220" grpId="0" animBg="1"/>
      <p:bldP spid="221" grpId="0" animBg="1"/>
      <p:bldP spid="222" grpId="0" animBg="1"/>
      <p:bldP spid="223" grpId="0"/>
      <p:bldP spid="224" grpId="0" animBg="1"/>
      <p:bldP spid="40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uchstabe"/>
          <p:cNvSpPr/>
          <p:nvPr/>
        </p:nvSpPr>
        <p:spPr>
          <a:xfrm>
            <a:off x="373063" y="1740000"/>
            <a:ext cx="460000" cy="460000"/>
          </a:xfrm>
          <a:prstGeom prst="rect">
            <a:avLst/>
          </a:prstGeom>
          <a:solidFill>
            <a:srgbClr val="30343A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de-DE" sz="1600" b="1" dirty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01" name="Kategorie"/>
          <p:cNvSpPr/>
          <p:nvPr/>
        </p:nvSpPr>
        <p:spPr>
          <a:xfrm>
            <a:off x="1000000" y="1640000"/>
            <a:ext cx="36000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de-DE" sz="1300" b="0" dirty="0">
                <a:solidFill>
                  <a:srgbClr val="5B666F"/>
                </a:solidFill>
              </a:rPr>
              <a:t>Spoofing</a:t>
            </a:r>
          </a:p>
        </p:txBody>
      </p:sp>
      <p:sp>
        <p:nvSpPr>
          <p:cNvPr id="102" name="Pfeil"/>
          <p:cNvSpPr/>
          <p:nvPr/>
        </p:nvSpPr>
        <p:spPr>
          <a:xfrm>
            <a:off x="4750000" y="1880000"/>
            <a:ext cx="300000" cy="180000"/>
          </a:xfrm>
          <a:prstGeom prst="rightArrow">
            <a:avLst/>
          </a:prstGeom>
          <a:solidFill>
            <a:srgbClr val="30343A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rmAutofit fontScale="40000" lnSpcReduction="20000"/>
          </a:bodyPr>
          <a:lstStyle/>
          <a:p>
            <a:endParaRPr lang="de-DE"/>
          </a:p>
        </p:txBody>
      </p:sp>
      <p:sp>
        <p:nvSpPr>
          <p:cNvPr id="103" name="Schutzziel"/>
          <p:cNvSpPr/>
          <p:nvPr/>
        </p:nvSpPr>
        <p:spPr>
          <a:xfrm>
            <a:off x="5250000" y="1640000"/>
            <a:ext cx="42000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de-DE" sz="1300" b="1" dirty="0">
                <a:solidFill>
                  <a:srgbClr val="FF6E00"/>
                </a:solidFill>
              </a:rPr>
              <a:t>Authentizität</a:t>
            </a:r>
          </a:p>
        </p:txBody>
      </p:sp>
      <p:sp>
        <p:nvSpPr>
          <p:cNvPr id="110" name="Buchstabe"/>
          <p:cNvSpPr/>
          <p:nvPr/>
        </p:nvSpPr>
        <p:spPr>
          <a:xfrm>
            <a:off x="373063" y="2400000"/>
            <a:ext cx="460000" cy="460000"/>
          </a:xfrm>
          <a:prstGeom prst="rect">
            <a:avLst/>
          </a:prstGeom>
          <a:solidFill>
            <a:srgbClr val="30343A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de-DE" sz="1600" b="1" dirty="0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111" name="Kategorie"/>
          <p:cNvSpPr/>
          <p:nvPr/>
        </p:nvSpPr>
        <p:spPr>
          <a:xfrm>
            <a:off x="1000000" y="2300000"/>
            <a:ext cx="36000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de-DE" sz="1300" b="0" dirty="0">
                <a:solidFill>
                  <a:srgbClr val="5B666F"/>
                </a:solidFill>
              </a:rPr>
              <a:t>Tampering</a:t>
            </a:r>
          </a:p>
        </p:txBody>
      </p:sp>
      <p:sp>
        <p:nvSpPr>
          <p:cNvPr id="112" name="Pfeil"/>
          <p:cNvSpPr/>
          <p:nvPr/>
        </p:nvSpPr>
        <p:spPr>
          <a:xfrm>
            <a:off x="4750000" y="2540000"/>
            <a:ext cx="300000" cy="180000"/>
          </a:xfrm>
          <a:prstGeom prst="rightArrow">
            <a:avLst/>
          </a:prstGeom>
          <a:solidFill>
            <a:srgbClr val="30343A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rmAutofit fontScale="40000" lnSpcReduction="20000"/>
          </a:bodyPr>
          <a:lstStyle/>
          <a:p>
            <a:endParaRPr lang="de-DE"/>
          </a:p>
        </p:txBody>
      </p:sp>
      <p:sp>
        <p:nvSpPr>
          <p:cNvPr id="113" name="Schutzziel"/>
          <p:cNvSpPr/>
          <p:nvPr/>
        </p:nvSpPr>
        <p:spPr>
          <a:xfrm>
            <a:off x="5250000" y="2300000"/>
            <a:ext cx="42000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de-DE" sz="1300" b="1" dirty="0">
                <a:solidFill>
                  <a:srgbClr val="FF6E00"/>
                </a:solidFill>
              </a:rPr>
              <a:t>Integrität</a:t>
            </a:r>
          </a:p>
        </p:txBody>
      </p:sp>
      <p:sp>
        <p:nvSpPr>
          <p:cNvPr id="120" name="Buchstabe"/>
          <p:cNvSpPr/>
          <p:nvPr/>
        </p:nvSpPr>
        <p:spPr>
          <a:xfrm>
            <a:off x="373063" y="3060000"/>
            <a:ext cx="460000" cy="460000"/>
          </a:xfrm>
          <a:prstGeom prst="rect">
            <a:avLst/>
          </a:prstGeom>
          <a:solidFill>
            <a:srgbClr val="30343A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de-DE" sz="1600" b="1" dirty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21" name="Kategorie"/>
          <p:cNvSpPr/>
          <p:nvPr/>
        </p:nvSpPr>
        <p:spPr>
          <a:xfrm>
            <a:off x="1000000" y="2960000"/>
            <a:ext cx="36000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de-DE" sz="1300" b="0" dirty="0">
                <a:solidFill>
                  <a:srgbClr val="5B666F"/>
                </a:solidFill>
              </a:rPr>
              <a:t>Repudiation</a:t>
            </a:r>
          </a:p>
        </p:txBody>
      </p:sp>
      <p:sp>
        <p:nvSpPr>
          <p:cNvPr id="122" name="Pfeil"/>
          <p:cNvSpPr/>
          <p:nvPr/>
        </p:nvSpPr>
        <p:spPr>
          <a:xfrm>
            <a:off x="4750000" y="3200000"/>
            <a:ext cx="300000" cy="180000"/>
          </a:xfrm>
          <a:prstGeom prst="rightArrow">
            <a:avLst/>
          </a:prstGeom>
          <a:solidFill>
            <a:srgbClr val="30343A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rmAutofit fontScale="40000" lnSpcReduction="20000"/>
          </a:bodyPr>
          <a:lstStyle/>
          <a:p>
            <a:endParaRPr lang="de-DE"/>
          </a:p>
        </p:txBody>
      </p:sp>
      <p:sp>
        <p:nvSpPr>
          <p:cNvPr id="123" name="Schutzziel"/>
          <p:cNvSpPr/>
          <p:nvPr/>
        </p:nvSpPr>
        <p:spPr>
          <a:xfrm>
            <a:off x="5250000" y="2960000"/>
            <a:ext cx="42000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de-DE" sz="1300" b="1" dirty="0">
                <a:solidFill>
                  <a:srgbClr val="FF6E00"/>
                </a:solidFill>
              </a:rPr>
              <a:t>Nichtabstreitbarkeit</a:t>
            </a:r>
          </a:p>
        </p:txBody>
      </p:sp>
      <p:sp>
        <p:nvSpPr>
          <p:cNvPr id="130" name="Buchstabe"/>
          <p:cNvSpPr/>
          <p:nvPr/>
        </p:nvSpPr>
        <p:spPr>
          <a:xfrm>
            <a:off x="373063" y="3720000"/>
            <a:ext cx="460000" cy="460000"/>
          </a:xfrm>
          <a:prstGeom prst="rect">
            <a:avLst/>
          </a:prstGeom>
          <a:solidFill>
            <a:srgbClr val="30343A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de-DE" sz="1600" b="1" dirty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1" name="Kategorie"/>
          <p:cNvSpPr/>
          <p:nvPr/>
        </p:nvSpPr>
        <p:spPr>
          <a:xfrm>
            <a:off x="1000000" y="3620000"/>
            <a:ext cx="36000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de-DE" sz="1300" b="0" dirty="0">
                <a:solidFill>
                  <a:srgbClr val="5B666F"/>
                </a:solidFill>
              </a:rPr>
              <a:t>Information Disclosure</a:t>
            </a:r>
          </a:p>
        </p:txBody>
      </p:sp>
      <p:sp>
        <p:nvSpPr>
          <p:cNvPr id="132" name="Pfeil"/>
          <p:cNvSpPr/>
          <p:nvPr/>
        </p:nvSpPr>
        <p:spPr>
          <a:xfrm>
            <a:off x="4750000" y="3860000"/>
            <a:ext cx="300000" cy="180000"/>
          </a:xfrm>
          <a:prstGeom prst="rightArrow">
            <a:avLst/>
          </a:prstGeom>
          <a:solidFill>
            <a:srgbClr val="30343A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rmAutofit fontScale="40000" lnSpcReduction="20000"/>
          </a:bodyPr>
          <a:lstStyle/>
          <a:p>
            <a:endParaRPr lang="de-DE"/>
          </a:p>
        </p:txBody>
      </p:sp>
      <p:sp>
        <p:nvSpPr>
          <p:cNvPr id="133" name="Schutzziel"/>
          <p:cNvSpPr/>
          <p:nvPr/>
        </p:nvSpPr>
        <p:spPr>
          <a:xfrm>
            <a:off x="5250000" y="3620000"/>
            <a:ext cx="42000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de-DE" sz="1300" b="1" dirty="0">
                <a:solidFill>
                  <a:srgbClr val="FF6E00"/>
                </a:solidFill>
              </a:rPr>
              <a:t>Vertraulichkeit</a:t>
            </a:r>
          </a:p>
        </p:txBody>
      </p:sp>
      <p:sp>
        <p:nvSpPr>
          <p:cNvPr id="140" name="Buchstabe"/>
          <p:cNvSpPr/>
          <p:nvPr/>
        </p:nvSpPr>
        <p:spPr>
          <a:xfrm>
            <a:off x="373063" y="4380000"/>
            <a:ext cx="460000" cy="460000"/>
          </a:xfrm>
          <a:prstGeom prst="rect">
            <a:avLst/>
          </a:prstGeom>
          <a:solidFill>
            <a:srgbClr val="30343A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de-DE" sz="1600" b="1" dirty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41" name="Kategorie"/>
          <p:cNvSpPr/>
          <p:nvPr/>
        </p:nvSpPr>
        <p:spPr>
          <a:xfrm>
            <a:off x="1000000" y="4280000"/>
            <a:ext cx="36000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de-DE" sz="1300" b="0" dirty="0">
                <a:solidFill>
                  <a:srgbClr val="5B666F"/>
                </a:solidFill>
              </a:rPr>
              <a:t>Denial of Service</a:t>
            </a:r>
          </a:p>
        </p:txBody>
      </p:sp>
      <p:sp>
        <p:nvSpPr>
          <p:cNvPr id="142" name="Pfeil"/>
          <p:cNvSpPr/>
          <p:nvPr/>
        </p:nvSpPr>
        <p:spPr>
          <a:xfrm>
            <a:off x="4750000" y="4520000"/>
            <a:ext cx="300000" cy="180000"/>
          </a:xfrm>
          <a:prstGeom prst="rightArrow">
            <a:avLst/>
          </a:prstGeom>
          <a:solidFill>
            <a:srgbClr val="30343A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rmAutofit fontScale="40000" lnSpcReduction="20000"/>
          </a:bodyPr>
          <a:lstStyle/>
          <a:p>
            <a:endParaRPr lang="de-DE"/>
          </a:p>
        </p:txBody>
      </p:sp>
      <p:sp>
        <p:nvSpPr>
          <p:cNvPr id="143" name="Schutzziel"/>
          <p:cNvSpPr/>
          <p:nvPr/>
        </p:nvSpPr>
        <p:spPr>
          <a:xfrm>
            <a:off x="5250000" y="4280000"/>
            <a:ext cx="42000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de-DE" sz="1300" b="1" dirty="0">
                <a:solidFill>
                  <a:srgbClr val="FF6E00"/>
                </a:solidFill>
              </a:rPr>
              <a:t>Verfügbarkeit</a:t>
            </a:r>
          </a:p>
        </p:txBody>
      </p:sp>
      <p:sp>
        <p:nvSpPr>
          <p:cNvPr id="150" name="Buchstabe"/>
          <p:cNvSpPr/>
          <p:nvPr/>
        </p:nvSpPr>
        <p:spPr>
          <a:xfrm>
            <a:off x="373063" y="5040000"/>
            <a:ext cx="460000" cy="460000"/>
          </a:xfrm>
          <a:prstGeom prst="rect">
            <a:avLst/>
          </a:prstGeom>
          <a:solidFill>
            <a:srgbClr val="30343A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de-DE" sz="1600" b="1" dirty="0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51" name="Kategorie"/>
          <p:cNvSpPr/>
          <p:nvPr/>
        </p:nvSpPr>
        <p:spPr>
          <a:xfrm>
            <a:off x="1000000" y="4940000"/>
            <a:ext cx="36000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de-DE" sz="1300" b="0" dirty="0">
                <a:solidFill>
                  <a:srgbClr val="5B666F"/>
                </a:solidFill>
              </a:rPr>
              <a:t>Elevation of Privilege</a:t>
            </a:r>
          </a:p>
        </p:txBody>
      </p:sp>
      <p:sp>
        <p:nvSpPr>
          <p:cNvPr id="152" name="Pfeil"/>
          <p:cNvSpPr/>
          <p:nvPr/>
        </p:nvSpPr>
        <p:spPr>
          <a:xfrm>
            <a:off x="4750000" y="5180000"/>
            <a:ext cx="300000" cy="180000"/>
          </a:xfrm>
          <a:prstGeom prst="rightArrow">
            <a:avLst/>
          </a:prstGeom>
          <a:solidFill>
            <a:srgbClr val="30343A">
              <a:alpha val="55000"/>
            </a:srgbClr>
          </a:solidFill>
          <a:ln>
            <a:noFill/>
          </a:ln>
        </p:spPr>
        <p:txBody>
          <a:bodyPr wrap="square" lIns="0" tIns="0" rIns="0" bIns="0" anchor="ctr">
            <a:normAutofit fontScale="40000" lnSpcReduction="20000"/>
          </a:bodyPr>
          <a:lstStyle/>
          <a:p>
            <a:endParaRPr lang="de-DE"/>
          </a:p>
        </p:txBody>
      </p:sp>
      <p:sp>
        <p:nvSpPr>
          <p:cNvPr id="153" name="Schutzziel"/>
          <p:cNvSpPr/>
          <p:nvPr/>
        </p:nvSpPr>
        <p:spPr>
          <a:xfrm>
            <a:off x="5250000" y="4940000"/>
            <a:ext cx="42000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de-DE" sz="1300" b="1" dirty="0">
                <a:solidFill>
                  <a:srgbClr val="FF6E00"/>
                </a:solidFill>
              </a:rPr>
              <a:t>Autorisierung</a:t>
            </a:r>
          </a:p>
        </p:txBody>
      </p:sp>
      <p:sp>
        <p:nvSpPr>
          <p:cNvPr id="300" name="Hervorhebung"/>
          <p:cNvSpPr/>
          <p:nvPr/>
        </p:nvSpPr>
        <p:spPr>
          <a:xfrm>
            <a:off x="300000" y="3000000"/>
            <a:ext cx="9230000" cy="580000"/>
          </a:xfrm>
          <a:prstGeom prst="rect">
            <a:avLst/>
          </a:prstGeom>
          <a:noFill/>
          <a:ln w="28575">
            <a:solidFill>
              <a:srgbClr val="FF6E00"/>
            </a:solidFill>
          </a:ln>
        </p:spPr>
        <p:txBody>
          <a:bodyPr wrap="square" lIns="0" tIns="0" rIns="0" bIns="0" anchor="ctr">
            <a:normAutofit/>
          </a:bodyPr>
          <a:lstStyle/>
          <a:p>
            <a:endParaRPr lang="de-DE"/>
          </a:p>
        </p:txBody>
      </p:sp>
      <p:cxnSp>
        <p:nvCxnSpPr>
          <p:cNvPr id="301" name="Verbindung"/>
          <p:cNvCxnSpPr/>
          <p:nvPr/>
        </p:nvCxnSpPr>
        <p:spPr>
          <a:xfrm>
            <a:off x="9560000" y="3290000"/>
            <a:ext cx="1100000" cy="1"/>
          </a:xfrm>
          <a:prstGeom prst="line">
            <a:avLst/>
          </a:prstGeom>
          <a:ln w="9525">
            <a:solidFill>
              <a:srgbClr val="FF6E00"/>
            </a:solidFill>
          </a:ln>
        </p:spPr>
      </p:cxnSp>
      <p:sp>
        <p:nvSpPr>
          <p:cNvPr id="302" name="Vermerk"/>
          <p:cNvSpPr/>
          <p:nvPr/>
        </p:nvSpPr>
        <p:spPr>
          <a:xfrm>
            <a:off x="10700000" y="3090000"/>
            <a:ext cx="1119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de-DE" sz="1000" b="1" dirty="0">
                <a:solidFill>
                  <a:srgbClr val="FF6E00"/>
                </a:solidFill>
              </a:rPr>
              <a:t>später: 2 × Fail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373063" y="650591"/>
            <a:ext cx="11447462" cy="553998"/>
          </a:xfrm>
        </p:spPr>
        <p:txBody>
          <a:bodyPr/>
          <a:lstStyle/>
          <a:p>
            <a:r>
              <a:rPr lang="de-DE" sz="2800" b="1" dirty="0"/>
              <a:t>Bedrohung = negiertes Schutzziel</a:t>
            </a:r>
          </a:p>
        </p:txBody>
      </p:sp>
      <p:sp>
        <p:nvSpPr>
          <p:cNvPr id="11" name="Kicker"/>
          <p:cNvSpPr>
            <a:spLocks noGrp="1"/>
          </p:cNvSpPr>
          <p:nvPr>
            <p:ph type="body" sz="quarter" idx="13"/>
          </p:nvPr>
        </p:nvSpPr>
        <p:spPr>
          <a:xfrm>
            <a:off x="373063" y="373592"/>
            <a:ext cx="11447462" cy="276999"/>
          </a:xfrm>
        </p:spPr>
        <p:txBody>
          <a:bodyPr/>
          <a:lstStyle/>
          <a:p>
            <a:r>
              <a:rPr lang="de-DE" dirty="0"/>
              <a:t>02 · GRUNDLAGEN</a:t>
            </a:r>
          </a:p>
        </p:txBody>
      </p:sp>
      <p:sp>
        <p:nvSpPr>
          <p:cNvPr id="12" name="Footer"/>
          <p:cNvSpPr>
            <a:spLocks noGrp="1"/>
          </p:cNvSpPr>
          <p:nvPr>
            <p:ph type="ftr" sz="quarter" idx="11"/>
          </p:nvPr>
        </p:nvSpPr>
        <p:spPr>
          <a:xfrm>
            <a:off x="952318" y="6482964"/>
            <a:ext cx="3527607" cy="138499"/>
          </a:xfrm>
        </p:spPr>
        <p:txBody>
          <a:bodyPr/>
          <a:lstStyle/>
          <a:p>
            <a:r>
              <a:rPr lang="de-DE" dirty="0"/>
              <a:t>Nathalie Nuber</a:t>
            </a:r>
          </a:p>
        </p:txBody>
      </p:sp>
      <p:sp>
        <p:nvSpPr>
          <p:cNvPr id="13" name="Date"/>
          <p:cNvSpPr>
            <a:spLocks noGrp="1"/>
          </p:cNvSpPr>
          <p:nvPr>
            <p:ph type="dt" sz="half" idx="10"/>
          </p:nvPr>
        </p:nvSpPr>
        <p:spPr>
          <a:xfrm>
            <a:off x="10444922" y="6482964"/>
            <a:ext cx="1058860" cy="138499"/>
          </a:xfrm>
        </p:spPr>
        <p:txBody>
          <a:bodyPr/>
          <a:lstStyle/>
          <a:p>
            <a:r>
              <a:rPr lang="de-DE" dirty="0"/>
              <a:t>22.09.2026</a:t>
            </a:r>
          </a:p>
        </p:txBody>
      </p:sp>
      <p:sp>
        <p:nvSpPr>
          <p:cNvPr id="14" name="SlideNum"/>
          <p:cNvSpPr>
            <a:spLocks noGrp="1"/>
          </p:cNvSpPr>
          <p:nvPr>
            <p:ph type="sldNum" sz="quarter" idx="12"/>
          </p:nvPr>
        </p:nvSpPr>
        <p:spPr>
          <a:xfrm>
            <a:off x="11623675" y="6344464"/>
            <a:ext cx="196850" cy="276999"/>
          </a:xfrm>
        </p:spPr>
        <p:txBody>
          <a:bodyPr/>
          <a:lstStyle/>
          <a:p>
            <a:fld id="{F7C3D2A8-1B44-4E6C-8A90-3D5E7F9C2A25}" type="slidenum">
              <a:rPr lang="de-DE"/>
              <a:t>8</a:t>
            </a:fld>
            <a:endParaRPr lang="de-DE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101" grpId="0"/>
      <p:bldP spid="102" grpId="0" animBg="1"/>
      <p:bldP spid="103" grpId="0"/>
      <p:bldP spid="110" grpId="0" animBg="1"/>
      <p:bldP spid="111" grpId="0"/>
      <p:bldP spid="112" grpId="0" animBg="1"/>
      <p:bldP spid="113" grpId="0"/>
      <p:bldP spid="120" grpId="0" animBg="1"/>
      <p:bldP spid="121" grpId="0"/>
      <p:bldP spid="122" grpId="0" animBg="1"/>
      <p:bldP spid="123" grpId="0"/>
      <p:bldP spid="130" grpId="0" animBg="1"/>
      <p:bldP spid="131" grpId="0"/>
      <p:bldP spid="132" grpId="0" animBg="1"/>
      <p:bldP spid="133" grpId="0"/>
      <p:bldP spid="140" grpId="0" animBg="1"/>
      <p:bldP spid="141" grpId="0"/>
      <p:bldP spid="142" grpId="0" animBg="1"/>
      <p:bldP spid="143" grpId="0"/>
      <p:bldP spid="150" grpId="0" animBg="1"/>
      <p:bldP spid="151" grpId="0"/>
      <p:bldP spid="152" grpId="0" animBg="1"/>
      <p:bldP spid="153" grpId="0"/>
      <p:bldP spid="300" grpId="0" animBg="1"/>
      <p:bldP spid="301" grpId="0" animBg="1"/>
      <p:bldP spid="30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tufe0"/>
          <p:cNvSpPr/>
          <p:nvPr/>
        </p:nvSpPr>
        <p:spPr>
          <a:xfrm>
            <a:off x="373063" y="1640000"/>
            <a:ext cx="5200000" cy="6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sp>
        <p:nvSpPr>
          <p:cNvPr id="201" name="kante0"/>
          <p:cNvSpPr/>
          <p:nvPr/>
        </p:nvSpPr>
        <p:spPr>
          <a:xfrm>
            <a:off x="373063" y="1640000"/>
            <a:ext cx="100000" cy="680000"/>
          </a:xfrm>
          <a:prstGeom prst="rect">
            <a:avLst/>
          </a:prstGeom>
          <a:solidFill>
            <a:srgbClr val="30343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sp>
        <p:nvSpPr>
          <p:cNvPr id="202" name="txt0"/>
          <p:cNvSpPr/>
          <p:nvPr/>
        </p:nvSpPr>
        <p:spPr>
          <a:xfrm>
            <a:off x="613063" y="1640000"/>
            <a:ext cx="4900000" cy="6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de-DE" sz="1400" b="1" dirty="0">
                <a:solidFill>
                  <a:srgbClr val="30343A"/>
                </a:solidFill>
                <a:latin typeface="Arial"/>
              </a:rPr>
              <a:t>(EU) 2023/1230</a:t>
            </a:r>
          </a:p>
          <a:p>
            <a:pPr algn="l"/>
            <a:r>
              <a:rPr lang="de-DE" sz="1050" b="0" dirty="0">
                <a:solidFill>
                  <a:srgbClr val="808890"/>
                </a:solidFill>
                <a:latin typeface="Arial"/>
              </a:rPr>
              <a:t>die Pflicht</a:t>
            </a:r>
          </a:p>
        </p:txBody>
      </p:sp>
      <p:sp>
        <p:nvSpPr>
          <p:cNvPr id="210" name="stufe1"/>
          <p:cNvSpPr/>
          <p:nvPr/>
        </p:nvSpPr>
        <p:spPr>
          <a:xfrm>
            <a:off x="773063" y="2500000"/>
            <a:ext cx="5200000" cy="6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sp>
        <p:nvSpPr>
          <p:cNvPr id="211" name="kante1"/>
          <p:cNvSpPr/>
          <p:nvPr/>
        </p:nvSpPr>
        <p:spPr>
          <a:xfrm>
            <a:off x="773063" y="2500000"/>
            <a:ext cx="100000" cy="680000"/>
          </a:xfrm>
          <a:prstGeom prst="rect">
            <a:avLst/>
          </a:prstGeom>
          <a:solidFill>
            <a:srgbClr val="5B666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sp>
        <p:nvSpPr>
          <p:cNvPr id="212" name="txt1"/>
          <p:cNvSpPr/>
          <p:nvPr/>
        </p:nvSpPr>
        <p:spPr>
          <a:xfrm>
            <a:off x="1013063" y="2500000"/>
            <a:ext cx="4900000" cy="6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de-DE" sz="1400" b="1" dirty="0">
                <a:solidFill>
                  <a:srgbClr val="30343A"/>
                </a:solidFill>
                <a:latin typeface="Arial"/>
              </a:rPr>
              <a:t>prEN 50742</a:t>
            </a:r>
          </a:p>
          <a:p>
            <a:pPr algn="l"/>
            <a:r>
              <a:rPr lang="de-DE" sz="1050" b="0" dirty="0">
                <a:solidFill>
                  <a:srgbClr val="808890"/>
                </a:solidFill>
                <a:latin typeface="Arial"/>
              </a:rPr>
              <a:t>die Konkretisierung</a:t>
            </a:r>
          </a:p>
        </p:txBody>
      </p:sp>
      <p:sp>
        <p:nvSpPr>
          <p:cNvPr id="220" name="stufe2"/>
          <p:cNvSpPr/>
          <p:nvPr/>
        </p:nvSpPr>
        <p:spPr>
          <a:xfrm>
            <a:off x="1173063" y="3360000"/>
            <a:ext cx="5200000" cy="6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sp>
        <p:nvSpPr>
          <p:cNvPr id="221" name="kante2"/>
          <p:cNvSpPr/>
          <p:nvPr/>
        </p:nvSpPr>
        <p:spPr>
          <a:xfrm>
            <a:off x="1173063" y="3360000"/>
            <a:ext cx="100000" cy="680000"/>
          </a:xfrm>
          <a:prstGeom prst="rect">
            <a:avLst/>
          </a:prstGeom>
          <a:solidFill>
            <a:srgbClr val="80889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sp>
        <p:nvSpPr>
          <p:cNvPr id="222" name="txt2"/>
          <p:cNvSpPr/>
          <p:nvPr/>
        </p:nvSpPr>
        <p:spPr>
          <a:xfrm>
            <a:off x="1413063" y="3360000"/>
            <a:ext cx="4900000" cy="6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de-DE" sz="1400" b="1" dirty="0">
                <a:solidFill>
                  <a:srgbClr val="30343A"/>
                </a:solidFill>
                <a:latin typeface="Arial"/>
              </a:rPr>
              <a:t>IEC 62443-4-2</a:t>
            </a:r>
          </a:p>
          <a:p>
            <a:pPr algn="l"/>
            <a:r>
              <a:rPr lang="de-DE" sz="1050" b="0" dirty="0">
                <a:solidFill>
                  <a:srgbClr val="808890"/>
                </a:solidFill>
                <a:latin typeface="Arial"/>
              </a:rPr>
              <a:t>WAS die Komponente kann</a:t>
            </a:r>
          </a:p>
        </p:txBody>
      </p:sp>
      <p:sp>
        <p:nvSpPr>
          <p:cNvPr id="230" name="stufe3"/>
          <p:cNvSpPr/>
          <p:nvPr/>
        </p:nvSpPr>
        <p:spPr>
          <a:xfrm>
            <a:off x="1573063" y="4220000"/>
            <a:ext cx="5200000" cy="6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sp>
        <p:nvSpPr>
          <p:cNvPr id="231" name="kante3"/>
          <p:cNvSpPr/>
          <p:nvPr/>
        </p:nvSpPr>
        <p:spPr>
          <a:xfrm>
            <a:off x="1573063" y="4220000"/>
            <a:ext cx="100000" cy="680000"/>
          </a:xfrm>
          <a:prstGeom prst="rect">
            <a:avLst/>
          </a:prstGeom>
          <a:solidFill>
            <a:srgbClr val="FF6E0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sp>
        <p:nvSpPr>
          <p:cNvPr id="232" name="txt3"/>
          <p:cNvSpPr/>
          <p:nvPr/>
        </p:nvSpPr>
        <p:spPr>
          <a:xfrm>
            <a:off x="1813063" y="4220000"/>
            <a:ext cx="4900000" cy="6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de-DE" sz="1400" b="1" dirty="0">
                <a:solidFill>
                  <a:srgbClr val="30343A"/>
                </a:solidFill>
                <a:latin typeface="Arial"/>
              </a:rPr>
              <a:t>IEC 62443-4-1 · SVV</a:t>
            </a:r>
          </a:p>
          <a:p>
            <a:pPr algn="l"/>
            <a:r>
              <a:rPr lang="de-DE" sz="1050" b="0" dirty="0">
                <a:solidFill>
                  <a:srgbClr val="808890"/>
                </a:solidFill>
                <a:latin typeface="Arial"/>
              </a:rPr>
              <a:t>WIE geprüft wird</a:t>
            </a:r>
          </a:p>
        </p:txBody>
      </p:sp>
      <p:sp>
        <p:nvSpPr>
          <p:cNvPr id="300" name="forkline"/>
          <p:cNvSpPr/>
          <p:nvPr/>
        </p:nvSpPr>
        <p:spPr>
          <a:xfrm>
            <a:off x="5973063" y="2840000"/>
            <a:ext cx="1526937" cy="9525"/>
          </a:xfrm>
          <a:prstGeom prst="rect">
            <a:avLst/>
          </a:prstGeom>
          <a:solidFill>
            <a:srgbClr val="C1C5C8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sp>
        <p:nvSpPr>
          <p:cNvPr id="310" name="boxA"/>
          <p:cNvSpPr/>
          <p:nvPr/>
        </p:nvSpPr>
        <p:spPr>
          <a:xfrm>
            <a:off x="7500000" y="1780000"/>
            <a:ext cx="3100000" cy="8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91440" tIns="45720" rIns="91440" bIns="45720" anchor="ctr"/>
          <a:lstStyle/>
          <a:p>
            <a:pPr algn="l"/>
            <a:r>
              <a:rPr lang="de-DE" sz="1200" b="1" dirty="0">
                <a:solidFill>
                  <a:srgbClr val="C1C5C8"/>
                </a:solidFill>
                <a:latin typeface="Arial"/>
              </a:rPr>
              <a:t>Approach A</a:t>
            </a:r>
          </a:p>
          <a:p>
            <a:pPr algn="l"/>
            <a:r>
              <a:rPr lang="de-DE" sz="900" b="0" dirty="0">
                <a:solidFill>
                  <a:srgbClr val="C1C5C8"/>
                </a:solidFill>
                <a:latin typeface="Arial"/>
              </a:rPr>
              <a:t>SRSL · EN ISO 12100 · Angriffspotenzial</a:t>
            </a:r>
          </a:p>
        </p:txBody>
      </p:sp>
      <p:sp>
        <p:nvSpPr>
          <p:cNvPr id="320" name="boxB"/>
          <p:cNvSpPr/>
          <p:nvPr/>
        </p:nvSpPr>
        <p:spPr>
          <a:xfrm>
            <a:off x="7500000" y="3080000"/>
            <a:ext cx="3100000" cy="820000"/>
          </a:xfrm>
          <a:prstGeom prst="rect">
            <a:avLst/>
          </a:prstGeom>
          <a:solidFill>
            <a:srgbClr val="FF6E00">
              <a:alpha val="15"/>
            </a:srgbClr>
          </a:solidFill>
          <a:ln w="28575">
            <a:solidFill>
              <a:srgbClr val="FF6E00"/>
            </a:solidFill>
          </a:ln>
        </p:spPr>
        <p:txBody>
          <a:bodyPr wrap="square" lIns="91440" tIns="45720" rIns="91440" bIns="45720" anchor="ctr"/>
          <a:lstStyle/>
          <a:p>
            <a:pPr algn="l"/>
            <a:r>
              <a:rPr lang="de-DE" sz="1200" b="1" dirty="0">
                <a:solidFill>
                  <a:srgbClr val="FF6E00"/>
                </a:solidFill>
                <a:latin typeface="Arial"/>
              </a:rPr>
              <a:t>✓  Approach B</a:t>
            </a:r>
          </a:p>
          <a:p>
            <a:pPr algn="l"/>
            <a:r>
              <a:rPr lang="de-DE" sz="900" b="0" dirty="0">
                <a:solidFill>
                  <a:srgbClr val="FF6E00"/>
                </a:solidFill>
                <a:latin typeface="Arial"/>
              </a:rPr>
              <a:t>IEC 62443</a:t>
            </a:r>
          </a:p>
        </p:txBody>
      </p:sp>
      <p:sp>
        <p:nvSpPr>
          <p:cNvPr id="301" name="vA"/>
          <p:cNvSpPr/>
          <p:nvPr/>
        </p:nvSpPr>
        <p:spPr>
          <a:xfrm>
            <a:off x="7440000" y="2188000"/>
            <a:ext cx="9525" cy="660000"/>
          </a:xfrm>
          <a:prstGeom prst="rect">
            <a:avLst/>
          </a:prstGeom>
          <a:solidFill>
            <a:srgbClr val="C1C5C8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sp>
        <p:nvSpPr>
          <p:cNvPr id="302" name="vB"/>
          <p:cNvSpPr/>
          <p:nvPr/>
        </p:nvSpPr>
        <p:spPr>
          <a:xfrm>
            <a:off x="7440000" y="2844000"/>
            <a:ext cx="9525" cy="646000"/>
          </a:xfrm>
          <a:prstGeom prst="rect">
            <a:avLst/>
          </a:prstGeom>
          <a:solidFill>
            <a:srgbClr val="C1C5C8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cxnSp>
        <p:nvCxnSpPr>
          <p:cNvPr id="330" name="pfeil"/>
          <p:cNvCxnSpPr/>
          <p:nvPr/>
        </p:nvCxnSpPr>
        <p:spPr>
          <a:xfrm flipH="1">
            <a:off x="6400000" y="3540000"/>
            <a:ext cx="1020000" cy="300000"/>
          </a:xfrm>
          <a:prstGeom prst="bentConnector3">
            <a:avLst/>
          </a:prstGeom>
          <a:ln w="28575">
            <a:solidFill>
              <a:srgbClr val="FF6E00"/>
            </a:solidFill>
            <a:tailEnd type="triangle" w="med" len="med"/>
          </a:ln>
        </p:spPr>
      </p:cxnSp>
      <p:sp>
        <p:nvSpPr>
          <p:cNvPr id="400" name="schluss"/>
          <p:cNvSpPr/>
          <p:nvPr/>
        </p:nvSpPr>
        <p:spPr>
          <a:xfrm>
            <a:off x="373063" y="5560000"/>
            <a:ext cx="9200000" cy="520000"/>
          </a:xfrm>
          <a:prstGeom prst="rect">
            <a:avLst/>
          </a:prstGeom>
          <a:solidFill>
            <a:srgbClr val="FF6E00">
              <a:alpha val="12"/>
            </a:srgbClr>
          </a:solidFill>
          <a:ln>
            <a:noFill/>
          </a:ln>
        </p:spPr>
        <p:txBody>
          <a:bodyPr wrap="square" lIns="200000" tIns="45720" rIns="91440" bIns="45720" anchor="ctr"/>
          <a:lstStyle/>
          <a:p>
            <a:pPr algn="l"/>
            <a:r>
              <a:rPr lang="de-DE" sz="1400" b="1" dirty="0">
                <a:solidFill>
                  <a:srgbClr val="FF6E00"/>
                </a:solidFill>
                <a:latin typeface="Arial"/>
              </a:rPr>
              <a:t>Approach B – das Prüfobjekt ist eine Netzwerkkomponente.</a:t>
            </a:r>
          </a:p>
        </p:txBody>
      </p:sp>
      <p:sp>
        <p:nvSpPr>
          <p:cNvPr id="2" name="Titel"/>
          <p:cNvSpPr>
            <a:spLocks noGrp="1"/>
          </p:cNvSpPr>
          <p:nvPr>
            <p:ph type="title"/>
          </p:nvPr>
        </p:nvSpPr>
        <p:spPr>
          <a:xfrm>
            <a:off x="373063" y="838200"/>
            <a:ext cx="9000000" cy="700000"/>
          </a:xfrm>
        </p:spPr>
        <p:txBody>
          <a:bodyPr/>
          <a:lstStyle/>
          <a:p>
            <a:pPr algn="l"/>
            <a:r>
              <a:rPr lang="de-DE" sz="2800" b="1" dirty="0">
                <a:solidFill>
                  <a:srgbClr val="FF6E00"/>
                </a:solidFill>
                <a:latin typeface="Arial"/>
              </a:rPr>
              <a:t>Von der Pflicht zur Prüfvorschrift</a:t>
            </a:r>
          </a:p>
        </p:txBody>
      </p:sp>
      <p:sp>
        <p:nvSpPr>
          <p:cNvPr id="3" name="Kicker"/>
          <p:cNvSpPr>
            <a:spLocks noGrp="1"/>
          </p:cNvSpPr>
          <p:nvPr>
            <p:ph type="body" sz="quarter" idx="13"/>
          </p:nvPr>
        </p:nvSpPr>
        <p:spPr>
          <a:xfrm>
            <a:off x="373063" y="400000"/>
            <a:ext cx="4000000" cy="300000"/>
          </a:xfrm>
        </p:spPr>
        <p:txBody>
          <a:bodyPr/>
          <a:lstStyle/>
          <a:p>
            <a:pPr algn="l"/>
            <a:r>
              <a:rPr lang="de-DE" sz="1400" b="0" dirty="0">
                <a:solidFill>
                  <a:srgbClr val="30343A"/>
                </a:solidFill>
                <a:latin typeface="Arial"/>
              </a:rPr>
              <a:t>02 · GRUNDLAGEN</a:t>
            </a:r>
          </a:p>
        </p:txBody>
      </p:sp>
      <p:sp>
        <p:nvSpPr>
          <p:cNvPr id="4" name="Fusszeile"/>
          <p:cNvSpPr>
            <a:spLocks noGrp="1"/>
          </p:cNvSpPr>
          <p:nvPr>
            <p:ph type="ftr" sz="quarter" idx="11"/>
          </p:nvPr>
        </p:nvSpPr>
        <p:spPr>
          <a:xfrm>
            <a:off x="1024467" y="6260123"/>
            <a:ext cx="2600325" cy="215444"/>
          </a:xfrm>
        </p:spPr>
        <p:txBody>
          <a:bodyPr/>
          <a:lstStyle/>
          <a:p>
            <a:r>
              <a:rPr lang="de-DE" dirty="0"/>
              <a:t>Nathalie Nuber</a:t>
            </a:r>
          </a:p>
        </p:txBody>
      </p:sp>
      <p:sp>
        <p:nvSpPr>
          <p:cNvPr id="5" name="Datum"/>
          <p:cNvSpPr>
            <a:spLocks noGrp="1"/>
          </p:cNvSpPr>
          <p:nvPr>
            <p:ph type="dt" sz="quarter" idx="10"/>
          </p:nvPr>
        </p:nvSpPr>
        <p:spPr>
          <a:xfrm>
            <a:off x="9905999" y="6260123"/>
            <a:ext cx="1200150" cy="215444"/>
          </a:xfrm>
        </p:spPr>
        <p:txBody>
          <a:bodyPr/>
          <a:lstStyle/>
          <a:p>
            <a:r>
              <a:rPr lang="de-DE" dirty="0"/>
              <a:t>22.09.2026</a:t>
            </a:r>
          </a:p>
        </p:txBody>
      </p:sp>
      <p:sp>
        <p:nvSpPr>
          <p:cNvPr id="6" name="Foliennummer"/>
          <p:cNvSpPr>
            <a:spLocks noGrp="1"/>
          </p:cNvSpPr>
          <p:nvPr>
            <p:ph type="sldNum" sz="quarter" idx="12"/>
          </p:nvPr>
        </p:nvSpPr>
        <p:spPr>
          <a:xfrm>
            <a:off x="11245259" y="6260123"/>
            <a:ext cx="530999" cy="215444"/>
          </a:xfrm>
        </p:spPr>
        <p:txBody>
          <a:bodyPr/>
          <a:lstStyle/>
          <a:p>
            <a:fld id="{B6F15528-21DE-4FAC-A6EE-A032D86D5DFE}" type="slidenum">
              <a:rPr lang="de-DE"/>
              <a:t>9</a:t>
            </a:fld>
            <a:endParaRPr lang="de-DE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6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" grpId="0"/>
      <p:bldP spid="201" grpId="0"/>
      <p:bldP spid="202" grpId="0"/>
      <p:bldP spid="210" grpId="0"/>
      <p:bldP spid="211" grpId="0"/>
      <p:bldP spid="212" grpId="0"/>
      <p:bldP spid="220" grpId="0"/>
      <p:bldP spid="221" grpId="0"/>
      <p:bldP spid="222" grpId="0"/>
      <p:bldP spid="230" grpId="0"/>
      <p:bldP spid="231" grpId="0"/>
      <p:bldP spid="232" grpId="0"/>
      <p:bldP spid="300" grpId="0"/>
      <p:bldP spid="310" grpId="0"/>
      <p:bldP spid="320" grpId="0"/>
      <p:bldP spid="301" grpId="0"/>
      <p:bldP spid="302" grpId="0"/>
      <p:bldP spid="330" grpId="0"/>
      <p:bldP spid="40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block0"/>
          <p:cNvSpPr/>
          <p:nvPr/>
        </p:nvSpPr>
        <p:spPr>
          <a:xfrm>
            <a:off x="373063" y="2050000"/>
            <a:ext cx="2560000" cy="1300000"/>
          </a:xfrm>
          <a:prstGeom prst="rect">
            <a:avLst/>
          </a:prstGeom>
          <a:solidFill>
            <a:srgbClr val="5B666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de-DE" sz="1600" b="1" dirty="0">
                <a:solidFill>
                  <a:srgbClr val="FFFFFF"/>
                </a:solidFill>
                <a:latin typeface="Arial"/>
              </a:rPr>
              <a:t>Anhang III</a:t>
            </a:r>
          </a:p>
          <a:p>
            <a:pPr algn="ctr"/>
            <a:r>
              <a:rPr lang="de-DE" sz="1050" b="0" dirty="0">
                <a:solidFill>
                  <a:srgbClr val="FFFFFF"/>
                </a:solidFill>
                <a:latin typeface="Arial"/>
              </a:rPr>
              <a:t>1.1.9 · 1.2.1</a:t>
            </a:r>
          </a:p>
        </p:txBody>
      </p:sp>
      <p:sp>
        <p:nvSpPr>
          <p:cNvPr id="205" name="pfeil0"/>
          <p:cNvSpPr/>
          <p:nvPr/>
        </p:nvSpPr>
        <p:spPr>
          <a:xfrm>
            <a:off x="2973063" y="2590000"/>
            <a:ext cx="260000" cy="220000"/>
          </a:xfrm>
          <a:prstGeom prst="rightArrow">
            <a:avLst/>
          </a:prstGeom>
          <a:solidFill>
            <a:srgbClr val="80889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sp>
        <p:nvSpPr>
          <p:cNvPr id="210" name="block1"/>
          <p:cNvSpPr/>
          <p:nvPr/>
        </p:nvSpPr>
        <p:spPr>
          <a:xfrm>
            <a:off x="3273063" y="2050000"/>
            <a:ext cx="2560000" cy="1300000"/>
          </a:xfrm>
          <a:prstGeom prst="rect">
            <a:avLst/>
          </a:prstGeom>
          <a:solidFill>
            <a:srgbClr val="FF6E0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de-DE" sz="1600" b="1" dirty="0">
                <a:solidFill>
                  <a:srgbClr val="FFFFFF"/>
                </a:solidFill>
                <a:latin typeface="Arial"/>
              </a:rPr>
              <a:t>14 Anforderungen</a:t>
            </a:r>
          </a:p>
          <a:p>
            <a:pPr algn="ctr"/>
            <a:r>
              <a:rPr lang="de-DE" sz="1050" b="0" dirty="0">
                <a:solidFill>
                  <a:srgbClr val="FFFFFF"/>
                </a:solidFill>
                <a:latin typeface="Arial"/>
              </a:rPr>
              <a:t>RQ-001 bis RQ-014</a:t>
            </a:r>
          </a:p>
        </p:txBody>
      </p:sp>
      <p:sp>
        <p:nvSpPr>
          <p:cNvPr id="215" name="pfeil1"/>
          <p:cNvSpPr/>
          <p:nvPr/>
        </p:nvSpPr>
        <p:spPr>
          <a:xfrm>
            <a:off x="5873063" y="2590000"/>
            <a:ext cx="260000" cy="220000"/>
          </a:xfrm>
          <a:prstGeom prst="rightArrow">
            <a:avLst/>
          </a:prstGeom>
          <a:solidFill>
            <a:srgbClr val="80889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sp>
        <p:nvSpPr>
          <p:cNvPr id="220" name="block2"/>
          <p:cNvSpPr/>
          <p:nvPr/>
        </p:nvSpPr>
        <p:spPr>
          <a:xfrm>
            <a:off x="6173063" y="2050000"/>
            <a:ext cx="2560000" cy="1300000"/>
          </a:xfrm>
          <a:prstGeom prst="rect">
            <a:avLst/>
          </a:prstGeom>
          <a:solidFill>
            <a:srgbClr val="FF6E00">
              <a:alpha val="12"/>
            </a:srgbClr>
          </a:solidFill>
          <a:ln w="28575">
            <a:solidFill>
              <a:srgbClr val="FF6E00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de-DE" sz="1600" b="1" dirty="0">
                <a:solidFill>
                  <a:srgbClr val="30343A"/>
                </a:solidFill>
                <a:latin typeface="Arial"/>
              </a:rPr>
              <a:t>prEN 50742</a:t>
            </a:r>
          </a:p>
          <a:p>
            <a:pPr algn="ctr"/>
            <a:r>
              <a:rPr lang="de-DE" sz="1050" b="0" dirty="0">
                <a:solidFill>
                  <a:srgbClr val="808890"/>
                </a:solidFill>
                <a:latin typeface="Arial"/>
              </a:rPr>
              <a:t>Approach B</a:t>
            </a:r>
          </a:p>
        </p:txBody>
      </p:sp>
      <p:sp>
        <p:nvSpPr>
          <p:cNvPr id="225" name="pfeil2"/>
          <p:cNvSpPr/>
          <p:nvPr/>
        </p:nvSpPr>
        <p:spPr>
          <a:xfrm>
            <a:off x="8773063" y="2590000"/>
            <a:ext cx="260000" cy="220000"/>
          </a:xfrm>
          <a:prstGeom prst="rightArrow">
            <a:avLst/>
          </a:prstGeom>
          <a:solidFill>
            <a:srgbClr val="C1C5C8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sp>
        <p:nvSpPr>
          <p:cNvPr id="230" name="block3"/>
          <p:cNvSpPr/>
          <p:nvPr/>
        </p:nvSpPr>
        <p:spPr>
          <a:xfrm>
            <a:off x="9073063" y="2050000"/>
            <a:ext cx="2560000" cy="13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de-DE" sz="1600" b="1" dirty="0">
                <a:solidFill>
                  <a:srgbClr val="30343A"/>
                </a:solidFill>
                <a:latin typeface="Arial"/>
              </a:rPr>
              <a:t>IEC 62443-4-2</a:t>
            </a:r>
          </a:p>
          <a:p>
            <a:pPr algn="ctr"/>
            <a:r>
              <a:rPr lang="de-DE" sz="1050" b="0" dirty="0">
                <a:solidFill>
                  <a:srgbClr val="808890"/>
                </a:solidFill>
                <a:latin typeface="Arial"/>
              </a:rPr>
              <a:t>Component Requirements</a:t>
            </a:r>
          </a:p>
        </p:txBody>
      </p:sp>
      <p:sp>
        <p:nvSpPr>
          <p:cNvPr id="300" name="karte0"/>
          <p:cNvSpPr/>
          <p:nvPr/>
        </p:nvSpPr>
        <p:spPr>
          <a:xfrm>
            <a:off x="373063" y="4000000"/>
            <a:ext cx="4400000" cy="10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sp>
        <p:nvSpPr>
          <p:cNvPr id="301" name="kreis0"/>
          <p:cNvSpPr/>
          <p:nvPr/>
        </p:nvSpPr>
        <p:spPr>
          <a:xfrm>
            <a:off x="553063" y="4250000"/>
            <a:ext cx="500000" cy="50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sp>
        <p:nvSpPr>
          <p:cNvPr id="302" name="icon0"/>
          <p:cNvSpPr/>
          <p:nvPr/>
        </p:nvSpPr>
        <p:spPr>
          <a:xfrm>
            <a:off x="673063" y="4370000"/>
            <a:ext cx="260000" cy="260000"/>
          </a:xfrm>
          <a:prstGeom prst="mathMultiply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sp>
        <p:nvSpPr>
          <p:cNvPr id="303" name="ktxt0"/>
          <p:cNvSpPr/>
          <p:nvPr/>
        </p:nvSpPr>
        <p:spPr>
          <a:xfrm>
            <a:off x="1173063" y="4000000"/>
            <a:ext cx="35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de-DE" sz="1300" b="1" dirty="0">
                <a:solidFill>
                  <a:srgbClr val="30343A"/>
                </a:solidFill>
                <a:latin typeface="Arial"/>
              </a:rPr>
              <a:t>SL-C 1</a:t>
            </a:r>
          </a:p>
          <a:p>
            <a:pPr algn="l"/>
            <a:r>
              <a:rPr lang="de-DE" sz="1000" b="0" dirty="0">
                <a:solidFill>
                  <a:srgbClr val="808890"/>
                </a:solidFill>
                <a:latin typeface="Arial"/>
              </a:rPr>
              <a:t>ohne Risikobeurteilung nur pragmatisches Minimum</a:t>
            </a:r>
          </a:p>
        </p:txBody>
      </p:sp>
      <p:sp>
        <p:nvSpPr>
          <p:cNvPr id="310" name="karte1"/>
          <p:cNvSpPr/>
          <p:nvPr/>
        </p:nvSpPr>
        <p:spPr>
          <a:xfrm>
            <a:off x="5300000" y="4000000"/>
            <a:ext cx="4400000" cy="10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sp>
        <p:nvSpPr>
          <p:cNvPr id="311" name="kreis1"/>
          <p:cNvSpPr/>
          <p:nvPr/>
        </p:nvSpPr>
        <p:spPr>
          <a:xfrm>
            <a:off x="5480000" y="4250000"/>
            <a:ext cx="500000" cy="50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sp>
        <p:nvSpPr>
          <p:cNvPr id="312" name="icon1"/>
          <p:cNvSpPr/>
          <p:nvPr/>
        </p:nvSpPr>
        <p:spPr>
          <a:xfrm>
            <a:off x="5600000" y="4370000"/>
            <a:ext cx="260000" cy="260000"/>
          </a:xfrm>
          <a:prstGeom prst="pentagon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sp>
        <p:nvSpPr>
          <p:cNvPr id="313" name="ktxt1"/>
          <p:cNvSpPr/>
          <p:nvPr/>
        </p:nvSpPr>
        <p:spPr>
          <a:xfrm>
            <a:off x="6100000" y="4000000"/>
            <a:ext cx="35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de-DE" sz="1300" b="1" dirty="0">
                <a:solidFill>
                  <a:srgbClr val="30343A"/>
                </a:solidFill>
                <a:latin typeface="Arial"/>
              </a:rPr>
              <a:t>Komponentenebene</a:t>
            </a:r>
          </a:p>
          <a:p>
            <a:pPr algn="l"/>
            <a:r>
              <a:rPr lang="de-DE" sz="1000" b="0" dirty="0">
                <a:solidFill>
                  <a:srgbClr val="808890"/>
                </a:solidFill>
                <a:latin typeface="Arial"/>
              </a:rPr>
              <a:t>Maschine trägt die Pflicht, Komponente erbt sie</a:t>
            </a:r>
          </a:p>
        </p:txBody>
      </p:sp>
      <p:sp>
        <p:nvSpPr>
          <p:cNvPr id="2" name="Titel"/>
          <p:cNvSpPr>
            <a:spLocks noGrp="1"/>
          </p:cNvSpPr>
          <p:nvPr>
            <p:ph type="title"/>
          </p:nvPr>
        </p:nvSpPr>
        <p:spPr>
          <a:xfrm>
            <a:off x="373063" y="838200"/>
            <a:ext cx="9600000" cy="700000"/>
          </a:xfrm>
        </p:spPr>
        <p:txBody>
          <a:bodyPr/>
          <a:lstStyle/>
          <a:p>
            <a:pPr algn="l"/>
            <a:r>
              <a:rPr lang="de-DE" sz="2800" b="1" dirty="0">
                <a:solidFill>
                  <a:srgbClr val="FF6E00"/>
                </a:solidFill>
                <a:latin typeface="Arial"/>
              </a:rPr>
              <a:t>Vom Rechtstext zur prüfbaren Anforderung</a:t>
            </a:r>
          </a:p>
        </p:txBody>
      </p:sp>
      <p:sp>
        <p:nvSpPr>
          <p:cNvPr id="3" name="Kicker"/>
          <p:cNvSpPr>
            <a:spLocks noGrp="1"/>
          </p:cNvSpPr>
          <p:nvPr>
            <p:ph type="body" sz="quarter" idx="13"/>
          </p:nvPr>
        </p:nvSpPr>
        <p:spPr>
          <a:xfrm>
            <a:off x="373063" y="400000"/>
            <a:ext cx="4000000" cy="300000"/>
          </a:xfrm>
        </p:spPr>
        <p:txBody>
          <a:bodyPr/>
          <a:lstStyle/>
          <a:p>
            <a:pPr algn="l"/>
            <a:r>
              <a:rPr lang="de-DE" sz="1400" b="0" dirty="0">
                <a:solidFill>
                  <a:srgbClr val="30343A"/>
                </a:solidFill>
                <a:latin typeface="Arial"/>
              </a:rPr>
              <a:t>03 · METHODIK</a:t>
            </a:r>
          </a:p>
        </p:txBody>
      </p:sp>
      <p:sp>
        <p:nvSpPr>
          <p:cNvPr id="4" name="Fusszeile"/>
          <p:cNvSpPr>
            <a:spLocks noGrp="1"/>
          </p:cNvSpPr>
          <p:nvPr>
            <p:ph type="ftr" sz="quarter" idx="11"/>
          </p:nvPr>
        </p:nvSpPr>
        <p:spPr>
          <a:xfrm>
            <a:off x="1024467" y="6260123"/>
            <a:ext cx="2600325" cy="215444"/>
          </a:xfrm>
        </p:spPr>
        <p:txBody>
          <a:bodyPr/>
          <a:lstStyle/>
          <a:p>
            <a:r>
              <a:rPr lang="de-DE" dirty="0"/>
              <a:t>Nathalie Nuber</a:t>
            </a:r>
          </a:p>
        </p:txBody>
      </p:sp>
      <p:sp>
        <p:nvSpPr>
          <p:cNvPr id="5" name="Datum"/>
          <p:cNvSpPr>
            <a:spLocks noGrp="1"/>
          </p:cNvSpPr>
          <p:nvPr>
            <p:ph type="dt" sz="quarter" idx="10"/>
          </p:nvPr>
        </p:nvSpPr>
        <p:spPr>
          <a:xfrm>
            <a:off x="9905999" y="6260123"/>
            <a:ext cx="1200150" cy="215444"/>
          </a:xfrm>
        </p:spPr>
        <p:txBody>
          <a:bodyPr/>
          <a:lstStyle/>
          <a:p>
            <a:r>
              <a:rPr lang="de-DE" dirty="0"/>
              <a:t>22.09.2026</a:t>
            </a:r>
          </a:p>
        </p:txBody>
      </p:sp>
      <p:sp>
        <p:nvSpPr>
          <p:cNvPr id="6" name="Foliennummer"/>
          <p:cNvSpPr>
            <a:spLocks noGrp="1"/>
          </p:cNvSpPr>
          <p:nvPr>
            <p:ph type="sldNum" sz="quarter" idx="12"/>
          </p:nvPr>
        </p:nvSpPr>
        <p:spPr>
          <a:xfrm>
            <a:off x="11245259" y="6260123"/>
            <a:ext cx="530999" cy="215444"/>
          </a:xfrm>
        </p:spPr>
        <p:txBody>
          <a:bodyPr/>
          <a:lstStyle/>
          <a:p>
            <a:fld id="{B6F15528-21DE-4FAC-A6EE-A032D86D5DFF}" type="slidenum">
              <a:rPr lang="de-DE"/>
              <a:t>10</a:t>
            </a:fld>
            <a:endParaRPr lang="de-DE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6" dur="45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14" dur="45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30" dur="45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" grpId="0"/>
      <p:bldP spid="205" grpId="0"/>
      <p:bldP spid="210" grpId="0"/>
      <p:bldP spid="215" grpId="0"/>
      <p:bldP spid="220" grpId="0"/>
      <p:bldP spid="225" grpId="0"/>
      <p:bldP spid="230" grpId="0"/>
      <p:bldP spid="300" grpId="0"/>
      <p:bldP spid="301" grpId="0"/>
      <p:bldP spid="302" grpId="0"/>
      <p:bldP spid="303" grpId="0"/>
      <p:bldP spid="310" grpId="0"/>
      <p:bldP spid="311" grpId="0"/>
      <p:bldP spid="312" grpId="0"/>
      <p:bldP spid="3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mini0"/>
          <p:cNvSpPr/>
          <p:nvPr/>
        </p:nvSpPr>
        <p:spPr>
          <a:xfrm>
            <a:off x="373063" y="1560000"/>
            <a:ext cx="1750000" cy="3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91440" tIns="36000" rIns="91440" bIns="36000" anchor="ctr"/>
          <a:lstStyle/>
          <a:p>
            <a:pPr algn="ctr"/>
            <a:r>
              <a:rPr lang="de-DE" sz="900" b="1" dirty="0">
                <a:solidFill>
                  <a:srgbClr val="C1C5C8"/>
                </a:solidFill>
                <a:latin typeface="Arial"/>
              </a:rPr>
              <a:t>Anhang III</a:t>
            </a:r>
          </a:p>
        </p:txBody>
      </p:sp>
      <p:sp>
        <p:nvSpPr>
          <p:cNvPr id="110" name="miniar0"/>
          <p:cNvSpPr/>
          <p:nvPr/>
        </p:nvSpPr>
        <p:spPr>
          <a:xfrm>
            <a:off x="2173063" y="1655000"/>
            <a:ext cx="140000" cy="110000"/>
          </a:xfrm>
          <a:prstGeom prst="rightArrow">
            <a:avLst/>
          </a:prstGeom>
          <a:solidFill>
            <a:srgbClr val="C1C5C8"/>
          </a:solidFill>
          <a:ln>
            <a:noFill/>
          </a:ln>
        </p:spPr>
        <p:txBody>
          <a:bodyPr wrap="square" lIns="91440" tIns="36000" rIns="91440" bIns="36000" anchor="ctr"/>
          <a:lstStyle/>
          <a:p>
            <a:endParaRPr/>
          </a:p>
        </p:txBody>
      </p:sp>
      <p:sp>
        <p:nvSpPr>
          <p:cNvPr id="101" name="mini1"/>
          <p:cNvSpPr/>
          <p:nvPr/>
        </p:nvSpPr>
        <p:spPr>
          <a:xfrm>
            <a:off x="2363063" y="1560000"/>
            <a:ext cx="1750000" cy="3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91440" tIns="36000" rIns="91440" bIns="36000" anchor="ctr"/>
          <a:lstStyle/>
          <a:p>
            <a:pPr algn="ctr"/>
            <a:r>
              <a:rPr lang="de-DE" sz="900" b="1" dirty="0">
                <a:solidFill>
                  <a:srgbClr val="C1C5C8"/>
                </a:solidFill>
                <a:latin typeface="Arial"/>
              </a:rPr>
              <a:t>14 Anforderungen</a:t>
            </a:r>
          </a:p>
        </p:txBody>
      </p:sp>
      <p:sp>
        <p:nvSpPr>
          <p:cNvPr id="111" name="miniar1"/>
          <p:cNvSpPr/>
          <p:nvPr/>
        </p:nvSpPr>
        <p:spPr>
          <a:xfrm>
            <a:off x="4163063" y="1655000"/>
            <a:ext cx="140000" cy="110000"/>
          </a:xfrm>
          <a:prstGeom prst="rightArrow">
            <a:avLst/>
          </a:prstGeom>
          <a:solidFill>
            <a:srgbClr val="C1C5C8"/>
          </a:solidFill>
          <a:ln>
            <a:noFill/>
          </a:ln>
        </p:spPr>
        <p:txBody>
          <a:bodyPr wrap="square" lIns="91440" tIns="36000" rIns="91440" bIns="36000" anchor="ctr"/>
          <a:lstStyle/>
          <a:p>
            <a:endParaRPr/>
          </a:p>
        </p:txBody>
      </p:sp>
      <p:sp>
        <p:nvSpPr>
          <p:cNvPr id="102" name="mini2"/>
          <p:cNvSpPr/>
          <p:nvPr/>
        </p:nvSpPr>
        <p:spPr>
          <a:xfrm>
            <a:off x="4353063" y="1560000"/>
            <a:ext cx="1750000" cy="3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91440" tIns="36000" rIns="91440" bIns="36000" anchor="ctr"/>
          <a:lstStyle/>
          <a:p>
            <a:pPr algn="ctr"/>
            <a:r>
              <a:rPr lang="de-DE" sz="900" b="1" dirty="0">
                <a:solidFill>
                  <a:srgbClr val="C1C5C8"/>
                </a:solidFill>
                <a:latin typeface="Arial"/>
              </a:rPr>
              <a:t>prEN 50742</a:t>
            </a:r>
          </a:p>
        </p:txBody>
      </p:sp>
      <p:sp>
        <p:nvSpPr>
          <p:cNvPr id="112" name="miniar2"/>
          <p:cNvSpPr/>
          <p:nvPr/>
        </p:nvSpPr>
        <p:spPr>
          <a:xfrm>
            <a:off x="6153063" y="1655000"/>
            <a:ext cx="140000" cy="110000"/>
          </a:xfrm>
          <a:prstGeom prst="rightArrow">
            <a:avLst/>
          </a:prstGeom>
          <a:solidFill>
            <a:srgbClr val="C1C5C8"/>
          </a:solidFill>
          <a:ln>
            <a:noFill/>
          </a:ln>
        </p:spPr>
        <p:txBody>
          <a:bodyPr wrap="square" lIns="91440" tIns="36000" rIns="91440" bIns="36000" anchor="ctr"/>
          <a:lstStyle/>
          <a:p>
            <a:endParaRPr/>
          </a:p>
        </p:txBody>
      </p:sp>
      <p:sp>
        <p:nvSpPr>
          <p:cNvPr id="103" name="mini3"/>
          <p:cNvSpPr/>
          <p:nvPr/>
        </p:nvSpPr>
        <p:spPr>
          <a:xfrm>
            <a:off x="6343063" y="1560000"/>
            <a:ext cx="1750000" cy="3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91440" tIns="36000" rIns="91440" bIns="36000" anchor="ctr"/>
          <a:lstStyle/>
          <a:p>
            <a:pPr algn="ctr"/>
            <a:r>
              <a:rPr lang="de-DE" sz="900" b="1" dirty="0">
                <a:solidFill>
                  <a:srgbClr val="C1C5C8"/>
                </a:solidFill>
                <a:latin typeface="Arial"/>
              </a:rPr>
              <a:t>IEC 62443-4-2</a:t>
            </a:r>
          </a:p>
        </p:txBody>
      </p:sp>
      <p:sp>
        <p:nvSpPr>
          <p:cNvPr id="200" name="stufe0"/>
          <p:cNvSpPr/>
          <p:nvPr/>
        </p:nvSpPr>
        <p:spPr>
          <a:xfrm>
            <a:off x="373063" y="2120000"/>
            <a:ext cx="860000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91440" tIns="36000" rIns="91440" bIns="36000" anchor="ctr"/>
          <a:lstStyle/>
          <a:p>
            <a:endParaRPr/>
          </a:p>
        </p:txBody>
      </p:sp>
      <p:sp>
        <p:nvSpPr>
          <p:cNvPr id="201" name="kante0"/>
          <p:cNvSpPr/>
          <p:nvPr/>
        </p:nvSpPr>
        <p:spPr>
          <a:xfrm>
            <a:off x="373063" y="2120000"/>
            <a:ext cx="90000" cy="720000"/>
          </a:xfrm>
          <a:prstGeom prst="rect">
            <a:avLst/>
          </a:prstGeom>
          <a:solidFill>
            <a:srgbClr val="5B666F"/>
          </a:solidFill>
          <a:ln>
            <a:noFill/>
          </a:ln>
        </p:spPr>
        <p:txBody>
          <a:bodyPr wrap="square" lIns="91440" tIns="36000" rIns="91440" bIns="36000" anchor="ctr"/>
          <a:lstStyle/>
          <a:p>
            <a:endParaRPr/>
          </a:p>
        </p:txBody>
      </p:sp>
      <p:sp>
        <p:nvSpPr>
          <p:cNvPr id="202" name="txt0"/>
          <p:cNvSpPr/>
          <p:nvPr/>
        </p:nvSpPr>
        <p:spPr>
          <a:xfrm>
            <a:off x="603063" y="2120000"/>
            <a:ext cx="31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000" rIns="91440" bIns="36000" anchor="ctr"/>
          <a:lstStyle/>
          <a:p>
            <a:pPr algn="l"/>
            <a:r>
              <a:rPr lang="de-DE" sz="1300" b="1" dirty="0">
                <a:solidFill>
                  <a:srgbClr val="30343A"/>
                </a:solidFill>
                <a:latin typeface="Arial"/>
              </a:rPr>
              <a:t>Anhang III, 1.1.9</a:t>
            </a:r>
          </a:p>
        </p:txBody>
      </p:sp>
      <p:sp>
        <p:nvSpPr>
          <p:cNvPr id="203" name="sub0"/>
          <p:cNvSpPr/>
          <p:nvPr/>
        </p:nvSpPr>
        <p:spPr>
          <a:xfrm>
            <a:off x="3773063" y="2120000"/>
            <a:ext cx="50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000" rIns="91440" bIns="36000" anchor="ctr"/>
          <a:lstStyle/>
          <a:p>
            <a:pPr algn="l"/>
            <a:r>
              <a:rPr lang="de-DE" sz="1150" b="0" dirty="0">
                <a:solidFill>
                  <a:srgbClr val="808890"/>
                </a:solidFill>
                <a:latin typeface="Arial"/>
              </a:rPr>
              <a:t>Nachweise über Eingriffe sammeln</a:t>
            </a:r>
          </a:p>
        </p:txBody>
      </p:sp>
      <p:sp>
        <p:nvSpPr>
          <p:cNvPr id="210" name="stufe1"/>
          <p:cNvSpPr/>
          <p:nvPr/>
        </p:nvSpPr>
        <p:spPr>
          <a:xfrm>
            <a:off x="373063" y="2970000"/>
            <a:ext cx="860000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91440" tIns="36000" rIns="91440" bIns="36000" anchor="ctr"/>
          <a:lstStyle/>
          <a:p>
            <a:endParaRPr/>
          </a:p>
        </p:txBody>
      </p:sp>
      <p:sp>
        <p:nvSpPr>
          <p:cNvPr id="211" name="kante1"/>
          <p:cNvSpPr/>
          <p:nvPr/>
        </p:nvSpPr>
        <p:spPr>
          <a:xfrm>
            <a:off x="373063" y="2970000"/>
            <a:ext cx="90000" cy="720000"/>
          </a:xfrm>
          <a:prstGeom prst="rect">
            <a:avLst/>
          </a:prstGeom>
          <a:solidFill>
            <a:srgbClr val="FF6E00"/>
          </a:solidFill>
          <a:ln>
            <a:noFill/>
          </a:ln>
        </p:spPr>
        <p:txBody>
          <a:bodyPr wrap="square" lIns="91440" tIns="36000" rIns="91440" bIns="36000" anchor="ctr"/>
          <a:lstStyle/>
          <a:p>
            <a:endParaRPr/>
          </a:p>
        </p:txBody>
      </p:sp>
      <p:sp>
        <p:nvSpPr>
          <p:cNvPr id="212" name="txt1"/>
          <p:cNvSpPr/>
          <p:nvPr/>
        </p:nvSpPr>
        <p:spPr>
          <a:xfrm>
            <a:off x="603063" y="2970000"/>
            <a:ext cx="31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000" rIns="91440" bIns="36000" anchor="ctr"/>
          <a:lstStyle/>
          <a:p>
            <a:pPr algn="l"/>
            <a:r>
              <a:rPr lang="de-DE" sz="1300" b="1" dirty="0">
                <a:solidFill>
                  <a:srgbClr val="30343A"/>
                </a:solidFill>
                <a:latin typeface="Arial"/>
              </a:rPr>
              <a:t>RQ-003 · Zurechenbarkeit</a:t>
            </a:r>
          </a:p>
        </p:txBody>
      </p:sp>
      <p:sp>
        <p:nvSpPr>
          <p:cNvPr id="213" name="sub1"/>
          <p:cNvSpPr/>
          <p:nvPr/>
        </p:nvSpPr>
        <p:spPr>
          <a:xfrm>
            <a:off x="3773063" y="2970000"/>
            <a:ext cx="50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000" rIns="91440" bIns="36000" anchor="ctr"/>
          <a:lstStyle/>
          <a:p>
            <a:pPr algn="l"/>
            <a:r>
              <a:rPr lang="de-DE" sz="1150" b="0" dirty="0">
                <a:solidFill>
                  <a:srgbClr val="808890"/>
                </a:solidFill>
                <a:latin typeface="Arial"/>
              </a:rPr>
              <a:t>Nachweis = Erkennbarkeit, dass etwas geschah</a:t>
            </a:r>
          </a:p>
        </p:txBody>
      </p:sp>
      <p:sp>
        <p:nvSpPr>
          <p:cNvPr id="220" name="stufe2"/>
          <p:cNvSpPr/>
          <p:nvPr/>
        </p:nvSpPr>
        <p:spPr>
          <a:xfrm>
            <a:off x="373063" y="3820000"/>
            <a:ext cx="860000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91440" tIns="36000" rIns="91440" bIns="36000" anchor="ctr"/>
          <a:lstStyle/>
          <a:p>
            <a:endParaRPr/>
          </a:p>
        </p:txBody>
      </p:sp>
      <p:sp>
        <p:nvSpPr>
          <p:cNvPr id="221" name="kante2"/>
          <p:cNvSpPr/>
          <p:nvPr/>
        </p:nvSpPr>
        <p:spPr>
          <a:xfrm>
            <a:off x="373063" y="3820000"/>
            <a:ext cx="90000" cy="720000"/>
          </a:xfrm>
          <a:prstGeom prst="rect">
            <a:avLst/>
          </a:prstGeom>
          <a:solidFill>
            <a:srgbClr val="808890"/>
          </a:solidFill>
          <a:ln>
            <a:noFill/>
          </a:ln>
        </p:spPr>
        <p:txBody>
          <a:bodyPr wrap="square" lIns="91440" tIns="36000" rIns="91440" bIns="36000" anchor="ctr"/>
          <a:lstStyle/>
          <a:p>
            <a:endParaRPr/>
          </a:p>
        </p:txBody>
      </p:sp>
      <p:sp>
        <p:nvSpPr>
          <p:cNvPr id="222" name="txt2"/>
          <p:cNvSpPr/>
          <p:nvPr/>
        </p:nvSpPr>
        <p:spPr>
          <a:xfrm>
            <a:off x="603063" y="3820000"/>
            <a:ext cx="31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000" rIns="91440" bIns="36000" anchor="ctr"/>
          <a:lstStyle/>
          <a:p>
            <a:pPr algn="l"/>
            <a:r>
              <a:rPr lang="de-DE" sz="1300" b="1" dirty="0">
                <a:solidFill>
                  <a:srgbClr val="30343A"/>
                </a:solidFill>
                <a:latin typeface="Arial"/>
              </a:rPr>
              <a:t>prEN 50742</a:t>
            </a:r>
          </a:p>
        </p:txBody>
      </p:sp>
      <p:sp>
        <p:nvSpPr>
          <p:cNvPr id="223" name="sub2"/>
          <p:cNvSpPr/>
          <p:nvPr/>
        </p:nvSpPr>
        <p:spPr>
          <a:xfrm>
            <a:off x="3773063" y="3820000"/>
            <a:ext cx="50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000" rIns="91440" bIns="36000" anchor="ctr"/>
          <a:lstStyle/>
          <a:p>
            <a:pPr algn="l"/>
            <a:r>
              <a:rPr lang="de-DE" sz="1150" b="0" dirty="0">
                <a:solidFill>
                  <a:srgbClr val="808890"/>
                </a:solidFill>
                <a:latin typeface="Arial"/>
              </a:rPr>
              <a:t>Evidenz · Protokollierung · physische Manipulation</a:t>
            </a:r>
          </a:p>
        </p:txBody>
      </p:sp>
      <p:sp>
        <p:nvSpPr>
          <p:cNvPr id="230" name="stufe3"/>
          <p:cNvSpPr/>
          <p:nvPr/>
        </p:nvSpPr>
        <p:spPr>
          <a:xfrm>
            <a:off x="373063" y="4670000"/>
            <a:ext cx="8600000" cy="11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91440" tIns="36000" rIns="91440" bIns="36000" anchor="ctr"/>
          <a:lstStyle/>
          <a:p>
            <a:endParaRPr/>
          </a:p>
        </p:txBody>
      </p:sp>
      <p:sp>
        <p:nvSpPr>
          <p:cNvPr id="231" name="kante3"/>
          <p:cNvSpPr/>
          <p:nvPr/>
        </p:nvSpPr>
        <p:spPr>
          <a:xfrm>
            <a:off x="373063" y="4670000"/>
            <a:ext cx="90000" cy="1180000"/>
          </a:xfrm>
          <a:prstGeom prst="rect">
            <a:avLst/>
          </a:prstGeom>
          <a:solidFill>
            <a:srgbClr val="30343A"/>
          </a:solidFill>
          <a:ln>
            <a:noFill/>
          </a:ln>
        </p:spPr>
        <p:txBody>
          <a:bodyPr wrap="square" lIns="91440" tIns="36000" rIns="91440" bIns="36000" anchor="ctr"/>
          <a:lstStyle/>
          <a:p>
            <a:endParaRPr/>
          </a:p>
        </p:txBody>
      </p:sp>
      <p:sp>
        <p:nvSpPr>
          <p:cNvPr id="232" name="txt3"/>
          <p:cNvSpPr/>
          <p:nvPr/>
        </p:nvSpPr>
        <p:spPr>
          <a:xfrm>
            <a:off x="603063" y="4670000"/>
            <a:ext cx="3100000" cy="11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000" rIns="91440" bIns="36000" anchor="ctr"/>
          <a:lstStyle/>
          <a:p>
            <a:pPr algn="l"/>
            <a:r>
              <a:rPr lang="de-DE" sz="1300" b="1" dirty="0">
                <a:solidFill>
                  <a:srgbClr val="30343A"/>
                </a:solidFill>
                <a:latin typeface="Arial"/>
              </a:rPr>
              <a:t>IEC 62443-4-2</a:t>
            </a:r>
          </a:p>
        </p:txBody>
      </p:sp>
      <p:sp>
        <p:nvSpPr>
          <p:cNvPr id="300" name="cr0"/>
          <p:cNvSpPr/>
          <p:nvPr/>
        </p:nvSpPr>
        <p:spPr>
          <a:xfrm>
            <a:off x="3773063" y="4850000"/>
            <a:ext cx="1560000" cy="820000"/>
          </a:xfrm>
          <a:prstGeom prst="rect">
            <a:avLst/>
          </a:prstGeom>
          <a:solidFill>
            <a:srgbClr val="FF6E00">
              <a:alpha val="12"/>
            </a:srgbClr>
          </a:solidFill>
          <a:ln w="9525">
            <a:solidFill>
              <a:srgbClr val="FF6E00"/>
            </a:solidFill>
          </a:ln>
        </p:spPr>
        <p:txBody>
          <a:bodyPr wrap="square" lIns="91440" tIns="36000" rIns="91440" bIns="36000" anchor="ctr"/>
          <a:lstStyle/>
          <a:p>
            <a:pPr algn="ctr"/>
            <a:r>
              <a:rPr lang="de-DE" sz="1150" b="1" dirty="0">
                <a:solidFill>
                  <a:srgbClr val="FF6E00"/>
                </a:solidFill>
                <a:latin typeface="Arial"/>
              </a:rPr>
              <a:t>CR 2.8</a:t>
            </a:r>
          </a:p>
          <a:p>
            <a:pPr algn="ctr"/>
            <a:r>
              <a:rPr lang="de-DE" sz="900" b="0" dirty="0">
                <a:solidFill>
                  <a:srgbClr val="5B666F"/>
                </a:solidFill>
                <a:latin typeface="Arial"/>
              </a:rPr>
              <a:t>Ereignisse</a:t>
            </a:r>
          </a:p>
        </p:txBody>
      </p:sp>
      <p:sp>
        <p:nvSpPr>
          <p:cNvPr id="305" name="cr1"/>
          <p:cNvSpPr/>
          <p:nvPr/>
        </p:nvSpPr>
        <p:spPr>
          <a:xfrm>
            <a:off x="5483063" y="4850000"/>
            <a:ext cx="1560000" cy="820000"/>
          </a:xfrm>
          <a:prstGeom prst="rect">
            <a:avLst/>
          </a:prstGeom>
          <a:solidFill>
            <a:srgbClr val="FF6E00">
              <a:alpha val="12"/>
            </a:srgbClr>
          </a:solidFill>
          <a:ln w="9525">
            <a:solidFill>
              <a:srgbClr val="FF6E00"/>
            </a:solidFill>
          </a:ln>
        </p:spPr>
        <p:txBody>
          <a:bodyPr wrap="square" lIns="91440" tIns="36000" rIns="91440" bIns="36000" anchor="ctr"/>
          <a:lstStyle/>
          <a:p>
            <a:pPr algn="ctr"/>
            <a:r>
              <a:rPr lang="de-DE" sz="1150" b="1" dirty="0">
                <a:solidFill>
                  <a:srgbClr val="FF6E00"/>
                </a:solidFill>
                <a:latin typeface="Arial"/>
              </a:rPr>
              <a:t>CR 2.12</a:t>
            </a:r>
          </a:p>
          <a:p>
            <a:pPr algn="ctr"/>
            <a:r>
              <a:rPr lang="de-DE" sz="900" b="0" dirty="0">
                <a:solidFill>
                  <a:srgbClr val="5B666F"/>
                </a:solidFill>
                <a:latin typeface="Arial"/>
              </a:rPr>
              <a:t>Nichtabstreitbarkeit</a:t>
            </a:r>
          </a:p>
        </p:txBody>
      </p:sp>
      <p:sp>
        <p:nvSpPr>
          <p:cNvPr id="310" name="cr2"/>
          <p:cNvSpPr/>
          <p:nvPr/>
        </p:nvSpPr>
        <p:spPr>
          <a:xfrm>
            <a:off x="7193063" y="4850000"/>
            <a:ext cx="1560000" cy="820000"/>
          </a:xfrm>
          <a:prstGeom prst="rect">
            <a:avLst/>
          </a:prstGeom>
          <a:solidFill>
            <a:srgbClr val="FF6E00">
              <a:alpha val="12"/>
            </a:srgbClr>
          </a:solidFill>
          <a:ln w="9525">
            <a:solidFill>
              <a:srgbClr val="FF6E00"/>
            </a:solidFill>
          </a:ln>
        </p:spPr>
        <p:txBody>
          <a:bodyPr wrap="square" lIns="91440" tIns="36000" rIns="91440" bIns="36000" anchor="ctr"/>
          <a:lstStyle/>
          <a:p>
            <a:pPr algn="ctr"/>
            <a:r>
              <a:rPr lang="de-DE" sz="1150" b="1" dirty="0">
                <a:solidFill>
                  <a:srgbClr val="FF6E00"/>
                </a:solidFill>
                <a:latin typeface="Arial"/>
              </a:rPr>
              <a:t>EDR 3.11</a:t>
            </a:r>
          </a:p>
          <a:p>
            <a:pPr algn="ctr"/>
            <a:r>
              <a:rPr lang="de-DE" sz="900" b="0" dirty="0">
                <a:solidFill>
                  <a:srgbClr val="5B666F"/>
                </a:solidFill>
                <a:latin typeface="Arial"/>
              </a:rPr>
              <a:t>Rückfallebene</a:t>
            </a:r>
          </a:p>
        </p:txBody>
      </p:sp>
      <p:sp>
        <p:nvSpPr>
          <p:cNvPr id="400" name="hinweis"/>
          <p:cNvSpPr/>
          <p:nvPr/>
        </p:nvSpPr>
        <p:spPr>
          <a:xfrm>
            <a:off x="403063" y="5900000"/>
            <a:ext cx="6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000" rIns="91440" bIns="36000" anchor="ctr"/>
          <a:lstStyle/>
          <a:p>
            <a:pPr algn="l"/>
            <a:r>
              <a:rPr lang="de-DE" sz="950" b="0" dirty="0">
                <a:solidFill>
                  <a:srgbClr val="C1C5C8"/>
                </a:solidFill>
                <a:latin typeface="Arial"/>
              </a:rPr>
              <a:t>analog für alle 14 Anforderungen · Anhang B</a:t>
            </a:r>
          </a:p>
        </p:txBody>
      </p:sp>
      <p:sp>
        <p:nvSpPr>
          <p:cNvPr id="2" name="Titel"/>
          <p:cNvSpPr>
            <a:spLocks noGrp="1"/>
          </p:cNvSpPr>
          <p:nvPr>
            <p:ph type="title"/>
          </p:nvPr>
        </p:nvSpPr>
        <p:spPr>
          <a:xfrm>
            <a:off x="373063" y="838200"/>
            <a:ext cx="9600000" cy="700000"/>
          </a:xfrm>
        </p:spPr>
        <p:txBody>
          <a:bodyPr/>
          <a:lstStyle/>
          <a:p>
            <a:pPr algn="l"/>
            <a:r>
              <a:rPr lang="de-DE" sz="2800" b="1" dirty="0">
                <a:solidFill>
                  <a:srgbClr val="FF6E00"/>
                </a:solidFill>
                <a:latin typeface="Arial"/>
              </a:rPr>
              <a:t>Ein Beispiel: RQ-003</a:t>
            </a:r>
          </a:p>
        </p:txBody>
      </p:sp>
      <p:sp>
        <p:nvSpPr>
          <p:cNvPr id="3" name="Kicker"/>
          <p:cNvSpPr>
            <a:spLocks noGrp="1"/>
          </p:cNvSpPr>
          <p:nvPr>
            <p:ph type="body" sz="quarter" idx="13"/>
          </p:nvPr>
        </p:nvSpPr>
        <p:spPr>
          <a:xfrm>
            <a:off x="373063" y="400000"/>
            <a:ext cx="4000000" cy="300000"/>
          </a:xfrm>
        </p:spPr>
        <p:txBody>
          <a:bodyPr/>
          <a:lstStyle/>
          <a:p>
            <a:pPr algn="l"/>
            <a:r>
              <a:rPr lang="de-DE" sz="1400" b="0" dirty="0">
                <a:solidFill>
                  <a:srgbClr val="30343A"/>
                </a:solidFill>
                <a:latin typeface="Arial"/>
              </a:rPr>
              <a:t>03 · METHODIK</a:t>
            </a:r>
          </a:p>
        </p:txBody>
      </p:sp>
      <p:sp>
        <p:nvSpPr>
          <p:cNvPr id="4" name="Fusszeile"/>
          <p:cNvSpPr>
            <a:spLocks noGrp="1"/>
          </p:cNvSpPr>
          <p:nvPr>
            <p:ph type="ftr" sz="quarter" idx="11"/>
          </p:nvPr>
        </p:nvSpPr>
        <p:spPr>
          <a:xfrm>
            <a:off x="1024467" y="6260123"/>
            <a:ext cx="2600325" cy="215444"/>
          </a:xfrm>
        </p:spPr>
        <p:txBody>
          <a:bodyPr/>
          <a:lstStyle/>
          <a:p>
            <a:r>
              <a:rPr lang="de-DE" dirty="0"/>
              <a:t>Nathalie Nuber</a:t>
            </a:r>
          </a:p>
        </p:txBody>
      </p:sp>
      <p:sp>
        <p:nvSpPr>
          <p:cNvPr id="5" name="Datum"/>
          <p:cNvSpPr>
            <a:spLocks noGrp="1"/>
          </p:cNvSpPr>
          <p:nvPr>
            <p:ph type="dt" sz="quarter" idx="10"/>
          </p:nvPr>
        </p:nvSpPr>
        <p:spPr>
          <a:xfrm>
            <a:off x="9905999" y="6260123"/>
            <a:ext cx="1200150" cy="215444"/>
          </a:xfrm>
        </p:spPr>
        <p:txBody>
          <a:bodyPr/>
          <a:lstStyle/>
          <a:p>
            <a:r>
              <a:rPr lang="de-DE" dirty="0"/>
              <a:t>22.09.2026</a:t>
            </a:r>
          </a:p>
        </p:txBody>
      </p:sp>
      <p:sp>
        <p:nvSpPr>
          <p:cNvPr id="6" name="Foliennummer"/>
          <p:cNvSpPr>
            <a:spLocks noGrp="1"/>
          </p:cNvSpPr>
          <p:nvPr>
            <p:ph type="sldNum" sz="quarter" idx="12"/>
          </p:nvPr>
        </p:nvSpPr>
        <p:spPr>
          <a:xfrm>
            <a:off x="11245259" y="6260123"/>
            <a:ext cx="530999" cy="215444"/>
          </a:xfrm>
        </p:spPr>
        <p:txBody>
          <a:bodyPr/>
          <a:lstStyle/>
          <a:p>
            <a:fld id="{B6F15528-21DE-4FAC-A6EE-A032D86D5DE1}" type="slidenum">
              <a:rPr lang="de-DE"/>
              <a:t>11</a:t>
            </a:fld>
            <a:endParaRPr lang="de-DE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6" dur="45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9" dur="45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12" dur="45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15" dur="45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20" dur="45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23" dur="4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26" dur="4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29" dur="45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34" dur="45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37" dur="45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40" dur="45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43" dur="45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48" dur="45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51" dur="45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54" dur="45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afterEffect">
                                  <p:stCondLst>
                                    <p:cond delay="9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" grpId="0"/>
      <p:bldP spid="201" grpId="0"/>
      <p:bldP spid="202" grpId="0"/>
      <p:bldP spid="203" grpId="0"/>
      <p:bldP spid="210" grpId="0"/>
      <p:bldP spid="211" grpId="0"/>
      <p:bldP spid="212" grpId="0"/>
      <p:bldP spid="213" grpId="0"/>
      <p:bldP spid="220" grpId="0"/>
      <p:bldP spid="221" grpId="0"/>
      <p:bldP spid="222" grpId="0"/>
      <p:bldP spid="223" grpId="0"/>
      <p:bldP spid="230" grpId="0"/>
      <p:bldP spid="231" grpId="0"/>
      <p:bldP spid="232" grpId="0"/>
      <p:bldP spid="300" grpId="0"/>
      <p:bldP spid="305" grpId="0"/>
      <p:bldP spid="310" grpId="0"/>
      <p:bldP spid="40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0"/>
          <p:cNvSpPr/>
          <p:nvPr/>
        </p:nvSpPr>
        <p:spPr>
          <a:xfrm>
            <a:off x="373063" y="1700000"/>
            <a:ext cx="1900000" cy="6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45720" tIns="36000" rIns="45720" bIns="36000" anchor="ctr"/>
          <a:lstStyle/>
          <a:p>
            <a:pPr algn="ctr"/>
            <a:r>
              <a:rPr lang="de-DE" sz="1200" b="1" dirty="0">
                <a:solidFill>
                  <a:srgbClr val="30343A"/>
                </a:solidFill>
                <a:latin typeface="Arial"/>
              </a:rPr>
              <a:t>Requirement</a:t>
            </a:r>
          </a:p>
        </p:txBody>
      </p:sp>
      <p:sp>
        <p:nvSpPr>
          <p:cNvPr id="250" name="a0"/>
          <p:cNvSpPr/>
          <p:nvPr/>
        </p:nvSpPr>
        <p:spPr>
          <a:xfrm>
            <a:off x="2313063" y="1935000"/>
            <a:ext cx="120000" cy="150000"/>
          </a:xfrm>
          <a:prstGeom prst="rightArrow">
            <a:avLst/>
          </a:prstGeom>
          <a:solidFill>
            <a:srgbClr val="C1C5C8"/>
          </a:solidFill>
          <a:ln>
            <a:noFill/>
          </a:ln>
        </p:spPr>
        <p:txBody>
          <a:bodyPr wrap="square" lIns="45720" tIns="36000" rIns="45720" bIns="36000" anchor="ctr"/>
          <a:lstStyle/>
          <a:p>
            <a:endParaRPr/>
          </a:p>
        </p:txBody>
      </p:sp>
      <p:sp>
        <p:nvSpPr>
          <p:cNvPr id="201" name="g1"/>
          <p:cNvSpPr/>
          <p:nvPr/>
        </p:nvSpPr>
        <p:spPr>
          <a:xfrm>
            <a:off x="2353063" y="1570000"/>
            <a:ext cx="2140000" cy="880000"/>
          </a:xfrm>
          <a:prstGeom prst="rect">
            <a:avLst/>
          </a:prstGeom>
          <a:solidFill>
            <a:srgbClr val="FF6E00"/>
          </a:solidFill>
          <a:ln>
            <a:noFill/>
          </a:ln>
        </p:spPr>
        <p:txBody>
          <a:bodyPr wrap="square" lIns="45720" tIns="36000" rIns="45720" bIns="36000" anchor="ctr"/>
          <a:lstStyle/>
          <a:p>
            <a:pPr algn="ctr"/>
            <a:r>
              <a:rPr lang="de-DE" sz="1500" b="1" dirty="0">
                <a:solidFill>
                  <a:srgbClr val="FFFFFF"/>
                </a:solidFill>
                <a:latin typeface="Arial"/>
              </a:rPr>
              <a:t>Asset</a:t>
            </a:r>
          </a:p>
        </p:txBody>
      </p:sp>
      <p:sp>
        <p:nvSpPr>
          <p:cNvPr id="251" name="a1"/>
          <p:cNvSpPr/>
          <p:nvPr/>
        </p:nvSpPr>
        <p:spPr>
          <a:xfrm>
            <a:off x="4413063" y="1935000"/>
            <a:ext cx="120000" cy="150000"/>
          </a:xfrm>
          <a:prstGeom prst="rightArrow">
            <a:avLst/>
          </a:prstGeom>
          <a:solidFill>
            <a:srgbClr val="C1C5C8"/>
          </a:solidFill>
          <a:ln>
            <a:noFill/>
          </a:ln>
        </p:spPr>
        <p:txBody>
          <a:bodyPr wrap="square" lIns="45720" tIns="36000" rIns="45720" bIns="36000" anchor="ctr"/>
          <a:lstStyle/>
          <a:p>
            <a:endParaRPr/>
          </a:p>
        </p:txBody>
      </p:sp>
      <p:sp>
        <p:nvSpPr>
          <p:cNvPr id="202" name="g2"/>
          <p:cNvSpPr/>
          <p:nvPr/>
        </p:nvSpPr>
        <p:spPr>
          <a:xfrm>
            <a:off x="4573063" y="1700000"/>
            <a:ext cx="1900000" cy="6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45720" tIns="36000" rIns="45720" bIns="36000" anchor="ctr"/>
          <a:lstStyle/>
          <a:p>
            <a:pPr algn="ctr"/>
            <a:r>
              <a:rPr lang="de-DE" sz="1200" b="1" dirty="0">
                <a:solidFill>
                  <a:srgbClr val="30343A"/>
                </a:solidFill>
                <a:latin typeface="Arial"/>
              </a:rPr>
              <a:t>Threat</a:t>
            </a:r>
          </a:p>
        </p:txBody>
      </p:sp>
      <p:sp>
        <p:nvSpPr>
          <p:cNvPr id="252" name="a2"/>
          <p:cNvSpPr/>
          <p:nvPr/>
        </p:nvSpPr>
        <p:spPr>
          <a:xfrm>
            <a:off x="6513063" y="1935000"/>
            <a:ext cx="120000" cy="150000"/>
          </a:xfrm>
          <a:prstGeom prst="rightArrow">
            <a:avLst/>
          </a:prstGeom>
          <a:solidFill>
            <a:srgbClr val="C1C5C8"/>
          </a:solidFill>
          <a:ln>
            <a:noFill/>
          </a:ln>
        </p:spPr>
        <p:txBody>
          <a:bodyPr wrap="square" lIns="45720" tIns="36000" rIns="45720" bIns="36000" anchor="ctr"/>
          <a:lstStyle/>
          <a:p>
            <a:endParaRPr/>
          </a:p>
        </p:txBody>
      </p:sp>
      <p:sp>
        <p:nvSpPr>
          <p:cNvPr id="203" name="g3"/>
          <p:cNvSpPr/>
          <p:nvPr/>
        </p:nvSpPr>
        <p:spPr>
          <a:xfrm>
            <a:off x="6673063" y="1700000"/>
            <a:ext cx="1900000" cy="6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45720" tIns="36000" rIns="45720" bIns="36000" anchor="ctr"/>
          <a:lstStyle/>
          <a:p>
            <a:pPr algn="ctr"/>
            <a:r>
              <a:rPr lang="de-DE" sz="1200" b="1" dirty="0">
                <a:solidFill>
                  <a:srgbClr val="30343A"/>
                </a:solidFill>
                <a:latin typeface="Arial"/>
              </a:rPr>
              <a:t>Security Function</a:t>
            </a:r>
          </a:p>
        </p:txBody>
      </p:sp>
      <p:sp>
        <p:nvSpPr>
          <p:cNvPr id="253" name="a3"/>
          <p:cNvSpPr/>
          <p:nvPr/>
        </p:nvSpPr>
        <p:spPr>
          <a:xfrm>
            <a:off x="8613063" y="1935000"/>
            <a:ext cx="120000" cy="150000"/>
          </a:xfrm>
          <a:prstGeom prst="rightArrow">
            <a:avLst/>
          </a:prstGeom>
          <a:solidFill>
            <a:srgbClr val="C1C5C8"/>
          </a:solidFill>
          <a:ln>
            <a:noFill/>
          </a:ln>
        </p:spPr>
        <p:txBody>
          <a:bodyPr wrap="square" lIns="45720" tIns="36000" rIns="45720" bIns="36000" anchor="ctr"/>
          <a:lstStyle/>
          <a:p>
            <a:endParaRPr/>
          </a:p>
        </p:txBody>
      </p:sp>
      <p:sp>
        <p:nvSpPr>
          <p:cNvPr id="204" name="g4"/>
          <p:cNvSpPr/>
          <p:nvPr/>
        </p:nvSpPr>
        <p:spPr>
          <a:xfrm>
            <a:off x="8773063" y="1700000"/>
            <a:ext cx="1900000" cy="6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45720" tIns="36000" rIns="45720" bIns="36000" anchor="ctr"/>
          <a:lstStyle/>
          <a:p>
            <a:pPr algn="ctr"/>
            <a:r>
              <a:rPr lang="de-DE" sz="1200" b="1" dirty="0">
                <a:solidFill>
                  <a:srgbClr val="30343A"/>
                </a:solidFill>
                <a:latin typeface="Arial"/>
              </a:rPr>
              <a:t>Testziel</a:t>
            </a:r>
          </a:p>
        </p:txBody>
      </p:sp>
      <p:sp>
        <p:nvSpPr>
          <p:cNvPr id="280" name="umlauf"/>
          <p:cNvSpPr/>
          <p:nvPr/>
        </p:nvSpPr>
        <p:spPr>
          <a:xfrm>
            <a:off x="10500000" y="1900000"/>
            <a:ext cx="700000" cy="1000000"/>
          </a:xfrm>
          <a:prstGeom prst="curvedDownArrow">
            <a:avLst/>
          </a:prstGeom>
          <a:solidFill>
            <a:srgbClr val="C1C5C8"/>
          </a:solidFill>
          <a:ln>
            <a:noFill/>
          </a:ln>
        </p:spPr>
        <p:txBody>
          <a:bodyPr wrap="square" lIns="45720" tIns="36000" rIns="45720" bIns="36000" anchor="ctr"/>
          <a:lstStyle/>
          <a:p>
            <a:endParaRPr/>
          </a:p>
        </p:txBody>
      </p:sp>
      <p:sp>
        <p:nvSpPr>
          <p:cNvPr id="300" name="h0"/>
          <p:cNvSpPr/>
          <p:nvPr/>
        </p:nvSpPr>
        <p:spPr>
          <a:xfrm>
            <a:off x="8773063" y="2900000"/>
            <a:ext cx="1900000" cy="6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45720" tIns="36000" rIns="45720" bIns="36000" anchor="ctr"/>
          <a:lstStyle/>
          <a:p>
            <a:pPr algn="ctr"/>
            <a:r>
              <a:rPr lang="de-DE" sz="1200" b="1" dirty="0">
                <a:solidFill>
                  <a:srgbClr val="30343A"/>
                </a:solidFill>
                <a:latin typeface="Arial"/>
              </a:rPr>
              <a:t>Testtechnik</a:t>
            </a:r>
          </a:p>
        </p:txBody>
      </p:sp>
      <p:sp>
        <p:nvSpPr>
          <p:cNvPr id="350" name="b0"/>
          <p:cNvSpPr/>
          <p:nvPr/>
        </p:nvSpPr>
        <p:spPr>
          <a:xfrm>
            <a:off x="8613063" y="3135000"/>
            <a:ext cx="120000" cy="150000"/>
          </a:xfrm>
          <a:prstGeom prst="leftArrow">
            <a:avLst/>
          </a:prstGeom>
          <a:solidFill>
            <a:srgbClr val="C1C5C8"/>
          </a:solidFill>
          <a:ln>
            <a:noFill/>
          </a:ln>
        </p:spPr>
        <p:txBody>
          <a:bodyPr wrap="square" lIns="45720" tIns="36000" rIns="45720" bIns="36000" anchor="ctr"/>
          <a:lstStyle/>
          <a:p>
            <a:endParaRPr/>
          </a:p>
        </p:txBody>
      </p:sp>
      <p:sp>
        <p:nvSpPr>
          <p:cNvPr id="301" name="h1"/>
          <p:cNvSpPr/>
          <p:nvPr/>
        </p:nvSpPr>
        <p:spPr>
          <a:xfrm>
            <a:off x="6673063" y="2900000"/>
            <a:ext cx="1900000" cy="6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45720" tIns="36000" rIns="45720" bIns="36000" anchor="ctr"/>
          <a:lstStyle/>
          <a:p>
            <a:pPr algn="ctr"/>
            <a:r>
              <a:rPr lang="de-DE" sz="1200" b="1" dirty="0">
                <a:solidFill>
                  <a:srgbClr val="30343A"/>
                </a:solidFill>
                <a:latin typeface="Arial"/>
              </a:rPr>
              <a:t>Zugriff</a:t>
            </a:r>
          </a:p>
        </p:txBody>
      </p:sp>
      <p:sp>
        <p:nvSpPr>
          <p:cNvPr id="351" name="b1"/>
          <p:cNvSpPr/>
          <p:nvPr/>
        </p:nvSpPr>
        <p:spPr>
          <a:xfrm>
            <a:off x="6513063" y="3135000"/>
            <a:ext cx="120000" cy="150000"/>
          </a:xfrm>
          <a:prstGeom prst="leftArrow">
            <a:avLst/>
          </a:prstGeom>
          <a:solidFill>
            <a:srgbClr val="C1C5C8"/>
          </a:solidFill>
          <a:ln>
            <a:noFill/>
          </a:ln>
        </p:spPr>
        <p:txBody>
          <a:bodyPr wrap="square" lIns="45720" tIns="36000" rIns="45720" bIns="36000" anchor="ctr"/>
          <a:lstStyle/>
          <a:p>
            <a:endParaRPr/>
          </a:p>
        </p:txBody>
      </p:sp>
      <p:sp>
        <p:nvSpPr>
          <p:cNvPr id="302" name="h2"/>
          <p:cNvSpPr/>
          <p:nvPr/>
        </p:nvSpPr>
        <p:spPr>
          <a:xfrm>
            <a:off x="4573063" y="2900000"/>
            <a:ext cx="1900000" cy="6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45720" tIns="36000" rIns="45720" bIns="36000" anchor="ctr"/>
          <a:lstStyle/>
          <a:p>
            <a:pPr algn="ctr"/>
            <a:r>
              <a:rPr lang="de-DE" sz="1200" b="1" dirty="0">
                <a:solidFill>
                  <a:srgbClr val="30343A"/>
                </a:solidFill>
                <a:latin typeface="Arial"/>
              </a:rPr>
              <a:t>Evidenz</a:t>
            </a:r>
          </a:p>
        </p:txBody>
      </p:sp>
      <p:sp>
        <p:nvSpPr>
          <p:cNvPr id="352" name="b2"/>
          <p:cNvSpPr/>
          <p:nvPr/>
        </p:nvSpPr>
        <p:spPr>
          <a:xfrm>
            <a:off x="4413063" y="3135000"/>
            <a:ext cx="120000" cy="150000"/>
          </a:xfrm>
          <a:prstGeom prst="leftArrow">
            <a:avLst/>
          </a:prstGeom>
          <a:solidFill>
            <a:srgbClr val="C1C5C8"/>
          </a:solidFill>
          <a:ln>
            <a:noFill/>
          </a:ln>
        </p:spPr>
        <p:txBody>
          <a:bodyPr wrap="square" lIns="45720" tIns="36000" rIns="45720" bIns="36000" anchor="ctr"/>
          <a:lstStyle/>
          <a:p>
            <a:endParaRPr/>
          </a:p>
        </p:txBody>
      </p:sp>
      <p:sp>
        <p:nvSpPr>
          <p:cNvPr id="303" name="h3"/>
          <p:cNvSpPr/>
          <p:nvPr/>
        </p:nvSpPr>
        <p:spPr>
          <a:xfrm>
            <a:off x="2473063" y="2900000"/>
            <a:ext cx="1900000" cy="6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45720" tIns="36000" rIns="45720" bIns="36000" anchor="ctr"/>
          <a:lstStyle/>
          <a:p>
            <a:pPr algn="ctr"/>
            <a:r>
              <a:rPr lang="de-DE" sz="1200" b="1" dirty="0">
                <a:solidFill>
                  <a:srgbClr val="30343A"/>
                </a:solidFill>
                <a:latin typeface="Arial"/>
              </a:rPr>
              <a:t>Ergebnis</a:t>
            </a:r>
          </a:p>
        </p:txBody>
      </p:sp>
      <p:sp>
        <p:nvSpPr>
          <p:cNvPr id="400" name="lh"/>
          <p:cNvSpPr/>
          <p:nvPr/>
        </p:nvSpPr>
        <p:spPr>
          <a:xfrm>
            <a:off x="2373000" y="2450000"/>
            <a:ext cx="12700" cy="10000"/>
          </a:xfrm>
          <a:prstGeom prst="rect">
            <a:avLst/>
          </a:prstGeom>
          <a:solidFill>
            <a:srgbClr val="808890"/>
          </a:solidFill>
          <a:ln>
            <a:noFill/>
          </a:ln>
        </p:spPr>
        <p:txBody>
          <a:bodyPr wrap="square" lIns="45720" tIns="36000" rIns="45720" bIns="36000" anchor="ctr"/>
          <a:lstStyle/>
          <a:p>
            <a:endParaRPr/>
          </a:p>
        </p:txBody>
      </p:sp>
      <p:sp>
        <p:nvSpPr>
          <p:cNvPr id="401" name="lv"/>
          <p:cNvSpPr/>
          <p:nvPr/>
        </p:nvSpPr>
        <p:spPr>
          <a:xfrm>
            <a:off x="2373000" y="2450000"/>
            <a:ext cx="12700" cy="2130000"/>
          </a:xfrm>
          <a:prstGeom prst="rect">
            <a:avLst/>
          </a:prstGeom>
          <a:solidFill>
            <a:srgbClr val="808890"/>
          </a:solidFill>
          <a:ln>
            <a:noFill/>
          </a:ln>
        </p:spPr>
        <p:txBody>
          <a:bodyPr wrap="square" lIns="45720" tIns="36000" rIns="45720" bIns="36000" anchor="ctr"/>
          <a:lstStyle/>
          <a:p>
            <a:endParaRPr/>
          </a:p>
        </p:txBody>
      </p:sp>
      <p:sp>
        <p:nvSpPr>
          <p:cNvPr id="402" name="lp"/>
          <p:cNvSpPr/>
          <p:nvPr/>
        </p:nvSpPr>
        <p:spPr>
          <a:xfrm>
            <a:off x="2313000" y="4540000"/>
            <a:ext cx="140000" cy="140000"/>
          </a:xfrm>
          <a:prstGeom prst="downArrow">
            <a:avLst/>
          </a:prstGeom>
          <a:solidFill>
            <a:srgbClr val="808890"/>
          </a:solidFill>
          <a:ln>
            <a:noFill/>
          </a:ln>
        </p:spPr>
        <p:txBody>
          <a:bodyPr wrap="square" lIns="45720" tIns="36000" rIns="45720" bIns="36000" anchor="ctr"/>
          <a:lstStyle/>
          <a:p>
            <a:endParaRPr/>
          </a:p>
        </p:txBody>
      </p:sp>
      <p:sp>
        <p:nvSpPr>
          <p:cNvPr id="410" name="karte"/>
          <p:cNvSpPr/>
          <p:nvPr/>
        </p:nvSpPr>
        <p:spPr>
          <a:xfrm>
            <a:off x="373063" y="4700000"/>
            <a:ext cx="6200000" cy="1060000"/>
          </a:xfrm>
          <a:prstGeom prst="rect">
            <a:avLst/>
          </a:prstGeom>
          <a:solidFill>
            <a:srgbClr val="FF6E00">
              <a:alpha val="10"/>
            </a:srgbClr>
          </a:solidFill>
          <a:ln w="19050">
            <a:solidFill>
              <a:srgbClr val="FF6E00"/>
            </a:solidFill>
          </a:ln>
        </p:spPr>
        <p:txBody>
          <a:bodyPr wrap="square" lIns="45720" tIns="36000" rIns="45720" bIns="36000" anchor="ctr"/>
          <a:lstStyle/>
          <a:p>
            <a:endParaRPr/>
          </a:p>
        </p:txBody>
      </p:sp>
      <p:sp>
        <p:nvSpPr>
          <p:cNvPr id="411" name="kante"/>
          <p:cNvSpPr/>
          <p:nvPr/>
        </p:nvSpPr>
        <p:spPr>
          <a:xfrm>
            <a:off x="373063" y="4700000"/>
            <a:ext cx="90000" cy="1060000"/>
          </a:xfrm>
          <a:prstGeom prst="rect">
            <a:avLst/>
          </a:prstGeom>
          <a:solidFill>
            <a:srgbClr val="FF6E00"/>
          </a:solidFill>
          <a:ln>
            <a:noFill/>
          </a:ln>
        </p:spPr>
        <p:txBody>
          <a:bodyPr wrap="square" lIns="45720" tIns="36000" rIns="45720" bIns="36000" anchor="ctr"/>
          <a:lstStyle/>
          <a:p>
            <a:endParaRPr/>
          </a:p>
        </p:txBody>
      </p:sp>
      <p:sp>
        <p:nvSpPr>
          <p:cNvPr id="412" name="ktxt"/>
          <p:cNvSpPr/>
          <p:nvPr/>
        </p:nvSpPr>
        <p:spPr>
          <a:xfrm>
            <a:off x="660000" y="4700000"/>
            <a:ext cx="5800000" cy="10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/>
          <a:lstStyle/>
          <a:p>
            <a:pPr algn="l"/>
            <a:r>
              <a:rPr lang="de-DE" sz="1400" b="1" dirty="0">
                <a:solidFill>
                  <a:srgbClr val="30343A"/>
                </a:solidFill>
                <a:latin typeface="Arial"/>
              </a:rPr>
              <a:t>Asset</a:t>
            </a:r>
          </a:p>
          <a:p>
            <a:pPr algn="l"/>
            <a:r>
              <a:rPr lang="de-DE" sz="1100" b="0" dirty="0">
                <a:solidFill>
                  <a:srgbClr val="5B666F"/>
                </a:solidFill>
                <a:latin typeface="Arial"/>
              </a:rPr>
              <a:t>Objekt · Artefakt · Datum mit Wert</a:t>
            </a:r>
          </a:p>
          <a:p>
            <a:pPr algn="l"/>
            <a:r>
              <a:rPr lang="de-DE" sz="1200" b="1" dirty="0">
                <a:solidFill>
                  <a:srgbClr val="FF6E00"/>
                </a:solidFill>
                <a:latin typeface="Arial"/>
              </a:rPr>
              <a:t>ohne Asset keine Testbarkeit</a:t>
            </a:r>
          </a:p>
        </p:txBody>
      </p:sp>
      <p:sp>
        <p:nvSpPr>
          <p:cNvPr id="2" name="Titel"/>
          <p:cNvSpPr>
            <a:spLocks noGrp="1"/>
          </p:cNvSpPr>
          <p:nvPr>
            <p:ph type="title"/>
          </p:nvPr>
        </p:nvSpPr>
        <p:spPr>
          <a:xfrm>
            <a:off x="373063" y="838200"/>
            <a:ext cx="9600000" cy="700000"/>
          </a:xfrm>
        </p:spPr>
        <p:txBody>
          <a:bodyPr/>
          <a:lstStyle/>
          <a:p>
            <a:pPr algn="l"/>
            <a:r>
              <a:rPr lang="de-DE" sz="2800" b="1" dirty="0">
                <a:solidFill>
                  <a:srgbClr val="FF6E00"/>
                </a:solidFill>
                <a:latin typeface="Arial"/>
              </a:rPr>
              <a:t>Neun Glieder bis zum Ergebnis</a:t>
            </a:r>
          </a:p>
        </p:txBody>
      </p:sp>
      <p:sp>
        <p:nvSpPr>
          <p:cNvPr id="3" name="Kicker"/>
          <p:cNvSpPr>
            <a:spLocks noGrp="1"/>
          </p:cNvSpPr>
          <p:nvPr>
            <p:ph type="body" sz="quarter" idx="13"/>
          </p:nvPr>
        </p:nvSpPr>
        <p:spPr>
          <a:xfrm>
            <a:off x="373063" y="400000"/>
            <a:ext cx="4000000" cy="300000"/>
          </a:xfrm>
        </p:spPr>
        <p:txBody>
          <a:bodyPr/>
          <a:lstStyle/>
          <a:p>
            <a:pPr algn="l"/>
            <a:r>
              <a:rPr lang="de-DE" sz="1400" b="0" dirty="0">
                <a:solidFill>
                  <a:srgbClr val="30343A"/>
                </a:solidFill>
                <a:latin typeface="Arial"/>
              </a:rPr>
              <a:t>03 · METHODIK</a:t>
            </a:r>
          </a:p>
        </p:txBody>
      </p:sp>
      <p:sp>
        <p:nvSpPr>
          <p:cNvPr id="4" name="Fusszeile"/>
          <p:cNvSpPr>
            <a:spLocks noGrp="1"/>
          </p:cNvSpPr>
          <p:nvPr>
            <p:ph type="ftr" sz="quarter" idx="11"/>
          </p:nvPr>
        </p:nvSpPr>
        <p:spPr>
          <a:xfrm>
            <a:off x="1024467" y="6260123"/>
            <a:ext cx="2600325" cy="215444"/>
          </a:xfrm>
        </p:spPr>
        <p:txBody>
          <a:bodyPr/>
          <a:lstStyle/>
          <a:p>
            <a:r>
              <a:rPr lang="de-DE" dirty="0"/>
              <a:t>Nathalie Nuber</a:t>
            </a:r>
          </a:p>
        </p:txBody>
      </p:sp>
      <p:sp>
        <p:nvSpPr>
          <p:cNvPr id="5" name="Datum"/>
          <p:cNvSpPr>
            <a:spLocks noGrp="1"/>
          </p:cNvSpPr>
          <p:nvPr>
            <p:ph type="dt" sz="quarter" idx="10"/>
          </p:nvPr>
        </p:nvSpPr>
        <p:spPr>
          <a:xfrm>
            <a:off x="9905999" y="6260123"/>
            <a:ext cx="1200150" cy="215444"/>
          </a:xfrm>
        </p:spPr>
        <p:txBody>
          <a:bodyPr/>
          <a:lstStyle/>
          <a:p>
            <a:r>
              <a:rPr lang="de-DE" dirty="0"/>
              <a:t>22.09.2026</a:t>
            </a:r>
          </a:p>
        </p:txBody>
      </p:sp>
      <p:sp>
        <p:nvSpPr>
          <p:cNvPr id="6" name="Foliennummer"/>
          <p:cNvSpPr>
            <a:spLocks noGrp="1"/>
          </p:cNvSpPr>
          <p:nvPr>
            <p:ph type="sldNum" sz="quarter" idx="12"/>
          </p:nvPr>
        </p:nvSpPr>
        <p:spPr>
          <a:xfrm>
            <a:off x="11245259" y="6260123"/>
            <a:ext cx="530999" cy="215444"/>
          </a:xfrm>
        </p:spPr>
        <p:txBody>
          <a:bodyPr/>
          <a:lstStyle/>
          <a:p>
            <a:fld id="{B6F15528-21DE-4FAC-A6EE-A032D86D5DE2}" type="slidenum">
              <a:rPr lang="de-DE"/>
              <a:t>12</a:t>
            </a:fld>
            <a:endParaRPr lang="de-DE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9" dur="600" autoRev="1" fill="hold"/>
                                        <p:tgtEl>
                                          <p:spTgt spid="201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" grpId="0"/>
      <p:bldP spid="250" grpId="0"/>
      <p:bldP spid="201" grpId="0"/>
      <p:bldP spid="251" grpId="0"/>
      <p:bldP spid="202" grpId="0"/>
      <p:bldP spid="252" grpId="0"/>
      <p:bldP spid="203" grpId="0"/>
      <p:bldP spid="253" grpId="0"/>
      <p:bldP spid="204" grpId="0"/>
      <p:bldP spid="280" grpId="0"/>
      <p:bldP spid="300" grpId="0"/>
      <p:bldP spid="350" grpId="0"/>
      <p:bldP spid="301" grpId="0"/>
      <p:bldP spid="351" grpId="0"/>
      <p:bldP spid="302" grpId="0"/>
      <p:bldP spid="352" grpId="0"/>
      <p:bldP spid="303" grpId="0"/>
      <p:bldP spid="400" grpId="0"/>
      <p:bldP spid="401" grpId="0"/>
      <p:bldP spid="402" grpId="0"/>
      <p:bldP spid="410" grpId="0"/>
      <p:bldP spid="411" grpId="0"/>
      <p:bldP spid="4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tart"/>
          <p:cNvSpPr/>
          <p:nvPr/>
        </p:nvSpPr>
        <p:spPr>
          <a:xfrm>
            <a:off x="373063" y="2100000"/>
            <a:ext cx="2700000" cy="1300000"/>
          </a:xfrm>
          <a:prstGeom prst="rect">
            <a:avLst/>
          </a:prstGeom>
          <a:solidFill>
            <a:srgbClr val="30343A"/>
          </a:solidFill>
          <a:ln>
            <a:noFill/>
          </a:ln>
        </p:spPr>
        <p:txBody>
          <a:bodyPr wrap="square" lIns="45720" tIns="36000" rIns="45720" bIns="36000" anchor="ctr"/>
          <a:lstStyle/>
          <a:p>
            <a:pPr algn="ctr"/>
            <a:r>
              <a:rPr lang="de-DE" sz="1400" b="1" dirty="0">
                <a:solidFill>
                  <a:srgbClr val="FFFFFF"/>
                </a:solidFill>
                <a:latin typeface="Arial"/>
              </a:rPr>
              <a:t>10 Prüfanweisungen</a:t>
            </a:r>
          </a:p>
          <a:p>
            <a:pPr algn="ctr"/>
            <a:r>
              <a:rPr lang="de-DE" sz="1000" b="0" dirty="0">
                <a:solidFill>
                  <a:srgbClr val="C1C5C8"/>
                </a:solidFill>
                <a:latin typeface="Arial"/>
              </a:rPr>
              <a:t>CM-001 bis CM-010</a:t>
            </a:r>
          </a:p>
        </p:txBody>
      </p:sp>
      <p:sp>
        <p:nvSpPr>
          <p:cNvPr id="300" name="karte0"/>
          <p:cNvSpPr/>
          <p:nvPr/>
        </p:nvSpPr>
        <p:spPr>
          <a:xfrm>
            <a:off x="4500000" y="1620000"/>
            <a:ext cx="6400000" cy="7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45720" tIns="36000" rIns="45720" bIns="36000" anchor="ctr"/>
          <a:lstStyle/>
          <a:p>
            <a:endParaRPr/>
          </a:p>
        </p:txBody>
      </p:sp>
      <p:sp>
        <p:nvSpPr>
          <p:cNvPr id="301" name="kante0"/>
          <p:cNvSpPr/>
          <p:nvPr/>
        </p:nvSpPr>
        <p:spPr>
          <a:xfrm>
            <a:off x="4500000" y="1620000"/>
            <a:ext cx="90000" cy="760000"/>
          </a:xfrm>
          <a:prstGeom prst="rect">
            <a:avLst/>
          </a:prstGeom>
          <a:solidFill>
            <a:srgbClr val="5E9B4E"/>
          </a:solidFill>
          <a:ln>
            <a:noFill/>
          </a:ln>
        </p:spPr>
        <p:txBody>
          <a:bodyPr wrap="square" lIns="45720" tIns="36000" rIns="45720" bIns="36000" anchor="ctr"/>
          <a:lstStyle/>
          <a:p>
            <a:endParaRPr/>
          </a:p>
        </p:txBody>
      </p:sp>
      <p:sp>
        <p:nvSpPr>
          <p:cNvPr id="302" name="kreis0"/>
          <p:cNvSpPr/>
          <p:nvPr/>
        </p:nvSpPr>
        <p:spPr>
          <a:xfrm>
            <a:off x="4740000" y="1770000"/>
            <a:ext cx="460000" cy="460000"/>
          </a:xfrm>
          <a:prstGeom prst="ellipse">
            <a:avLst/>
          </a:prstGeom>
          <a:solidFill>
            <a:srgbClr val="5E9B4E"/>
          </a:solidFill>
          <a:ln>
            <a:noFill/>
          </a:ln>
        </p:spPr>
        <p:txBody>
          <a:bodyPr wrap="square" lIns="45720" tIns="36000" rIns="45720" bIns="36000" anchor="ctr"/>
          <a:lstStyle/>
          <a:p>
            <a:endParaRPr/>
          </a:p>
        </p:txBody>
      </p:sp>
      <p:sp>
        <p:nvSpPr>
          <p:cNvPr id="303" name="icon0"/>
          <p:cNvSpPr/>
          <p:nvPr/>
        </p:nvSpPr>
        <p:spPr>
          <a:xfrm>
            <a:off x="4790000" y="1810000"/>
            <a:ext cx="38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/>
          <a:lstStyle/>
          <a:p>
            <a:pPr algn="ctr"/>
            <a:r>
              <a:rPr lang="de-DE" sz="1600" b="1" dirty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04" name="txt0"/>
          <p:cNvSpPr/>
          <p:nvPr/>
        </p:nvSpPr>
        <p:spPr>
          <a:xfrm>
            <a:off x="5380000" y="1620000"/>
            <a:ext cx="23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/>
          <a:lstStyle/>
          <a:p>
            <a:pPr algn="l"/>
            <a:r>
              <a:rPr lang="de-DE" sz="1300" b="1" dirty="0">
                <a:solidFill>
                  <a:srgbClr val="30343A"/>
                </a:solidFill>
                <a:latin typeface="Arial"/>
              </a:rPr>
              <a:t>anwendbar</a:t>
            </a:r>
          </a:p>
        </p:txBody>
      </p:sp>
      <p:sp>
        <p:nvSpPr>
          <p:cNvPr id="305" name="sub0"/>
          <p:cNvSpPr/>
          <p:nvPr/>
        </p:nvSpPr>
        <p:spPr>
          <a:xfrm>
            <a:off x="7700000" y="1620000"/>
            <a:ext cx="31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/>
          <a:lstStyle/>
          <a:p>
            <a:pPr algn="l"/>
            <a:r>
              <a:rPr lang="de-DE" sz="1050" b="0" dirty="0">
                <a:solidFill>
                  <a:srgbClr val="808890"/>
                </a:solidFill>
                <a:latin typeface="Arial"/>
              </a:rPr>
              <a:t>Schnittstelle vorhanden</a:t>
            </a:r>
          </a:p>
        </p:txBody>
      </p:sp>
      <p:sp>
        <p:nvSpPr>
          <p:cNvPr id="306" name="pfeil0"/>
          <p:cNvSpPr/>
          <p:nvPr/>
        </p:nvSpPr>
        <p:spPr>
          <a:xfrm>
            <a:off x="3200000" y="1925000"/>
            <a:ext cx="1150000" cy="150000"/>
          </a:xfrm>
          <a:prstGeom prst="rightArrow">
            <a:avLst/>
          </a:prstGeom>
          <a:solidFill>
            <a:srgbClr val="C1C5C8"/>
          </a:solidFill>
          <a:ln>
            <a:noFill/>
          </a:ln>
        </p:spPr>
        <p:txBody>
          <a:bodyPr wrap="square" lIns="45720" tIns="36000" rIns="45720" bIns="36000" anchor="ctr"/>
          <a:lstStyle/>
          <a:p>
            <a:endParaRPr/>
          </a:p>
        </p:txBody>
      </p:sp>
      <p:sp>
        <p:nvSpPr>
          <p:cNvPr id="310" name="karte1"/>
          <p:cNvSpPr/>
          <p:nvPr/>
        </p:nvSpPr>
        <p:spPr>
          <a:xfrm>
            <a:off x="4500000" y="2560000"/>
            <a:ext cx="6400000" cy="7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45720" tIns="36000" rIns="45720" bIns="36000" anchor="ctr"/>
          <a:lstStyle/>
          <a:p>
            <a:endParaRPr/>
          </a:p>
        </p:txBody>
      </p:sp>
      <p:sp>
        <p:nvSpPr>
          <p:cNvPr id="311" name="kante1"/>
          <p:cNvSpPr/>
          <p:nvPr/>
        </p:nvSpPr>
        <p:spPr>
          <a:xfrm>
            <a:off x="4500000" y="2560000"/>
            <a:ext cx="90000" cy="760000"/>
          </a:xfrm>
          <a:prstGeom prst="rect">
            <a:avLst/>
          </a:prstGeom>
          <a:solidFill>
            <a:srgbClr val="E3A72F"/>
          </a:solidFill>
          <a:ln>
            <a:noFill/>
          </a:ln>
        </p:spPr>
        <p:txBody>
          <a:bodyPr wrap="square" lIns="45720" tIns="36000" rIns="45720" bIns="36000" anchor="ctr"/>
          <a:lstStyle/>
          <a:p>
            <a:endParaRPr/>
          </a:p>
        </p:txBody>
      </p:sp>
      <p:sp>
        <p:nvSpPr>
          <p:cNvPr id="312" name="kreis1"/>
          <p:cNvSpPr/>
          <p:nvPr/>
        </p:nvSpPr>
        <p:spPr>
          <a:xfrm>
            <a:off x="4740000" y="2710000"/>
            <a:ext cx="460000" cy="460000"/>
          </a:xfrm>
          <a:prstGeom prst="ellipse">
            <a:avLst/>
          </a:prstGeom>
          <a:solidFill>
            <a:srgbClr val="E3A72F"/>
          </a:solidFill>
          <a:ln>
            <a:noFill/>
          </a:ln>
        </p:spPr>
        <p:txBody>
          <a:bodyPr wrap="square" lIns="45720" tIns="36000" rIns="45720" bIns="36000" anchor="ctr"/>
          <a:lstStyle/>
          <a:p>
            <a:endParaRPr/>
          </a:p>
        </p:txBody>
      </p:sp>
      <p:sp>
        <p:nvSpPr>
          <p:cNvPr id="313" name="icon1"/>
          <p:cNvSpPr/>
          <p:nvPr/>
        </p:nvSpPr>
        <p:spPr>
          <a:xfrm>
            <a:off x="4850000" y="2820000"/>
            <a:ext cx="240000" cy="240000"/>
          </a:xfrm>
          <a:prstGeom prst="gear6">
            <a:avLst/>
          </a:prstGeom>
          <a:solidFill>
            <a:srgbClr val="FFFFFF"/>
          </a:solidFill>
          <a:ln>
            <a:noFill/>
          </a:ln>
        </p:spPr>
        <p:txBody>
          <a:bodyPr wrap="square" lIns="45720" tIns="36000" rIns="45720" bIns="36000" anchor="ctr"/>
          <a:lstStyle/>
          <a:p>
            <a:endParaRPr/>
          </a:p>
        </p:txBody>
      </p:sp>
      <p:sp>
        <p:nvSpPr>
          <p:cNvPr id="314" name="txt1"/>
          <p:cNvSpPr/>
          <p:nvPr/>
        </p:nvSpPr>
        <p:spPr>
          <a:xfrm>
            <a:off x="5380000" y="2560000"/>
            <a:ext cx="23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/>
          <a:lstStyle/>
          <a:p>
            <a:pPr algn="l"/>
            <a:r>
              <a:rPr lang="de-DE" sz="1300" b="1" dirty="0">
                <a:solidFill>
                  <a:srgbClr val="30343A"/>
                </a:solidFill>
                <a:latin typeface="Arial"/>
              </a:rPr>
              <a:t>mit Anpassung</a:t>
            </a:r>
          </a:p>
        </p:txBody>
      </p:sp>
      <p:sp>
        <p:nvSpPr>
          <p:cNvPr id="315" name="sub1"/>
          <p:cNvSpPr/>
          <p:nvPr/>
        </p:nvSpPr>
        <p:spPr>
          <a:xfrm>
            <a:off x="7700000" y="2560000"/>
            <a:ext cx="31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/>
          <a:lstStyle/>
          <a:p>
            <a:pPr algn="l"/>
            <a:r>
              <a:rPr lang="de-DE" sz="1050" b="0" dirty="0">
                <a:solidFill>
                  <a:srgbClr val="808890"/>
                </a:solidFill>
                <a:latin typeface="Arial"/>
              </a:rPr>
              <a:t>verwandte Schnittstelle</a:t>
            </a:r>
          </a:p>
        </p:txBody>
      </p:sp>
      <p:sp>
        <p:nvSpPr>
          <p:cNvPr id="316" name="pfeil1"/>
          <p:cNvSpPr/>
          <p:nvPr/>
        </p:nvSpPr>
        <p:spPr>
          <a:xfrm>
            <a:off x="3200000" y="2865000"/>
            <a:ext cx="1150000" cy="150000"/>
          </a:xfrm>
          <a:prstGeom prst="rightArrow">
            <a:avLst/>
          </a:prstGeom>
          <a:solidFill>
            <a:srgbClr val="C1C5C8"/>
          </a:solidFill>
          <a:ln>
            <a:noFill/>
          </a:ln>
        </p:spPr>
        <p:txBody>
          <a:bodyPr wrap="square" lIns="45720" tIns="36000" rIns="45720" bIns="36000" anchor="ctr"/>
          <a:lstStyle/>
          <a:p>
            <a:endParaRPr/>
          </a:p>
        </p:txBody>
      </p:sp>
      <p:sp>
        <p:nvSpPr>
          <p:cNvPr id="320" name="karte2"/>
          <p:cNvSpPr/>
          <p:nvPr/>
        </p:nvSpPr>
        <p:spPr>
          <a:xfrm>
            <a:off x="4500000" y="3500000"/>
            <a:ext cx="6400000" cy="7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45720" tIns="36000" rIns="45720" bIns="36000" anchor="ctr"/>
          <a:lstStyle/>
          <a:p>
            <a:endParaRPr/>
          </a:p>
        </p:txBody>
      </p:sp>
      <p:sp>
        <p:nvSpPr>
          <p:cNvPr id="321" name="kante2"/>
          <p:cNvSpPr/>
          <p:nvPr/>
        </p:nvSpPr>
        <p:spPr>
          <a:xfrm>
            <a:off x="4500000" y="3500000"/>
            <a:ext cx="90000" cy="760000"/>
          </a:xfrm>
          <a:prstGeom prst="rect">
            <a:avLst/>
          </a:prstGeom>
          <a:solidFill>
            <a:srgbClr val="83B7CD"/>
          </a:solidFill>
          <a:ln>
            <a:noFill/>
          </a:ln>
        </p:spPr>
        <p:txBody>
          <a:bodyPr wrap="square" lIns="45720" tIns="36000" rIns="45720" bIns="36000" anchor="ctr"/>
          <a:lstStyle/>
          <a:p>
            <a:endParaRPr/>
          </a:p>
        </p:txBody>
      </p:sp>
      <p:sp>
        <p:nvSpPr>
          <p:cNvPr id="322" name="kreis2"/>
          <p:cNvSpPr/>
          <p:nvPr/>
        </p:nvSpPr>
        <p:spPr>
          <a:xfrm>
            <a:off x="4740000" y="3650000"/>
            <a:ext cx="460000" cy="460000"/>
          </a:xfrm>
          <a:prstGeom prst="ellipse">
            <a:avLst/>
          </a:prstGeom>
          <a:solidFill>
            <a:srgbClr val="83B7CD"/>
          </a:solidFill>
          <a:ln>
            <a:noFill/>
          </a:ln>
        </p:spPr>
        <p:txBody>
          <a:bodyPr wrap="square" lIns="45720" tIns="36000" rIns="45720" bIns="36000" anchor="ctr"/>
          <a:lstStyle/>
          <a:p>
            <a:endParaRPr/>
          </a:p>
        </p:txBody>
      </p:sp>
      <p:sp>
        <p:nvSpPr>
          <p:cNvPr id="323" name="icon2"/>
          <p:cNvSpPr/>
          <p:nvPr/>
        </p:nvSpPr>
        <p:spPr>
          <a:xfrm>
            <a:off x="4850000" y="3760000"/>
            <a:ext cx="240000" cy="240000"/>
          </a:xfrm>
          <a:prstGeom prst="noSmoking">
            <a:avLst/>
          </a:prstGeom>
          <a:solidFill>
            <a:srgbClr val="FFFFFF"/>
          </a:solidFill>
          <a:ln>
            <a:noFill/>
          </a:ln>
        </p:spPr>
        <p:txBody>
          <a:bodyPr wrap="square" lIns="45720" tIns="36000" rIns="45720" bIns="36000" anchor="ctr"/>
          <a:lstStyle/>
          <a:p>
            <a:endParaRPr/>
          </a:p>
        </p:txBody>
      </p:sp>
      <p:sp>
        <p:nvSpPr>
          <p:cNvPr id="324" name="txt2"/>
          <p:cNvSpPr/>
          <p:nvPr/>
        </p:nvSpPr>
        <p:spPr>
          <a:xfrm>
            <a:off x="5380000" y="3500000"/>
            <a:ext cx="23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/>
          <a:lstStyle/>
          <a:p>
            <a:pPr algn="l"/>
            <a:r>
              <a:rPr lang="de-DE" sz="1300" b="1" dirty="0">
                <a:solidFill>
                  <a:srgbClr val="30343A"/>
                </a:solidFill>
                <a:latin typeface="Arial"/>
              </a:rPr>
              <a:t>nicht anwendbar</a:t>
            </a:r>
          </a:p>
        </p:txBody>
      </p:sp>
      <p:sp>
        <p:nvSpPr>
          <p:cNvPr id="325" name="sub2"/>
          <p:cNvSpPr/>
          <p:nvPr/>
        </p:nvSpPr>
        <p:spPr>
          <a:xfrm>
            <a:off x="7700000" y="3500000"/>
            <a:ext cx="31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/>
          <a:lstStyle/>
          <a:p>
            <a:pPr algn="l"/>
            <a:r>
              <a:rPr lang="de-DE" sz="1050" b="0" dirty="0">
                <a:solidFill>
                  <a:srgbClr val="808890"/>
                </a:solidFill>
                <a:latin typeface="Arial"/>
              </a:rPr>
              <a:t>Schnittstelle fehlt</a:t>
            </a:r>
          </a:p>
        </p:txBody>
      </p:sp>
      <p:sp>
        <p:nvSpPr>
          <p:cNvPr id="326" name="pfeil2"/>
          <p:cNvSpPr/>
          <p:nvPr/>
        </p:nvSpPr>
        <p:spPr>
          <a:xfrm>
            <a:off x="3200000" y="3805000"/>
            <a:ext cx="1150000" cy="150000"/>
          </a:xfrm>
          <a:prstGeom prst="rightArrow">
            <a:avLst/>
          </a:prstGeom>
          <a:solidFill>
            <a:srgbClr val="C1C5C8"/>
          </a:solidFill>
          <a:ln>
            <a:noFill/>
          </a:ln>
        </p:spPr>
        <p:txBody>
          <a:bodyPr wrap="square" lIns="45720" tIns="36000" rIns="45720" bIns="36000" anchor="ctr"/>
          <a:lstStyle/>
          <a:p>
            <a:endParaRPr/>
          </a:p>
        </p:txBody>
      </p:sp>
      <p:sp>
        <p:nvSpPr>
          <p:cNvPr id="330" name="karte3"/>
          <p:cNvSpPr/>
          <p:nvPr/>
        </p:nvSpPr>
        <p:spPr>
          <a:xfrm>
            <a:off x="4500000" y="4440000"/>
            <a:ext cx="6400000" cy="7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45720" tIns="36000" rIns="45720" bIns="36000" anchor="ctr"/>
          <a:lstStyle/>
          <a:p>
            <a:endParaRPr/>
          </a:p>
        </p:txBody>
      </p:sp>
      <p:sp>
        <p:nvSpPr>
          <p:cNvPr id="331" name="kante3"/>
          <p:cNvSpPr/>
          <p:nvPr/>
        </p:nvSpPr>
        <p:spPr>
          <a:xfrm>
            <a:off x="4500000" y="4440000"/>
            <a:ext cx="90000" cy="760000"/>
          </a:xfrm>
          <a:prstGeom prst="rect">
            <a:avLst/>
          </a:prstGeom>
          <a:solidFill>
            <a:srgbClr val="808890"/>
          </a:solidFill>
          <a:ln>
            <a:noFill/>
          </a:ln>
        </p:spPr>
        <p:txBody>
          <a:bodyPr wrap="square" lIns="45720" tIns="36000" rIns="45720" bIns="36000" anchor="ctr"/>
          <a:lstStyle/>
          <a:p>
            <a:endParaRPr/>
          </a:p>
        </p:txBody>
      </p:sp>
      <p:sp>
        <p:nvSpPr>
          <p:cNvPr id="332" name="kreis3"/>
          <p:cNvSpPr/>
          <p:nvPr/>
        </p:nvSpPr>
        <p:spPr>
          <a:xfrm>
            <a:off x="4740000" y="4590000"/>
            <a:ext cx="460000" cy="460000"/>
          </a:xfrm>
          <a:prstGeom prst="ellipse">
            <a:avLst/>
          </a:prstGeom>
          <a:solidFill>
            <a:srgbClr val="808890"/>
          </a:solidFill>
          <a:ln>
            <a:noFill/>
          </a:ln>
        </p:spPr>
        <p:txBody>
          <a:bodyPr wrap="square" lIns="45720" tIns="36000" rIns="45720" bIns="36000" anchor="ctr"/>
          <a:lstStyle/>
          <a:p>
            <a:endParaRPr/>
          </a:p>
        </p:txBody>
      </p:sp>
      <p:sp>
        <p:nvSpPr>
          <p:cNvPr id="333" name="icon3"/>
          <p:cNvSpPr/>
          <p:nvPr/>
        </p:nvSpPr>
        <p:spPr>
          <a:xfrm>
            <a:off x="4850000" y="4700000"/>
            <a:ext cx="240000" cy="24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45720" tIns="36000" rIns="45720" bIns="36000" anchor="ctr"/>
          <a:lstStyle/>
          <a:p>
            <a:endParaRPr/>
          </a:p>
        </p:txBody>
      </p:sp>
      <p:sp>
        <p:nvSpPr>
          <p:cNvPr id="334" name="txt3"/>
          <p:cNvSpPr/>
          <p:nvPr/>
        </p:nvSpPr>
        <p:spPr>
          <a:xfrm>
            <a:off x="5380000" y="4440000"/>
            <a:ext cx="23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/>
          <a:lstStyle/>
          <a:p>
            <a:pPr algn="l"/>
            <a:r>
              <a:rPr lang="de-DE" sz="1300" b="1" dirty="0">
                <a:solidFill>
                  <a:srgbClr val="30343A"/>
                </a:solidFill>
                <a:latin typeface="Arial"/>
              </a:rPr>
              <a:t>blockiert</a:t>
            </a:r>
          </a:p>
        </p:txBody>
      </p:sp>
      <p:sp>
        <p:nvSpPr>
          <p:cNvPr id="335" name="sub3"/>
          <p:cNvSpPr/>
          <p:nvPr/>
        </p:nvSpPr>
        <p:spPr>
          <a:xfrm>
            <a:off x="7700000" y="4440000"/>
            <a:ext cx="31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000" rIns="45720" bIns="36000" anchor="ctr"/>
          <a:lstStyle/>
          <a:p>
            <a:pPr algn="l"/>
            <a:r>
              <a:rPr lang="de-DE" sz="1050" b="0" dirty="0">
                <a:solidFill>
                  <a:srgbClr val="808890"/>
                </a:solidFill>
                <a:latin typeface="Arial"/>
              </a:rPr>
              <a:t>Umgebungsrestriktion</a:t>
            </a:r>
          </a:p>
        </p:txBody>
      </p:sp>
      <p:sp>
        <p:nvSpPr>
          <p:cNvPr id="336" name="pfeil3"/>
          <p:cNvSpPr/>
          <p:nvPr/>
        </p:nvSpPr>
        <p:spPr>
          <a:xfrm>
            <a:off x="3200000" y="4745000"/>
            <a:ext cx="1150000" cy="150000"/>
          </a:xfrm>
          <a:prstGeom prst="rightArrow">
            <a:avLst/>
          </a:prstGeom>
          <a:solidFill>
            <a:srgbClr val="C1C5C8"/>
          </a:solidFill>
          <a:ln>
            <a:noFill/>
          </a:ln>
        </p:spPr>
        <p:txBody>
          <a:bodyPr wrap="square" lIns="45720" tIns="36000" rIns="45720" bIns="36000" anchor="ctr"/>
          <a:lstStyle/>
          <a:p>
            <a:endParaRPr/>
          </a:p>
        </p:txBody>
      </p:sp>
      <p:sp>
        <p:nvSpPr>
          <p:cNvPr id="400" name="balken"/>
          <p:cNvSpPr/>
          <p:nvPr/>
        </p:nvSpPr>
        <p:spPr>
          <a:xfrm>
            <a:off x="373063" y="5300000"/>
            <a:ext cx="10520000" cy="520000"/>
          </a:xfrm>
          <a:prstGeom prst="rect">
            <a:avLst/>
          </a:prstGeom>
          <a:solidFill>
            <a:srgbClr val="FF6E00">
              <a:alpha val="12"/>
            </a:srgbClr>
          </a:solidFill>
          <a:ln>
            <a:noFill/>
          </a:ln>
        </p:spPr>
        <p:txBody>
          <a:bodyPr wrap="square" lIns="220000" tIns="36000" rIns="45720" bIns="36000" anchor="ctr"/>
          <a:lstStyle/>
          <a:p>
            <a:pPr algn="l"/>
            <a:r>
              <a:rPr lang="de-DE" sz="1300" b="1" dirty="0">
                <a:solidFill>
                  <a:srgbClr val="30343A"/>
                </a:solidFill>
                <a:latin typeface="Arial"/>
              </a:rPr>
              <a:t>Geprüft wird die vorausgesetzte Schnittstelle – nicht der Zweck des Werkzeugs.</a:t>
            </a:r>
          </a:p>
        </p:txBody>
      </p:sp>
      <p:sp>
        <p:nvSpPr>
          <p:cNvPr id="401" name="balkenkante"/>
          <p:cNvSpPr/>
          <p:nvPr/>
        </p:nvSpPr>
        <p:spPr>
          <a:xfrm>
            <a:off x="373063" y="5300000"/>
            <a:ext cx="90000" cy="520000"/>
          </a:xfrm>
          <a:prstGeom prst="rect">
            <a:avLst/>
          </a:prstGeom>
          <a:solidFill>
            <a:srgbClr val="FF6E00"/>
          </a:solidFill>
          <a:ln>
            <a:noFill/>
          </a:ln>
        </p:spPr>
        <p:txBody>
          <a:bodyPr wrap="square" lIns="45720" tIns="36000" rIns="45720" bIns="36000" anchor="ctr"/>
          <a:lstStyle/>
          <a:p>
            <a:endParaRPr/>
          </a:p>
        </p:txBody>
      </p:sp>
      <p:sp>
        <p:nvSpPr>
          <p:cNvPr id="410" name="warnung"/>
          <p:cNvSpPr/>
          <p:nvPr/>
        </p:nvSpPr>
        <p:spPr>
          <a:xfrm>
            <a:off x="373063" y="5850000"/>
            <a:ext cx="50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220000" tIns="36000" rIns="45720" bIns="36000" anchor="ctr"/>
          <a:lstStyle/>
          <a:p>
            <a:pPr algn="l"/>
            <a:r>
              <a:rPr lang="de-DE" sz="1500" b="1" dirty="0">
                <a:solidFill>
                  <a:srgbClr val="FF6E00"/>
                </a:solidFill>
                <a:latin typeface="Arial"/>
              </a:rPr>
              <a:t>Nicht anwendbar ≠ Fail.</a:t>
            </a:r>
          </a:p>
        </p:txBody>
      </p:sp>
      <p:sp>
        <p:nvSpPr>
          <p:cNvPr id="2" name="Titel"/>
          <p:cNvSpPr>
            <a:spLocks noGrp="1"/>
          </p:cNvSpPr>
          <p:nvPr>
            <p:ph type="title"/>
          </p:nvPr>
        </p:nvSpPr>
        <p:spPr>
          <a:xfrm>
            <a:off x="373063" y="838200"/>
            <a:ext cx="9600000" cy="700000"/>
          </a:xfrm>
        </p:spPr>
        <p:txBody>
          <a:bodyPr/>
          <a:lstStyle/>
          <a:p>
            <a:pPr algn="l"/>
            <a:r>
              <a:rPr lang="de-DE" sz="2800" b="1" dirty="0">
                <a:solidFill>
                  <a:srgbClr val="FF6E00"/>
                </a:solidFill>
                <a:latin typeface="Arial"/>
              </a:rPr>
              <a:t>Passt das Werkzeug überhaupt?</a:t>
            </a:r>
          </a:p>
        </p:txBody>
      </p:sp>
      <p:sp>
        <p:nvSpPr>
          <p:cNvPr id="3" name="Kicker"/>
          <p:cNvSpPr>
            <a:spLocks noGrp="1"/>
          </p:cNvSpPr>
          <p:nvPr>
            <p:ph type="body" sz="quarter" idx="13"/>
          </p:nvPr>
        </p:nvSpPr>
        <p:spPr>
          <a:xfrm>
            <a:off x="373063" y="400000"/>
            <a:ext cx="4000000" cy="300000"/>
          </a:xfrm>
        </p:spPr>
        <p:txBody>
          <a:bodyPr/>
          <a:lstStyle/>
          <a:p>
            <a:pPr algn="l"/>
            <a:r>
              <a:rPr lang="de-DE" sz="1400" b="0" dirty="0">
                <a:solidFill>
                  <a:srgbClr val="30343A"/>
                </a:solidFill>
                <a:latin typeface="Arial"/>
              </a:rPr>
              <a:t>03 · METHODIK</a:t>
            </a:r>
          </a:p>
        </p:txBody>
      </p:sp>
      <p:sp>
        <p:nvSpPr>
          <p:cNvPr id="4" name="Fusszeile"/>
          <p:cNvSpPr>
            <a:spLocks noGrp="1"/>
          </p:cNvSpPr>
          <p:nvPr>
            <p:ph type="ftr" sz="quarter" idx="11"/>
          </p:nvPr>
        </p:nvSpPr>
        <p:spPr>
          <a:xfrm>
            <a:off x="1024467" y="6260123"/>
            <a:ext cx="2600325" cy="215444"/>
          </a:xfrm>
        </p:spPr>
        <p:txBody>
          <a:bodyPr/>
          <a:lstStyle/>
          <a:p>
            <a:r>
              <a:rPr lang="de-DE" dirty="0"/>
              <a:t>Nathalie Nuber</a:t>
            </a:r>
          </a:p>
        </p:txBody>
      </p:sp>
      <p:sp>
        <p:nvSpPr>
          <p:cNvPr id="5" name="Datum"/>
          <p:cNvSpPr>
            <a:spLocks noGrp="1"/>
          </p:cNvSpPr>
          <p:nvPr>
            <p:ph type="dt" sz="quarter" idx="10"/>
          </p:nvPr>
        </p:nvSpPr>
        <p:spPr>
          <a:xfrm>
            <a:off x="9905999" y="6260123"/>
            <a:ext cx="1200150" cy="215444"/>
          </a:xfrm>
        </p:spPr>
        <p:txBody>
          <a:bodyPr/>
          <a:lstStyle/>
          <a:p>
            <a:r>
              <a:rPr lang="de-DE" dirty="0"/>
              <a:t>22.09.2026</a:t>
            </a:r>
          </a:p>
        </p:txBody>
      </p:sp>
      <p:sp>
        <p:nvSpPr>
          <p:cNvPr id="6" name="Foliennummer"/>
          <p:cNvSpPr>
            <a:spLocks noGrp="1"/>
          </p:cNvSpPr>
          <p:nvPr>
            <p:ph type="sldNum" sz="quarter" idx="12"/>
          </p:nvPr>
        </p:nvSpPr>
        <p:spPr>
          <a:xfrm>
            <a:off x="11245259" y="6260123"/>
            <a:ext cx="530999" cy="215444"/>
          </a:xfrm>
        </p:spPr>
        <p:txBody>
          <a:bodyPr/>
          <a:lstStyle/>
          <a:p>
            <a:fld id="{B6F15528-21DE-4FAC-A6EE-A032D86D5DE3}" type="slidenum">
              <a:rPr lang="de-DE"/>
              <a:t>13</a:t>
            </a:fld>
            <a:endParaRPr lang="de-DE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97" dur="45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100" dur="45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450" fill="hold"/>
                                        <p:tgtEl>
                                          <p:spTgt spid="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450" fill="hold"/>
                                        <p:tgtEl>
                                          <p:spTgt spid="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" grpId="0"/>
      <p:bldP spid="300" grpId="0"/>
      <p:bldP spid="301" grpId="0"/>
      <p:bldP spid="302" grpId="0"/>
      <p:bldP spid="303" grpId="0"/>
      <p:bldP spid="304" grpId="0"/>
      <p:bldP spid="305" grpId="0"/>
      <p:bldP spid="306" grpId="0"/>
      <p:bldP spid="310" grpId="0"/>
      <p:bldP spid="311" grpId="0"/>
      <p:bldP spid="312" grpId="0"/>
      <p:bldP spid="313" grpId="0"/>
      <p:bldP spid="314" grpId="0"/>
      <p:bldP spid="315" grpId="0"/>
      <p:bldP spid="316" grpId="0"/>
      <p:bldP spid="320" grpId="0"/>
      <p:bldP spid="321" grpId="0"/>
      <p:bldP spid="322" grpId="0"/>
      <p:bldP spid="323" grpId="0"/>
      <p:bldP spid="324" grpId="0"/>
      <p:bldP spid="325" grpId="0"/>
      <p:bldP spid="326" grpId="0"/>
      <p:bldP spid="330" grpId="0"/>
      <p:bldP spid="331" grpId="0"/>
      <p:bldP spid="332" grpId="0"/>
      <p:bldP spid="333" grpId="0"/>
      <p:bldP spid="334" grpId="0"/>
      <p:bldP spid="335" grpId="0"/>
      <p:bldP spid="336" grpId="0"/>
      <p:bldP spid="400" grpId="0"/>
      <p:bldP spid="401" grpId="0"/>
      <p:bldP spid="4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lh"/>
          <p:cNvSpPr/>
          <p:nvPr/>
        </p:nvSpPr>
        <p:spPr>
          <a:xfrm>
            <a:off x="373063" y="1620000"/>
            <a:ext cx="39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000" rIns="45720" bIns="36000" anchor="ctr"/>
          <a:lstStyle/>
          <a:p>
            <a:pPr algn="l"/>
            <a:r>
              <a:rPr lang="de-DE" sz="1150" b="1" dirty="0">
                <a:solidFill>
                  <a:srgbClr val="808890"/>
                </a:solidFill>
                <a:latin typeface="Arial"/>
              </a:rPr>
              <a:t>je Testfall · Ausführungsstatus</a:t>
            </a:r>
          </a:p>
        </p:txBody>
      </p:sp>
      <p:sp>
        <p:nvSpPr>
          <p:cNvPr id="210" name="st0"/>
          <p:cNvSpPr/>
          <p:nvPr/>
        </p:nvSpPr>
        <p:spPr>
          <a:xfrm>
            <a:off x="373063" y="2050000"/>
            <a:ext cx="3900000" cy="5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91440" tIns="36000" rIns="45720" bIns="36000" anchor="ctr"/>
          <a:lstStyle/>
          <a:p>
            <a:endParaRPr/>
          </a:p>
        </p:txBody>
      </p:sp>
      <p:sp>
        <p:nvSpPr>
          <p:cNvPr id="211" name="pt0"/>
          <p:cNvSpPr/>
          <p:nvPr/>
        </p:nvSpPr>
        <p:spPr>
          <a:xfrm>
            <a:off x="573063" y="2230000"/>
            <a:ext cx="150000" cy="150000"/>
          </a:xfrm>
          <a:prstGeom prst="ellipse">
            <a:avLst/>
          </a:prstGeom>
          <a:solidFill>
            <a:srgbClr val="5B666F"/>
          </a:solidFill>
          <a:ln>
            <a:noFill/>
          </a:ln>
        </p:spPr>
        <p:txBody>
          <a:bodyPr wrap="square" lIns="91440" tIns="36000" rIns="45720" bIns="36000" anchor="ctr"/>
          <a:lstStyle/>
          <a:p>
            <a:endParaRPr/>
          </a:p>
        </p:txBody>
      </p:sp>
      <p:sp>
        <p:nvSpPr>
          <p:cNvPr id="212" name="stt0"/>
          <p:cNvSpPr/>
          <p:nvPr/>
        </p:nvSpPr>
        <p:spPr>
          <a:xfrm>
            <a:off x="873063" y="2050000"/>
            <a:ext cx="3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000" rIns="45720" bIns="36000" anchor="ctr"/>
          <a:lstStyle/>
          <a:p>
            <a:pPr algn="l"/>
            <a:r>
              <a:rPr lang="de-DE" sz="1200" b="1" dirty="0">
                <a:solidFill>
                  <a:srgbClr val="30343A"/>
                </a:solidFill>
                <a:latin typeface="Arial"/>
              </a:rPr>
              <a:t>Executed</a:t>
            </a:r>
          </a:p>
        </p:txBody>
      </p:sp>
      <p:sp>
        <p:nvSpPr>
          <p:cNvPr id="213" name="st1"/>
          <p:cNvSpPr/>
          <p:nvPr/>
        </p:nvSpPr>
        <p:spPr>
          <a:xfrm>
            <a:off x="373063" y="2670000"/>
            <a:ext cx="3900000" cy="5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91440" tIns="36000" rIns="45720" bIns="36000" anchor="ctr"/>
          <a:lstStyle/>
          <a:p>
            <a:endParaRPr/>
          </a:p>
        </p:txBody>
      </p:sp>
      <p:sp>
        <p:nvSpPr>
          <p:cNvPr id="214" name="pt1"/>
          <p:cNvSpPr/>
          <p:nvPr/>
        </p:nvSpPr>
        <p:spPr>
          <a:xfrm>
            <a:off x="573063" y="2850000"/>
            <a:ext cx="150000" cy="150000"/>
          </a:xfrm>
          <a:prstGeom prst="ellipse">
            <a:avLst/>
          </a:prstGeom>
          <a:solidFill>
            <a:srgbClr val="83B7CD"/>
          </a:solidFill>
          <a:ln>
            <a:noFill/>
          </a:ln>
        </p:spPr>
        <p:txBody>
          <a:bodyPr wrap="square" lIns="91440" tIns="36000" rIns="45720" bIns="36000" anchor="ctr"/>
          <a:lstStyle/>
          <a:p>
            <a:endParaRPr/>
          </a:p>
        </p:txBody>
      </p:sp>
      <p:sp>
        <p:nvSpPr>
          <p:cNvPr id="215" name="stt1"/>
          <p:cNvSpPr/>
          <p:nvPr/>
        </p:nvSpPr>
        <p:spPr>
          <a:xfrm>
            <a:off x="873063" y="2670000"/>
            <a:ext cx="3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000" rIns="45720" bIns="36000" anchor="ctr"/>
          <a:lstStyle/>
          <a:p>
            <a:pPr algn="l"/>
            <a:r>
              <a:rPr lang="de-DE" sz="1200" b="1" dirty="0">
                <a:solidFill>
                  <a:srgbClr val="30343A"/>
                </a:solidFill>
                <a:latin typeface="Arial"/>
              </a:rPr>
              <a:t>Not Applicable</a:t>
            </a:r>
          </a:p>
        </p:txBody>
      </p:sp>
      <p:sp>
        <p:nvSpPr>
          <p:cNvPr id="216" name="st2"/>
          <p:cNvSpPr/>
          <p:nvPr/>
        </p:nvSpPr>
        <p:spPr>
          <a:xfrm>
            <a:off x="373063" y="3290000"/>
            <a:ext cx="3900000" cy="5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91440" tIns="36000" rIns="45720" bIns="36000" anchor="ctr"/>
          <a:lstStyle/>
          <a:p>
            <a:endParaRPr/>
          </a:p>
        </p:txBody>
      </p:sp>
      <p:sp>
        <p:nvSpPr>
          <p:cNvPr id="217" name="pt2"/>
          <p:cNvSpPr/>
          <p:nvPr/>
        </p:nvSpPr>
        <p:spPr>
          <a:xfrm>
            <a:off x="573063" y="3470000"/>
            <a:ext cx="150000" cy="150000"/>
          </a:xfrm>
          <a:prstGeom prst="ellipse">
            <a:avLst/>
          </a:prstGeom>
          <a:solidFill>
            <a:srgbClr val="808890"/>
          </a:solidFill>
          <a:ln>
            <a:noFill/>
          </a:ln>
        </p:spPr>
        <p:txBody>
          <a:bodyPr wrap="square" lIns="91440" tIns="36000" rIns="45720" bIns="36000" anchor="ctr"/>
          <a:lstStyle/>
          <a:p>
            <a:endParaRPr/>
          </a:p>
        </p:txBody>
      </p:sp>
      <p:sp>
        <p:nvSpPr>
          <p:cNvPr id="218" name="stt2"/>
          <p:cNvSpPr/>
          <p:nvPr/>
        </p:nvSpPr>
        <p:spPr>
          <a:xfrm>
            <a:off x="873063" y="3290000"/>
            <a:ext cx="3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000" rIns="45720" bIns="36000" anchor="ctr"/>
          <a:lstStyle/>
          <a:p>
            <a:pPr algn="l"/>
            <a:r>
              <a:rPr lang="de-DE" sz="1200" b="1" dirty="0">
                <a:solidFill>
                  <a:srgbClr val="30343A"/>
                </a:solidFill>
                <a:latin typeface="Arial"/>
              </a:rPr>
              <a:t>Blocked</a:t>
            </a:r>
          </a:p>
        </p:txBody>
      </p:sp>
      <p:sp>
        <p:nvSpPr>
          <p:cNvPr id="219" name="st3"/>
          <p:cNvSpPr/>
          <p:nvPr/>
        </p:nvSpPr>
        <p:spPr>
          <a:xfrm>
            <a:off x="373063" y="3910000"/>
            <a:ext cx="3900000" cy="5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91440" tIns="36000" rIns="45720" bIns="36000" anchor="ctr"/>
          <a:lstStyle/>
          <a:p>
            <a:endParaRPr/>
          </a:p>
        </p:txBody>
      </p:sp>
      <p:sp>
        <p:nvSpPr>
          <p:cNvPr id="220" name="pt3"/>
          <p:cNvSpPr/>
          <p:nvPr/>
        </p:nvSpPr>
        <p:spPr>
          <a:xfrm>
            <a:off x="573063" y="4090000"/>
            <a:ext cx="150000" cy="15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 wrap="square" lIns="91440" tIns="36000" rIns="45720" bIns="36000" anchor="ctr"/>
          <a:lstStyle/>
          <a:p>
            <a:endParaRPr/>
          </a:p>
        </p:txBody>
      </p:sp>
      <p:sp>
        <p:nvSpPr>
          <p:cNvPr id="221" name="stt3"/>
          <p:cNvSpPr/>
          <p:nvPr/>
        </p:nvSpPr>
        <p:spPr>
          <a:xfrm>
            <a:off x="873063" y="3910000"/>
            <a:ext cx="3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000" rIns="45720" bIns="36000" anchor="ctr"/>
          <a:lstStyle/>
          <a:p>
            <a:pPr algn="l"/>
            <a:r>
              <a:rPr lang="de-DE" sz="1200" b="1" dirty="0">
                <a:solidFill>
                  <a:srgbClr val="30343A"/>
                </a:solidFill>
                <a:latin typeface="Arial"/>
              </a:rPr>
              <a:t>Unevidenced</a:t>
            </a:r>
          </a:p>
        </p:txBody>
      </p:sp>
      <p:sp>
        <p:nvSpPr>
          <p:cNvPr id="280" name="trenner"/>
          <p:cNvSpPr/>
          <p:nvPr/>
        </p:nvSpPr>
        <p:spPr>
          <a:xfrm>
            <a:off x="5900000" y="1600000"/>
            <a:ext cx="12700" cy="3200000"/>
          </a:xfrm>
          <a:prstGeom prst="rect">
            <a:avLst/>
          </a:prstGeom>
          <a:solidFill>
            <a:srgbClr val="C1C5C8"/>
          </a:solidFill>
          <a:ln>
            <a:noFill/>
          </a:ln>
        </p:spPr>
        <p:txBody>
          <a:bodyPr wrap="square" lIns="91440" tIns="36000" rIns="45720" bIns="36000" anchor="ctr"/>
          <a:lstStyle/>
          <a:p>
            <a:endParaRPr/>
          </a:p>
        </p:txBody>
      </p:sp>
      <p:sp>
        <p:nvSpPr>
          <p:cNvPr id="290" name="agg"/>
          <p:cNvSpPr/>
          <p:nvPr/>
        </p:nvSpPr>
        <p:spPr>
          <a:xfrm>
            <a:off x="4450000" y="3050000"/>
            <a:ext cx="1300000" cy="560000"/>
          </a:xfrm>
          <a:prstGeom prst="rightArrow">
            <a:avLst/>
          </a:prstGeom>
          <a:solidFill>
            <a:srgbClr val="FF6E00"/>
          </a:solidFill>
          <a:ln>
            <a:noFill/>
          </a:ln>
        </p:spPr>
        <p:txBody>
          <a:bodyPr wrap="square" lIns="91440" tIns="36000" rIns="45720" bIns="36000" anchor="ctr"/>
          <a:lstStyle/>
          <a:p>
            <a:pPr algn="ctr"/>
            <a:r>
              <a:rPr lang="de-DE" sz="1000" b="1" dirty="0">
                <a:solidFill>
                  <a:srgbClr val="FFFFFF"/>
                </a:solidFill>
                <a:latin typeface="Arial"/>
              </a:rPr>
              <a:t>Aggregation</a:t>
            </a:r>
          </a:p>
        </p:txBody>
      </p:sp>
      <p:sp>
        <p:nvSpPr>
          <p:cNvPr id="300" name="rh"/>
          <p:cNvSpPr/>
          <p:nvPr/>
        </p:nvSpPr>
        <p:spPr>
          <a:xfrm>
            <a:off x="6400000" y="1620000"/>
            <a:ext cx="4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000" rIns="45720" bIns="36000" anchor="ctr"/>
          <a:lstStyle/>
          <a:p>
            <a:pPr algn="l"/>
            <a:r>
              <a:rPr lang="de-DE" sz="1150" b="1" dirty="0">
                <a:solidFill>
                  <a:srgbClr val="808890"/>
                </a:solidFill>
                <a:latin typeface="Arial"/>
              </a:rPr>
              <a:t>je Requirement · Verdikt</a:t>
            </a:r>
          </a:p>
        </p:txBody>
      </p:sp>
      <p:sp>
        <p:nvSpPr>
          <p:cNvPr id="310" name="v0"/>
          <p:cNvSpPr/>
          <p:nvPr/>
        </p:nvSpPr>
        <p:spPr>
          <a:xfrm>
            <a:off x="6400000" y="2050000"/>
            <a:ext cx="4600000" cy="700000"/>
          </a:xfrm>
          <a:prstGeom prst="rect">
            <a:avLst/>
          </a:prstGeom>
          <a:solidFill>
            <a:srgbClr val="5E9B4E">
              <a:alpha val="10"/>
            </a:srgbClr>
          </a:solidFill>
          <a:ln w="19050">
            <a:solidFill>
              <a:srgbClr val="5E9B4E"/>
            </a:solidFill>
          </a:ln>
        </p:spPr>
        <p:txBody>
          <a:bodyPr wrap="square" lIns="91440" tIns="36000" rIns="45720" bIns="36000" anchor="ctr"/>
          <a:lstStyle/>
          <a:p>
            <a:endParaRPr/>
          </a:p>
        </p:txBody>
      </p:sp>
      <p:sp>
        <p:nvSpPr>
          <p:cNvPr id="311" name="vk0"/>
          <p:cNvSpPr/>
          <p:nvPr/>
        </p:nvSpPr>
        <p:spPr>
          <a:xfrm>
            <a:off x="6620000" y="2180000"/>
            <a:ext cx="440000" cy="440000"/>
          </a:xfrm>
          <a:prstGeom prst="ellipse">
            <a:avLst/>
          </a:prstGeom>
          <a:solidFill>
            <a:srgbClr val="5E9B4E"/>
          </a:solidFill>
          <a:ln>
            <a:noFill/>
          </a:ln>
        </p:spPr>
        <p:txBody>
          <a:bodyPr wrap="square" lIns="91440" tIns="36000" rIns="45720" bIns="36000" anchor="ctr"/>
          <a:lstStyle/>
          <a:p>
            <a:endParaRPr/>
          </a:p>
        </p:txBody>
      </p:sp>
      <p:sp>
        <p:nvSpPr>
          <p:cNvPr id="312" name="vi0"/>
          <p:cNvSpPr/>
          <p:nvPr/>
        </p:nvSpPr>
        <p:spPr>
          <a:xfrm>
            <a:off x="6620000" y="2180000"/>
            <a:ext cx="44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000" rIns="45720" bIns="36000" anchor="ctr"/>
          <a:lstStyle/>
          <a:p>
            <a:pPr algn="ctr"/>
            <a:r>
              <a:rPr lang="de-DE" sz="1500" b="1" dirty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3" name="vt0"/>
          <p:cNvSpPr/>
          <p:nvPr/>
        </p:nvSpPr>
        <p:spPr>
          <a:xfrm>
            <a:off x="7220000" y="2050000"/>
            <a:ext cx="37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000" rIns="45720" bIns="36000" anchor="ctr"/>
          <a:lstStyle/>
          <a:p>
            <a:pPr algn="l"/>
            <a:r>
              <a:rPr lang="de-DE" sz="1500" b="1" dirty="0">
                <a:solidFill>
                  <a:srgbClr val="30343A"/>
                </a:solidFill>
                <a:latin typeface="Arial"/>
              </a:rPr>
              <a:t>Pass</a:t>
            </a:r>
          </a:p>
        </p:txBody>
      </p:sp>
      <p:sp>
        <p:nvSpPr>
          <p:cNvPr id="314" name="v1"/>
          <p:cNvSpPr/>
          <p:nvPr/>
        </p:nvSpPr>
        <p:spPr>
          <a:xfrm>
            <a:off x="6400000" y="2910000"/>
            <a:ext cx="4600000" cy="700000"/>
          </a:xfrm>
          <a:prstGeom prst="rect">
            <a:avLst/>
          </a:prstGeom>
          <a:solidFill>
            <a:srgbClr val="C0392B">
              <a:alpha val="10"/>
            </a:srgbClr>
          </a:solidFill>
          <a:ln w="19050">
            <a:solidFill>
              <a:srgbClr val="C0392B"/>
            </a:solidFill>
          </a:ln>
        </p:spPr>
        <p:txBody>
          <a:bodyPr wrap="square" lIns="91440" tIns="36000" rIns="45720" bIns="36000" anchor="ctr"/>
          <a:lstStyle/>
          <a:p>
            <a:endParaRPr/>
          </a:p>
        </p:txBody>
      </p:sp>
      <p:sp>
        <p:nvSpPr>
          <p:cNvPr id="315" name="vk1"/>
          <p:cNvSpPr/>
          <p:nvPr/>
        </p:nvSpPr>
        <p:spPr>
          <a:xfrm>
            <a:off x="6620000" y="3040000"/>
            <a:ext cx="440000" cy="44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wrap="square" lIns="91440" tIns="36000" rIns="45720" bIns="36000" anchor="ctr"/>
          <a:lstStyle/>
          <a:p>
            <a:endParaRPr/>
          </a:p>
        </p:txBody>
      </p:sp>
      <p:sp>
        <p:nvSpPr>
          <p:cNvPr id="316" name="vi1"/>
          <p:cNvSpPr/>
          <p:nvPr/>
        </p:nvSpPr>
        <p:spPr>
          <a:xfrm>
            <a:off x="6620000" y="3040000"/>
            <a:ext cx="44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000" rIns="45720" bIns="36000" anchor="ctr"/>
          <a:lstStyle/>
          <a:p>
            <a:pPr algn="ctr"/>
            <a:r>
              <a:rPr lang="de-DE" sz="1500" b="1" dirty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317" name="vt1"/>
          <p:cNvSpPr/>
          <p:nvPr/>
        </p:nvSpPr>
        <p:spPr>
          <a:xfrm>
            <a:off x="7220000" y="2910000"/>
            <a:ext cx="37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000" rIns="45720" bIns="36000" anchor="ctr"/>
          <a:lstStyle/>
          <a:p>
            <a:pPr algn="l"/>
            <a:r>
              <a:rPr lang="de-DE" sz="1500" b="1" dirty="0">
                <a:solidFill>
                  <a:srgbClr val="30343A"/>
                </a:solidFill>
                <a:latin typeface="Arial"/>
              </a:rPr>
              <a:t>Fail</a:t>
            </a:r>
          </a:p>
        </p:txBody>
      </p:sp>
      <p:sp>
        <p:nvSpPr>
          <p:cNvPr id="318" name="v2"/>
          <p:cNvSpPr/>
          <p:nvPr/>
        </p:nvSpPr>
        <p:spPr>
          <a:xfrm>
            <a:off x="6400000" y="3770000"/>
            <a:ext cx="4600000" cy="700000"/>
          </a:xfrm>
          <a:prstGeom prst="rect">
            <a:avLst/>
          </a:prstGeom>
          <a:solidFill>
            <a:srgbClr val="83B7CD">
              <a:alpha val="10"/>
            </a:srgbClr>
          </a:solidFill>
          <a:ln w="19050">
            <a:solidFill>
              <a:srgbClr val="83B7CD"/>
            </a:solidFill>
          </a:ln>
        </p:spPr>
        <p:txBody>
          <a:bodyPr wrap="square" lIns="91440" tIns="36000" rIns="45720" bIns="36000" anchor="ctr"/>
          <a:lstStyle/>
          <a:p>
            <a:endParaRPr/>
          </a:p>
        </p:txBody>
      </p:sp>
      <p:sp>
        <p:nvSpPr>
          <p:cNvPr id="319" name="vk2"/>
          <p:cNvSpPr/>
          <p:nvPr/>
        </p:nvSpPr>
        <p:spPr>
          <a:xfrm>
            <a:off x="6620000" y="3900000"/>
            <a:ext cx="440000" cy="440000"/>
          </a:xfrm>
          <a:prstGeom prst="ellipse">
            <a:avLst/>
          </a:prstGeom>
          <a:solidFill>
            <a:srgbClr val="83B7CD"/>
          </a:solidFill>
          <a:ln>
            <a:noFill/>
          </a:ln>
        </p:spPr>
        <p:txBody>
          <a:bodyPr wrap="square" lIns="91440" tIns="36000" rIns="45720" bIns="36000" anchor="ctr"/>
          <a:lstStyle/>
          <a:p>
            <a:endParaRPr/>
          </a:p>
        </p:txBody>
      </p:sp>
      <p:sp>
        <p:nvSpPr>
          <p:cNvPr id="320" name="vi2"/>
          <p:cNvSpPr/>
          <p:nvPr/>
        </p:nvSpPr>
        <p:spPr>
          <a:xfrm>
            <a:off x="6620000" y="3900000"/>
            <a:ext cx="44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000" rIns="45720" bIns="36000" anchor="ctr"/>
          <a:lstStyle/>
          <a:p>
            <a:pPr algn="ctr"/>
            <a:r>
              <a:rPr lang="de-DE" sz="1500" b="1" dirty="0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321" name="vt2"/>
          <p:cNvSpPr/>
          <p:nvPr/>
        </p:nvSpPr>
        <p:spPr>
          <a:xfrm>
            <a:off x="7220000" y="3770000"/>
            <a:ext cx="37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000" rIns="45720" bIns="36000" anchor="ctr"/>
          <a:lstStyle/>
          <a:p>
            <a:pPr algn="l"/>
            <a:r>
              <a:rPr lang="de-DE" sz="1500" b="1" dirty="0">
                <a:solidFill>
                  <a:srgbClr val="30343A"/>
                </a:solidFill>
                <a:latin typeface="Arial"/>
              </a:rPr>
              <a:t>Not Assessed</a:t>
            </a:r>
          </a:p>
        </p:txBody>
      </p:sp>
      <p:sp>
        <p:nvSpPr>
          <p:cNvPr id="400" name="regel1"/>
          <p:cNvSpPr/>
          <p:nvPr/>
        </p:nvSpPr>
        <p:spPr>
          <a:xfrm>
            <a:off x="373063" y="5150000"/>
            <a:ext cx="5150000" cy="620000"/>
          </a:xfrm>
          <a:prstGeom prst="rect">
            <a:avLst/>
          </a:prstGeom>
          <a:solidFill>
            <a:srgbClr val="FF6E00">
              <a:alpha val="10"/>
            </a:srgbClr>
          </a:solidFill>
          <a:ln w="9525">
            <a:solidFill>
              <a:srgbClr val="FF6E00"/>
            </a:solidFill>
          </a:ln>
        </p:spPr>
        <p:txBody>
          <a:bodyPr wrap="square" lIns="200000" tIns="36000" rIns="91440" bIns="36000" anchor="ctr"/>
          <a:lstStyle/>
          <a:p>
            <a:pPr algn="l"/>
            <a:r>
              <a:rPr lang="de-DE" sz="1150" b="1" dirty="0">
                <a:solidFill>
                  <a:srgbClr val="30343A"/>
                </a:solidFill>
                <a:latin typeface="Arial"/>
              </a:rPr>
              <a:t>Fail dominiert · Pass nur bei voller Abdeckung</a:t>
            </a:r>
          </a:p>
        </p:txBody>
      </p:sp>
      <p:sp>
        <p:nvSpPr>
          <p:cNvPr id="401" name="regel2"/>
          <p:cNvSpPr/>
          <p:nvPr/>
        </p:nvSpPr>
        <p:spPr>
          <a:xfrm>
            <a:off x="5850000" y="5150000"/>
            <a:ext cx="5150000" cy="620000"/>
          </a:xfrm>
          <a:prstGeom prst="rect">
            <a:avLst/>
          </a:prstGeom>
          <a:solidFill>
            <a:srgbClr val="FF6E00">
              <a:alpha val="10"/>
            </a:srgbClr>
          </a:solidFill>
          <a:ln w="9525">
            <a:solidFill>
              <a:srgbClr val="FF6E00"/>
            </a:solidFill>
          </a:ln>
        </p:spPr>
        <p:txBody>
          <a:bodyPr wrap="square" lIns="200000" tIns="36000" rIns="91440" bIns="36000" anchor="ctr"/>
          <a:lstStyle/>
          <a:p>
            <a:pPr algn="l"/>
            <a:r>
              <a:rPr lang="de-DE" sz="1150" b="1" dirty="0">
                <a:solidFill>
                  <a:srgbClr val="30343A"/>
                </a:solidFill>
                <a:latin typeface="Arial"/>
              </a:rPr>
              <a:t>Kein Artefakt → kein Executed</a:t>
            </a:r>
          </a:p>
        </p:txBody>
      </p:sp>
      <p:sp>
        <p:nvSpPr>
          <p:cNvPr id="2" name="Titel"/>
          <p:cNvSpPr>
            <a:spLocks noGrp="1"/>
          </p:cNvSpPr>
          <p:nvPr>
            <p:ph type="title"/>
          </p:nvPr>
        </p:nvSpPr>
        <p:spPr>
          <a:xfrm>
            <a:off x="373063" y="838200"/>
            <a:ext cx="9600000" cy="700000"/>
          </a:xfrm>
        </p:spPr>
        <p:txBody>
          <a:bodyPr/>
          <a:lstStyle/>
          <a:p>
            <a:pPr algn="l"/>
            <a:r>
              <a:rPr lang="de-DE" sz="2800" b="1" dirty="0">
                <a:solidFill>
                  <a:srgbClr val="FF6E00"/>
                </a:solidFill>
                <a:latin typeface="Arial"/>
              </a:rPr>
              <a:t>Ausführung ≠ Verdikt</a:t>
            </a:r>
          </a:p>
        </p:txBody>
      </p:sp>
      <p:sp>
        <p:nvSpPr>
          <p:cNvPr id="3" name="Kicker"/>
          <p:cNvSpPr>
            <a:spLocks noGrp="1"/>
          </p:cNvSpPr>
          <p:nvPr>
            <p:ph type="body" sz="quarter" idx="13"/>
          </p:nvPr>
        </p:nvSpPr>
        <p:spPr>
          <a:xfrm>
            <a:off x="373063" y="400000"/>
            <a:ext cx="4000000" cy="300000"/>
          </a:xfrm>
        </p:spPr>
        <p:txBody>
          <a:bodyPr/>
          <a:lstStyle/>
          <a:p>
            <a:pPr algn="l"/>
            <a:r>
              <a:rPr lang="de-DE" sz="1400" b="0" dirty="0">
                <a:solidFill>
                  <a:srgbClr val="30343A"/>
                </a:solidFill>
                <a:latin typeface="Arial"/>
              </a:rPr>
              <a:t>03 · METHODIK</a:t>
            </a:r>
          </a:p>
        </p:txBody>
      </p:sp>
      <p:sp>
        <p:nvSpPr>
          <p:cNvPr id="4" name="Fusszeile"/>
          <p:cNvSpPr>
            <a:spLocks noGrp="1"/>
          </p:cNvSpPr>
          <p:nvPr>
            <p:ph type="ftr" sz="quarter" idx="11"/>
          </p:nvPr>
        </p:nvSpPr>
        <p:spPr>
          <a:xfrm>
            <a:off x="1024467" y="6260123"/>
            <a:ext cx="2600325" cy="215444"/>
          </a:xfrm>
        </p:spPr>
        <p:txBody>
          <a:bodyPr/>
          <a:lstStyle/>
          <a:p>
            <a:r>
              <a:rPr lang="de-DE" dirty="0"/>
              <a:t>Nathalie Nuber</a:t>
            </a:r>
          </a:p>
        </p:txBody>
      </p:sp>
      <p:sp>
        <p:nvSpPr>
          <p:cNvPr id="5" name="Datum"/>
          <p:cNvSpPr>
            <a:spLocks noGrp="1"/>
          </p:cNvSpPr>
          <p:nvPr>
            <p:ph type="dt" sz="quarter" idx="10"/>
          </p:nvPr>
        </p:nvSpPr>
        <p:spPr>
          <a:xfrm>
            <a:off x="9905999" y="6260123"/>
            <a:ext cx="1200150" cy="215444"/>
          </a:xfrm>
        </p:spPr>
        <p:txBody>
          <a:bodyPr/>
          <a:lstStyle/>
          <a:p>
            <a:r>
              <a:rPr lang="de-DE" dirty="0"/>
              <a:t>22.09.2026</a:t>
            </a:r>
          </a:p>
        </p:txBody>
      </p:sp>
      <p:sp>
        <p:nvSpPr>
          <p:cNvPr id="6" name="Foliennummer"/>
          <p:cNvSpPr>
            <a:spLocks noGrp="1"/>
          </p:cNvSpPr>
          <p:nvPr>
            <p:ph type="sldNum" sz="quarter" idx="12"/>
          </p:nvPr>
        </p:nvSpPr>
        <p:spPr>
          <a:xfrm>
            <a:off x="11245259" y="6260123"/>
            <a:ext cx="530999" cy="215444"/>
          </a:xfrm>
        </p:spPr>
        <p:txBody>
          <a:bodyPr/>
          <a:lstStyle/>
          <a:p>
            <a:fld id="{B6F15528-21DE-4FAC-A6EE-A032D86D5DE4}" type="slidenum">
              <a:rPr lang="de-DE"/>
              <a:t>14</a:t>
            </a:fld>
            <a:endParaRPr lang="de-DE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50" dur="45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9" dur="45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" grpId="0"/>
      <p:bldP spid="210" grpId="0"/>
      <p:bldP spid="211" grpId="0"/>
      <p:bldP spid="212" grpId="0"/>
      <p:bldP spid="213" grpId="0"/>
      <p:bldP spid="214" grpId="0"/>
      <p:bldP spid="215" grpId="0"/>
      <p:bldP spid="216" grpId="0"/>
      <p:bldP spid="217" grpId="0"/>
      <p:bldP spid="218" grpId="0"/>
      <p:bldP spid="219" grpId="0"/>
      <p:bldP spid="220" grpId="0"/>
      <p:bldP spid="221" grpId="0"/>
      <p:bldP spid="280" grpId="0"/>
      <p:bldP spid="290" grpId="0"/>
      <p:bldP spid="300" grpId="0"/>
      <p:bldP spid="310" grpId="0"/>
      <p:bldP spid="311" grpId="0"/>
      <p:bldP spid="312" grpId="0"/>
      <p:bldP spid="313" grpId="0"/>
      <p:bldP spid="314" grpId="0"/>
      <p:bldP spid="315" grpId="0"/>
      <p:bldP spid="316" grpId="0"/>
      <p:bldP spid="317" grpId="0"/>
      <p:bldP spid="318" grpId="0"/>
      <p:bldP spid="319" grpId="0"/>
      <p:bldP spid="320" grpId="0"/>
      <p:bldP spid="321" grpId="0"/>
      <p:bldP spid="400" grpId="0"/>
      <p:bldP spid="40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witch"/>
          <p:cNvSpPr/>
          <p:nvPr/>
        </p:nvSpPr>
        <p:spPr>
          <a:xfrm>
            <a:off x="4250000" y="3150000"/>
            <a:ext cx="1500000" cy="700000"/>
          </a:xfrm>
          <a:prstGeom prst="rect">
            <a:avLst/>
          </a:prstGeom>
          <a:solidFill>
            <a:srgbClr val="30343A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1600" b="1" dirty="0">
                <a:solidFill>
                  <a:srgbClr val="FFFFFF"/>
                </a:solidFill>
                <a:latin typeface="Arial"/>
              </a:rPr>
              <a:t>Switch</a:t>
            </a:r>
          </a:p>
        </p:txBody>
      </p:sp>
      <p:sp>
        <p:nvSpPr>
          <p:cNvPr id="210" name="c210"/>
          <p:cNvSpPr/>
          <p:nvPr/>
        </p:nvSpPr>
        <p:spPr>
          <a:xfrm>
            <a:off x="4620000" y="1620000"/>
            <a:ext cx="760000" cy="760000"/>
          </a:xfrm>
          <a:prstGeom prst="ellipse">
            <a:avLst/>
          </a:prstGeom>
          <a:solidFill>
            <a:srgbClr val="5B666F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11" name="g210"/>
          <p:cNvSpPr/>
          <p:nvPr/>
        </p:nvSpPr>
        <p:spPr>
          <a:xfrm>
            <a:off x="4620000" y="1620000"/>
            <a:ext cx="76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1600" b="1" dirty="0">
                <a:solidFill>
                  <a:srgbClr val="FFFFFF"/>
                </a:solidFill>
                <a:latin typeface="Arial"/>
              </a:rPr>
              <a:t>▦</a:t>
            </a:r>
          </a:p>
        </p:txBody>
      </p:sp>
      <p:sp>
        <p:nvSpPr>
          <p:cNvPr id="212" name="l210"/>
          <p:cNvSpPr/>
          <p:nvPr/>
        </p:nvSpPr>
        <p:spPr>
          <a:xfrm>
            <a:off x="4993000" y="2380000"/>
            <a:ext cx="14000" cy="770000"/>
          </a:xfrm>
          <a:prstGeom prst="rect">
            <a:avLst/>
          </a:prstGeom>
          <a:solidFill>
            <a:srgbClr val="C1C5C8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13" name="t210"/>
          <p:cNvSpPr/>
          <p:nvPr/>
        </p:nvSpPr>
        <p:spPr>
          <a:xfrm>
            <a:off x="3900000" y="2420000"/>
            <a:ext cx="22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1600" b="1" dirty="0">
                <a:solidFill>
                  <a:srgbClr val="30343A"/>
                </a:solidFill>
                <a:latin typeface="Arial"/>
              </a:rPr>
              <a:t>SPS</a:t>
            </a:r>
          </a:p>
        </p:txBody>
      </p:sp>
      <p:sp>
        <p:nvSpPr>
          <p:cNvPr id="220" name="c220"/>
          <p:cNvSpPr/>
          <p:nvPr/>
        </p:nvSpPr>
        <p:spPr>
          <a:xfrm>
            <a:off x="2220000" y="3120000"/>
            <a:ext cx="760000" cy="760000"/>
          </a:xfrm>
          <a:prstGeom prst="ellipse">
            <a:avLst/>
          </a:prstGeom>
          <a:solidFill>
            <a:srgbClr val="5B666F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21" name="g220"/>
          <p:cNvSpPr/>
          <p:nvPr/>
        </p:nvSpPr>
        <p:spPr>
          <a:xfrm>
            <a:off x="2220000" y="3120000"/>
            <a:ext cx="76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1600" b="1" dirty="0">
                <a:solidFill>
                  <a:srgbClr val="FFFFFF"/>
                </a:solidFill>
                <a:latin typeface="Arial"/>
              </a:rPr>
              <a:t>▭</a:t>
            </a:r>
          </a:p>
        </p:txBody>
      </p:sp>
      <p:sp>
        <p:nvSpPr>
          <p:cNvPr id="222" name="l220"/>
          <p:cNvSpPr/>
          <p:nvPr/>
        </p:nvSpPr>
        <p:spPr>
          <a:xfrm>
            <a:off x="2980000" y="3493000"/>
            <a:ext cx="1270000" cy="14000"/>
          </a:xfrm>
          <a:prstGeom prst="rect">
            <a:avLst/>
          </a:prstGeom>
          <a:solidFill>
            <a:srgbClr val="C1C5C8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23" name="t220"/>
          <p:cNvSpPr/>
          <p:nvPr/>
        </p:nvSpPr>
        <p:spPr>
          <a:xfrm>
            <a:off x="1500000" y="3960000"/>
            <a:ext cx="22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1600" b="1" dirty="0">
                <a:solidFill>
                  <a:srgbClr val="30343A"/>
                </a:solidFill>
                <a:latin typeface="Arial"/>
              </a:rPr>
              <a:t>Engineering-Laptop</a:t>
            </a:r>
          </a:p>
        </p:txBody>
      </p:sp>
      <p:sp>
        <p:nvSpPr>
          <p:cNvPr id="230" name="c230"/>
          <p:cNvSpPr/>
          <p:nvPr/>
        </p:nvSpPr>
        <p:spPr>
          <a:xfrm>
            <a:off x="4620000" y="4720000"/>
            <a:ext cx="760000" cy="760000"/>
          </a:xfrm>
          <a:prstGeom prst="ellipse">
            <a:avLst/>
          </a:prstGeom>
          <a:solidFill>
            <a:srgbClr val="5B666F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31" name="g230"/>
          <p:cNvSpPr/>
          <p:nvPr/>
        </p:nvSpPr>
        <p:spPr>
          <a:xfrm>
            <a:off x="4620000" y="4720000"/>
            <a:ext cx="76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1600" b="1" dirty="0">
                <a:solidFill>
                  <a:srgbClr val="FFFFFF"/>
                </a:solidFill>
                <a:latin typeface="Arial"/>
              </a:rPr>
              <a:t>⌗</a:t>
            </a:r>
          </a:p>
        </p:txBody>
      </p:sp>
      <p:sp>
        <p:nvSpPr>
          <p:cNvPr id="232" name="l230"/>
          <p:cNvSpPr/>
          <p:nvPr/>
        </p:nvSpPr>
        <p:spPr>
          <a:xfrm>
            <a:off x="4993000" y="3850000"/>
            <a:ext cx="14000" cy="870000"/>
          </a:xfrm>
          <a:prstGeom prst="rect">
            <a:avLst/>
          </a:prstGeom>
          <a:solidFill>
            <a:srgbClr val="C1C5C8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33" name="t230"/>
          <p:cNvSpPr/>
          <p:nvPr/>
        </p:nvSpPr>
        <p:spPr>
          <a:xfrm>
            <a:off x="3900000" y="5540000"/>
            <a:ext cx="22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1600" b="1" dirty="0">
                <a:solidFill>
                  <a:srgbClr val="30343A"/>
                </a:solidFill>
                <a:latin typeface="Arial"/>
              </a:rPr>
              <a:t>Kali-Testsystem</a:t>
            </a:r>
          </a:p>
        </p:txBody>
      </p:sp>
      <p:sp>
        <p:nvSpPr>
          <p:cNvPr id="240" name="c240"/>
          <p:cNvSpPr/>
          <p:nvPr/>
        </p:nvSpPr>
        <p:spPr>
          <a:xfrm>
            <a:off x="7225000" y="2925000"/>
            <a:ext cx="1150000" cy="115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41" name="g240"/>
          <p:cNvSpPr/>
          <p:nvPr/>
        </p:nvSpPr>
        <p:spPr>
          <a:xfrm>
            <a:off x="7225000" y="2925000"/>
            <a:ext cx="115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2400" b="1" dirty="0">
                <a:solidFill>
                  <a:srgbClr val="FFFFFF"/>
                </a:solidFill>
                <a:latin typeface="Arial"/>
              </a:rPr>
              <a:t>◉</a:t>
            </a:r>
          </a:p>
        </p:txBody>
      </p:sp>
      <p:sp>
        <p:nvSpPr>
          <p:cNvPr id="242" name="l240"/>
          <p:cNvSpPr/>
          <p:nvPr/>
        </p:nvSpPr>
        <p:spPr>
          <a:xfrm>
            <a:off x="5750000" y="3493000"/>
            <a:ext cx="1475000" cy="14000"/>
          </a:xfrm>
          <a:prstGeom prst="rect">
            <a:avLst/>
          </a:prstGeom>
          <a:solidFill>
            <a:srgbClr val="FF6E00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43" name="t240"/>
          <p:cNvSpPr/>
          <p:nvPr/>
        </p:nvSpPr>
        <p:spPr>
          <a:xfrm>
            <a:off x="6600000" y="4180000"/>
            <a:ext cx="24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1800" b="1" dirty="0">
                <a:solidFill>
                  <a:srgbClr val="FF6E00"/>
                </a:solidFill>
                <a:latin typeface="Arial"/>
              </a:rPr>
              <a:t>SRIO · Prüfling</a:t>
            </a:r>
          </a:p>
        </p:txBody>
      </p:sp>
      <p:sp>
        <p:nvSpPr>
          <p:cNvPr id="250" name="p1"/>
          <p:cNvSpPr/>
          <p:nvPr/>
        </p:nvSpPr>
        <p:spPr>
          <a:xfrm>
            <a:off x="8600000" y="2820000"/>
            <a:ext cx="2400000" cy="380000"/>
          </a:xfrm>
          <a:prstGeom prst="rect">
            <a:avLst/>
          </a:prstGeom>
          <a:solidFill>
            <a:srgbClr val="FF6E00">
              <a:alpha val="12"/>
            </a:srgbClr>
          </a:solidFill>
          <a:ln w="9525">
            <a:solidFill>
              <a:srgbClr val="FF6E00"/>
            </a:solidFill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1400" b="1" dirty="0">
                <a:solidFill>
                  <a:srgbClr val="30343A"/>
                </a:solidFill>
                <a:latin typeface="Arial"/>
              </a:rPr>
              <a:t>TCP/80 · HTTP</a:t>
            </a:r>
          </a:p>
        </p:txBody>
      </p:sp>
      <p:sp>
        <p:nvSpPr>
          <p:cNvPr id="251" name="p2"/>
          <p:cNvSpPr/>
          <p:nvPr/>
        </p:nvSpPr>
        <p:spPr>
          <a:xfrm>
            <a:off x="8600000" y="3300000"/>
            <a:ext cx="2400000" cy="380000"/>
          </a:xfrm>
          <a:prstGeom prst="rect">
            <a:avLst/>
          </a:prstGeom>
          <a:solidFill>
            <a:srgbClr val="FF6E00">
              <a:alpha val="12"/>
            </a:srgbClr>
          </a:solidFill>
          <a:ln w="9525">
            <a:solidFill>
              <a:srgbClr val="FF6E00"/>
            </a:solidFill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1400" b="1" dirty="0">
                <a:solidFill>
                  <a:srgbClr val="30343A"/>
                </a:solidFill>
                <a:latin typeface="Arial"/>
              </a:rPr>
              <a:t>UDP/161 · SNMP</a:t>
            </a:r>
          </a:p>
        </p:txBody>
      </p:sp>
      <p:sp>
        <p:nvSpPr>
          <p:cNvPr id="252" name="p3"/>
          <p:cNvSpPr/>
          <p:nvPr/>
        </p:nvSpPr>
        <p:spPr>
          <a:xfrm>
            <a:off x="8600000" y="3760000"/>
            <a:ext cx="24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1400" b="0" dirty="0">
                <a:solidFill>
                  <a:srgbClr val="808890"/>
                </a:solidFill>
                <a:latin typeface="Arial"/>
              </a:rPr>
              <a:t>alles andere zu</a:t>
            </a:r>
          </a:p>
        </p:txBody>
      </p:sp>
      <p:sp>
        <p:nvSpPr>
          <p:cNvPr id="300" name="nvk0"/>
          <p:cNvSpPr/>
          <p:nvPr/>
        </p:nvSpPr>
        <p:spPr>
          <a:xfrm>
            <a:off x="8900000" y="4700000"/>
            <a:ext cx="300000" cy="300000"/>
          </a:xfrm>
          <a:prstGeom prst="ellipse">
            <a:avLst/>
          </a:prstGeom>
          <a:solidFill>
            <a:srgbClr val="5E9B4E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301" name="nvg0"/>
          <p:cNvSpPr/>
          <p:nvPr/>
        </p:nvSpPr>
        <p:spPr>
          <a:xfrm>
            <a:off x="8900000" y="470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1200" b="1" dirty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02" name="nvt0"/>
          <p:cNvSpPr/>
          <p:nvPr/>
        </p:nvSpPr>
        <p:spPr>
          <a:xfrm>
            <a:off x="9300000" y="4680000"/>
            <a:ext cx="1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l"/>
            <a:r>
              <a:rPr lang="de-DE" sz="1600" b="1" dirty="0">
                <a:solidFill>
                  <a:srgbClr val="30343A"/>
                </a:solidFill>
                <a:latin typeface="Arial"/>
              </a:rPr>
              <a:t>NV1</a:t>
            </a:r>
          </a:p>
        </p:txBody>
      </p:sp>
      <p:sp>
        <p:nvSpPr>
          <p:cNvPr id="303" name="nvk1"/>
          <p:cNvSpPr/>
          <p:nvPr/>
        </p:nvSpPr>
        <p:spPr>
          <a:xfrm>
            <a:off x="8900000" y="5080000"/>
            <a:ext cx="300000" cy="300000"/>
          </a:xfrm>
          <a:prstGeom prst="ellipse">
            <a:avLst/>
          </a:prstGeom>
          <a:solidFill>
            <a:srgbClr val="C1C5C8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304" name="nvg1"/>
          <p:cNvSpPr/>
          <p:nvPr/>
        </p:nvSpPr>
        <p:spPr>
          <a:xfrm>
            <a:off x="8900000" y="508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1200" b="1" dirty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305" name="nvt1"/>
          <p:cNvSpPr/>
          <p:nvPr/>
        </p:nvSpPr>
        <p:spPr>
          <a:xfrm>
            <a:off x="9300000" y="5060000"/>
            <a:ext cx="1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l"/>
            <a:r>
              <a:rPr lang="de-DE" sz="1600" b="1" dirty="0">
                <a:solidFill>
                  <a:srgbClr val="C1C5C8"/>
                </a:solidFill>
                <a:latin typeface="Arial"/>
              </a:rPr>
              <a:t>NV2</a:t>
            </a:r>
          </a:p>
        </p:txBody>
      </p:sp>
      <p:sp>
        <p:nvSpPr>
          <p:cNvPr id="306" name="nvk2"/>
          <p:cNvSpPr/>
          <p:nvPr/>
        </p:nvSpPr>
        <p:spPr>
          <a:xfrm>
            <a:off x="8900000" y="5460000"/>
            <a:ext cx="300000" cy="300000"/>
          </a:xfrm>
          <a:prstGeom prst="ellipse">
            <a:avLst/>
          </a:prstGeom>
          <a:solidFill>
            <a:srgbClr val="C1C5C8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307" name="nvg2"/>
          <p:cNvSpPr/>
          <p:nvPr/>
        </p:nvSpPr>
        <p:spPr>
          <a:xfrm>
            <a:off x="8900000" y="546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1200" b="1" dirty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308" name="nvt2"/>
          <p:cNvSpPr/>
          <p:nvPr/>
        </p:nvSpPr>
        <p:spPr>
          <a:xfrm>
            <a:off x="9300000" y="5440000"/>
            <a:ext cx="1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l"/>
            <a:r>
              <a:rPr lang="de-DE" sz="1600" b="1" dirty="0">
                <a:solidFill>
                  <a:srgbClr val="C1C5C8"/>
                </a:solidFill>
                <a:latin typeface="Arial"/>
              </a:rPr>
              <a:t>NV3</a:t>
            </a:r>
          </a:p>
        </p:txBody>
      </p:sp>
      <p:sp>
        <p:nvSpPr>
          <p:cNvPr id="320" name="nvnote"/>
          <p:cNvSpPr/>
          <p:nvPr/>
        </p:nvSpPr>
        <p:spPr>
          <a:xfrm>
            <a:off x="8700000" y="5880000"/>
            <a:ext cx="32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l"/>
            <a:r>
              <a:rPr lang="de-DE" sz="1400" b="0" dirty="0">
                <a:solidFill>
                  <a:srgbClr val="808890"/>
                </a:solidFill>
                <a:latin typeface="Arial"/>
              </a:rPr>
              <a:t>kein Mirror-Port · keine Zeit</a:t>
            </a:r>
          </a:p>
        </p:txBody>
      </p:sp>
      <p:sp>
        <p:nvSpPr>
          <p:cNvPr id="2" name="Titel"/>
          <p:cNvSpPr>
            <a:spLocks noGrp="1"/>
          </p:cNvSpPr>
          <p:nvPr>
            <p:ph type="title"/>
          </p:nvPr>
        </p:nvSpPr>
        <p:spPr>
          <a:xfrm>
            <a:off x="373063" y="838200"/>
            <a:ext cx="9600000" cy="700000"/>
          </a:xfrm>
        </p:spPr>
        <p:txBody>
          <a:bodyPr/>
          <a:lstStyle/>
          <a:p>
            <a:pPr algn="l"/>
            <a:r>
              <a:rPr lang="de-DE" sz="2800" b="1" dirty="0">
                <a:solidFill>
                  <a:srgbClr val="FF6E00"/>
                </a:solidFill>
                <a:latin typeface="Arial"/>
              </a:rPr>
              <a:t>Der Prüfstand</a:t>
            </a:r>
          </a:p>
        </p:txBody>
      </p:sp>
      <p:sp>
        <p:nvSpPr>
          <p:cNvPr id="3" name="Kicker"/>
          <p:cNvSpPr>
            <a:spLocks noGrp="1"/>
          </p:cNvSpPr>
          <p:nvPr>
            <p:ph type="body" sz="quarter" idx="13"/>
          </p:nvPr>
        </p:nvSpPr>
        <p:spPr>
          <a:xfrm>
            <a:off x="373063" y="400000"/>
            <a:ext cx="4000000" cy="300000"/>
          </a:xfrm>
        </p:spPr>
        <p:txBody>
          <a:bodyPr/>
          <a:lstStyle/>
          <a:p>
            <a:pPr algn="l"/>
            <a:r>
              <a:rPr lang="de-DE" sz="1400" b="0" dirty="0">
                <a:solidFill>
                  <a:srgbClr val="30343A"/>
                </a:solidFill>
                <a:latin typeface="Arial"/>
              </a:rPr>
              <a:t>03 · DEMONSTRATION</a:t>
            </a:r>
          </a:p>
        </p:txBody>
      </p:sp>
      <p:sp>
        <p:nvSpPr>
          <p:cNvPr id="4" name="Fusszeile"/>
          <p:cNvSpPr>
            <a:spLocks noGrp="1"/>
          </p:cNvSpPr>
          <p:nvPr>
            <p:ph type="ftr" sz="quarter" idx="11"/>
          </p:nvPr>
        </p:nvSpPr>
        <p:spPr>
          <a:xfrm>
            <a:off x="1024467" y="6260123"/>
            <a:ext cx="2600325" cy="215444"/>
          </a:xfrm>
        </p:spPr>
        <p:txBody>
          <a:bodyPr/>
          <a:lstStyle/>
          <a:p>
            <a:r>
              <a:rPr lang="de-DE" dirty="0"/>
              <a:t>Nathalie Nuber</a:t>
            </a:r>
          </a:p>
        </p:txBody>
      </p:sp>
      <p:sp>
        <p:nvSpPr>
          <p:cNvPr id="5" name="Datum"/>
          <p:cNvSpPr>
            <a:spLocks noGrp="1"/>
          </p:cNvSpPr>
          <p:nvPr>
            <p:ph type="dt" sz="quarter" idx="10"/>
          </p:nvPr>
        </p:nvSpPr>
        <p:spPr>
          <a:xfrm>
            <a:off x="9905999" y="6260123"/>
            <a:ext cx="1200150" cy="215444"/>
          </a:xfrm>
        </p:spPr>
        <p:txBody>
          <a:bodyPr/>
          <a:lstStyle/>
          <a:p>
            <a:r>
              <a:rPr lang="de-DE" dirty="0"/>
              <a:t>22.09.2026</a:t>
            </a:r>
          </a:p>
        </p:txBody>
      </p:sp>
      <p:sp>
        <p:nvSpPr>
          <p:cNvPr id="6" name="Foliennummer"/>
          <p:cNvSpPr>
            <a:spLocks noGrp="1"/>
          </p:cNvSpPr>
          <p:nvPr>
            <p:ph type="sldNum" sz="quarter" idx="12"/>
          </p:nvPr>
        </p:nvSpPr>
        <p:spPr>
          <a:xfrm>
            <a:off x="11245259" y="6260123"/>
            <a:ext cx="530999" cy="215444"/>
          </a:xfrm>
        </p:spPr>
        <p:txBody>
          <a:bodyPr/>
          <a:lstStyle/>
          <a:p>
            <a:fld id="{B6F15528-21DE-4FAC-A6EE-A032D86D5DE5}" type="slidenum">
              <a:rPr lang="de-DE"/>
              <a:t>15</a:t>
            </a:fld>
            <a:endParaRPr lang="de-DE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4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4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4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" grpId="0"/>
      <p:bldP spid="210" grpId="0"/>
      <p:bldP spid="211" grpId="0"/>
      <p:bldP spid="212" grpId="0"/>
      <p:bldP spid="213" grpId="0"/>
      <p:bldP spid="220" grpId="0"/>
      <p:bldP spid="221" grpId="0"/>
      <p:bldP spid="222" grpId="0"/>
      <p:bldP spid="223" grpId="0"/>
      <p:bldP spid="230" grpId="0"/>
      <p:bldP spid="231" grpId="0"/>
      <p:bldP spid="232" grpId="0"/>
      <p:bldP spid="233" grpId="0"/>
      <p:bldP spid="240" grpId="0"/>
      <p:bldP spid="241" grpId="0"/>
      <p:bldP spid="242" grpId="0"/>
      <p:bldP spid="243" grpId="0"/>
      <p:bldP spid="250" grpId="0"/>
      <p:bldP spid="251" grpId="0"/>
      <p:bldP spid="252" grpId="0"/>
      <p:bldP spid="300" grpId="0"/>
      <p:bldP spid="301" grpId="0"/>
      <p:bldP spid="302" grpId="0"/>
      <p:bldP spid="303" grpId="0"/>
      <p:bldP spid="304" grpId="0"/>
      <p:bldP spid="305" grpId="0"/>
      <p:bldP spid="306" grpId="0"/>
      <p:bldP spid="307" grpId="0"/>
      <p:bldP spid="308" grpId="0"/>
      <p:bldP spid="3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kpi0"/>
          <p:cNvSpPr/>
          <p:nvPr/>
        </p:nvSpPr>
        <p:spPr>
          <a:xfrm>
            <a:off x="373063" y="1620000"/>
            <a:ext cx="2560000" cy="1700000"/>
          </a:xfrm>
          <a:prstGeom prst="rect">
            <a:avLst/>
          </a:prstGeom>
          <a:solidFill>
            <a:srgbClr val="5E9B4E">
              <a:alpha val="10"/>
            </a:srgbClr>
          </a:solidFill>
          <a:ln w="19050">
            <a:solidFill>
              <a:srgbClr val="5E9B4E"/>
            </a:solidFill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01" name="num0"/>
          <p:cNvSpPr/>
          <p:nvPr/>
        </p:nvSpPr>
        <p:spPr>
          <a:xfrm>
            <a:off x="373063" y="1740000"/>
            <a:ext cx="256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6600" b="1" dirty="0">
                <a:solidFill>
                  <a:srgbClr val="5E9B4E"/>
                </a:solidFill>
                <a:latin typeface="Arial"/>
              </a:rPr>
              <a:t>4</a:t>
            </a:r>
          </a:p>
        </p:txBody>
      </p:sp>
      <p:sp>
        <p:nvSpPr>
          <p:cNvPr id="202" name="lab0"/>
          <p:cNvSpPr/>
          <p:nvPr/>
        </p:nvSpPr>
        <p:spPr>
          <a:xfrm>
            <a:off x="373063" y="2800000"/>
            <a:ext cx="256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1600" b="1" dirty="0">
                <a:solidFill>
                  <a:srgbClr val="30343A"/>
                </a:solidFill>
                <a:latin typeface="Arial"/>
              </a:rPr>
              <a:t>anwendbar</a:t>
            </a:r>
          </a:p>
        </p:txBody>
      </p:sp>
      <p:sp>
        <p:nvSpPr>
          <p:cNvPr id="203" name="kpi1"/>
          <p:cNvSpPr/>
          <p:nvPr/>
        </p:nvSpPr>
        <p:spPr>
          <a:xfrm>
            <a:off x="3283063" y="1620000"/>
            <a:ext cx="2560000" cy="1700000"/>
          </a:xfrm>
          <a:prstGeom prst="rect">
            <a:avLst/>
          </a:prstGeom>
          <a:solidFill>
            <a:srgbClr val="E3A72F">
              <a:alpha val="10"/>
            </a:srgbClr>
          </a:solidFill>
          <a:ln w="19050">
            <a:solidFill>
              <a:srgbClr val="E3A72F"/>
            </a:solidFill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04" name="num1"/>
          <p:cNvSpPr/>
          <p:nvPr/>
        </p:nvSpPr>
        <p:spPr>
          <a:xfrm>
            <a:off x="3283063" y="1740000"/>
            <a:ext cx="256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6600" b="1" dirty="0">
                <a:solidFill>
                  <a:srgbClr val="E3A72F"/>
                </a:solidFill>
                <a:latin typeface="Arial"/>
              </a:rPr>
              <a:t>2</a:t>
            </a:r>
          </a:p>
        </p:txBody>
      </p:sp>
      <p:sp>
        <p:nvSpPr>
          <p:cNvPr id="205" name="lab1"/>
          <p:cNvSpPr/>
          <p:nvPr/>
        </p:nvSpPr>
        <p:spPr>
          <a:xfrm>
            <a:off x="3283063" y="2800000"/>
            <a:ext cx="256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1600" b="1" dirty="0">
                <a:solidFill>
                  <a:srgbClr val="30343A"/>
                </a:solidFill>
                <a:latin typeface="Arial"/>
              </a:rPr>
              <a:t>mit Anpassung</a:t>
            </a:r>
          </a:p>
        </p:txBody>
      </p:sp>
      <p:sp>
        <p:nvSpPr>
          <p:cNvPr id="206" name="kpi2"/>
          <p:cNvSpPr/>
          <p:nvPr/>
        </p:nvSpPr>
        <p:spPr>
          <a:xfrm>
            <a:off x="6193063" y="1620000"/>
            <a:ext cx="2560000" cy="1700000"/>
          </a:xfrm>
          <a:prstGeom prst="rect">
            <a:avLst/>
          </a:prstGeom>
          <a:solidFill>
            <a:srgbClr val="83B7CD">
              <a:alpha val="10"/>
            </a:srgbClr>
          </a:solidFill>
          <a:ln w="19050">
            <a:solidFill>
              <a:srgbClr val="83B7CD"/>
            </a:solidFill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07" name="num2"/>
          <p:cNvSpPr/>
          <p:nvPr/>
        </p:nvSpPr>
        <p:spPr>
          <a:xfrm>
            <a:off x="6193063" y="1740000"/>
            <a:ext cx="256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6600" b="1" dirty="0">
                <a:solidFill>
                  <a:srgbClr val="83B7CD"/>
                </a:solidFill>
                <a:latin typeface="Arial"/>
              </a:rPr>
              <a:t>3</a:t>
            </a:r>
          </a:p>
        </p:txBody>
      </p:sp>
      <p:sp>
        <p:nvSpPr>
          <p:cNvPr id="208" name="lab2"/>
          <p:cNvSpPr/>
          <p:nvPr/>
        </p:nvSpPr>
        <p:spPr>
          <a:xfrm>
            <a:off x="6193063" y="2800000"/>
            <a:ext cx="256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1600" b="1" dirty="0">
                <a:solidFill>
                  <a:srgbClr val="30343A"/>
                </a:solidFill>
                <a:latin typeface="Arial"/>
              </a:rPr>
              <a:t>nicht anwendbar</a:t>
            </a:r>
          </a:p>
        </p:txBody>
      </p:sp>
      <p:sp>
        <p:nvSpPr>
          <p:cNvPr id="209" name="kpi3"/>
          <p:cNvSpPr/>
          <p:nvPr/>
        </p:nvSpPr>
        <p:spPr>
          <a:xfrm>
            <a:off x="9103063" y="1620000"/>
            <a:ext cx="2560000" cy="1700000"/>
          </a:xfrm>
          <a:prstGeom prst="rect">
            <a:avLst/>
          </a:prstGeom>
          <a:solidFill>
            <a:srgbClr val="808890">
              <a:alpha val="10"/>
            </a:srgbClr>
          </a:solidFill>
          <a:ln w="19050">
            <a:solidFill>
              <a:srgbClr val="808890"/>
            </a:solidFill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10" name="num3"/>
          <p:cNvSpPr/>
          <p:nvPr/>
        </p:nvSpPr>
        <p:spPr>
          <a:xfrm>
            <a:off x="9103063" y="1740000"/>
            <a:ext cx="256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6600" b="1" dirty="0">
                <a:solidFill>
                  <a:srgbClr val="808890"/>
                </a:solidFill>
                <a:latin typeface="Arial"/>
              </a:rPr>
              <a:t>1</a:t>
            </a:r>
          </a:p>
        </p:txBody>
      </p:sp>
      <p:sp>
        <p:nvSpPr>
          <p:cNvPr id="211" name="lab3"/>
          <p:cNvSpPr/>
          <p:nvPr/>
        </p:nvSpPr>
        <p:spPr>
          <a:xfrm>
            <a:off x="9103063" y="2800000"/>
            <a:ext cx="256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1600" b="1" dirty="0">
                <a:solidFill>
                  <a:srgbClr val="30343A"/>
                </a:solidFill>
                <a:latin typeface="Arial"/>
              </a:rPr>
              <a:t>blockiert</a:t>
            </a:r>
          </a:p>
        </p:txBody>
      </p:sp>
      <p:sp>
        <p:nvSpPr>
          <p:cNvPr id="300" name="tool0"/>
          <p:cNvSpPr/>
          <p:nvPr/>
        </p:nvSpPr>
        <p:spPr>
          <a:xfrm>
            <a:off x="373063" y="3700000"/>
            <a:ext cx="3500000" cy="11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301" name="tname0"/>
          <p:cNvSpPr/>
          <p:nvPr/>
        </p:nvSpPr>
        <p:spPr>
          <a:xfrm>
            <a:off x="373063" y="3840000"/>
            <a:ext cx="35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1800" b="1" dirty="0">
                <a:solidFill>
                  <a:srgbClr val="30343A"/>
                </a:solidFill>
                <a:latin typeface="Arial"/>
              </a:rPr>
              <a:t>Hydra</a:t>
            </a:r>
          </a:p>
        </p:txBody>
      </p:sp>
      <p:sp>
        <p:nvSpPr>
          <p:cNvPr id="302" name="tk0"/>
          <p:cNvSpPr/>
          <p:nvPr/>
        </p:nvSpPr>
        <p:spPr>
          <a:xfrm>
            <a:off x="1273063" y="4340000"/>
            <a:ext cx="320000" cy="32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1200" b="1" dirty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303" name="tm0"/>
          <p:cNvSpPr/>
          <p:nvPr/>
        </p:nvSpPr>
        <p:spPr>
          <a:xfrm>
            <a:off x="1673063" y="4320000"/>
            <a:ext cx="21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l"/>
            <a:r>
              <a:rPr lang="de-DE" sz="1600" b="1" dirty="0">
                <a:solidFill>
                  <a:srgbClr val="FF6E00"/>
                </a:solidFill>
                <a:latin typeface="Arial"/>
              </a:rPr>
              <a:t>Login-Endpunkt</a:t>
            </a:r>
          </a:p>
        </p:txBody>
      </p:sp>
      <p:sp>
        <p:nvSpPr>
          <p:cNvPr id="304" name="tool1"/>
          <p:cNvSpPr/>
          <p:nvPr/>
        </p:nvSpPr>
        <p:spPr>
          <a:xfrm>
            <a:off x="4283063" y="3700000"/>
            <a:ext cx="3500000" cy="11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305" name="tname1"/>
          <p:cNvSpPr/>
          <p:nvPr/>
        </p:nvSpPr>
        <p:spPr>
          <a:xfrm>
            <a:off x="4283063" y="3840000"/>
            <a:ext cx="35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1800" b="1" dirty="0">
                <a:solidFill>
                  <a:srgbClr val="30343A"/>
                </a:solidFill>
                <a:latin typeface="Arial"/>
              </a:rPr>
              <a:t>Lynis</a:t>
            </a:r>
          </a:p>
        </p:txBody>
      </p:sp>
      <p:sp>
        <p:nvSpPr>
          <p:cNvPr id="306" name="tk1"/>
          <p:cNvSpPr/>
          <p:nvPr/>
        </p:nvSpPr>
        <p:spPr>
          <a:xfrm>
            <a:off x="5183063" y="4340000"/>
            <a:ext cx="320000" cy="32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1200" b="1" dirty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307" name="tm1"/>
          <p:cNvSpPr/>
          <p:nvPr/>
        </p:nvSpPr>
        <p:spPr>
          <a:xfrm>
            <a:off x="5583063" y="4320000"/>
            <a:ext cx="21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l"/>
            <a:r>
              <a:rPr lang="de-DE" sz="1600" b="1" dirty="0">
                <a:solidFill>
                  <a:srgbClr val="FF6E00"/>
                </a:solidFill>
                <a:latin typeface="Arial"/>
              </a:rPr>
              <a:t>OS-Shell</a:t>
            </a:r>
          </a:p>
        </p:txBody>
      </p:sp>
      <p:sp>
        <p:nvSpPr>
          <p:cNvPr id="308" name="tool2"/>
          <p:cNvSpPr/>
          <p:nvPr/>
        </p:nvSpPr>
        <p:spPr>
          <a:xfrm>
            <a:off x="8193063" y="3700000"/>
            <a:ext cx="3500000" cy="11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309" name="tname2"/>
          <p:cNvSpPr/>
          <p:nvPr/>
        </p:nvSpPr>
        <p:spPr>
          <a:xfrm>
            <a:off x="8193063" y="3840000"/>
            <a:ext cx="35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1800" b="1" dirty="0">
                <a:solidFill>
                  <a:srgbClr val="30343A"/>
                </a:solidFill>
                <a:latin typeface="Arial"/>
              </a:rPr>
              <a:t>Zonen-Scan</a:t>
            </a:r>
          </a:p>
        </p:txBody>
      </p:sp>
      <p:sp>
        <p:nvSpPr>
          <p:cNvPr id="310" name="tk2"/>
          <p:cNvSpPr/>
          <p:nvPr/>
        </p:nvSpPr>
        <p:spPr>
          <a:xfrm>
            <a:off x="9093063" y="4340000"/>
            <a:ext cx="320000" cy="32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1200" b="1" dirty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311" name="tm2"/>
          <p:cNvSpPr/>
          <p:nvPr/>
        </p:nvSpPr>
        <p:spPr>
          <a:xfrm>
            <a:off x="9493063" y="4320000"/>
            <a:ext cx="21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l"/>
            <a:r>
              <a:rPr lang="de-DE" sz="1600" b="1" dirty="0">
                <a:solidFill>
                  <a:srgbClr val="FF6E00"/>
                </a:solidFill>
                <a:latin typeface="Arial"/>
              </a:rPr>
              <a:t>zweite Zone</a:t>
            </a:r>
          </a:p>
        </p:txBody>
      </p:sp>
      <p:sp>
        <p:nvSpPr>
          <p:cNvPr id="400" name="schluss"/>
          <p:cNvSpPr/>
          <p:nvPr/>
        </p:nvSpPr>
        <p:spPr>
          <a:xfrm>
            <a:off x="373063" y="5250000"/>
            <a:ext cx="11000000" cy="560000"/>
          </a:xfrm>
          <a:prstGeom prst="rect">
            <a:avLst/>
          </a:prstGeom>
          <a:solidFill>
            <a:srgbClr val="FF6E00">
              <a:alpha val="12"/>
            </a:srgbClr>
          </a:solidFill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2000" b="1" dirty="0">
                <a:solidFill>
                  <a:srgbClr val="FF6E00"/>
                </a:solidFill>
                <a:latin typeface="Arial"/>
              </a:rPr>
              <a:t>Alle drei vor der Ausführung erkannt.</a:t>
            </a:r>
          </a:p>
        </p:txBody>
      </p:sp>
      <p:sp>
        <p:nvSpPr>
          <p:cNvPr id="2" name="Titel"/>
          <p:cNvSpPr>
            <a:spLocks noGrp="1"/>
          </p:cNvSpPr>
          <p:nvPr>
            <p:ph type="title"/>
          </p:nvPr>
        </p:nvSpPr>
        <p:spPr>
          <a:xfrm>
            <a:off x="373063" y="838200"/>
            <a:ext cx="9600000" cy="700000"/>
          </a:xfrm>
        </p:spPr>
        <p:txBody>
          <a:bodyPr/>
          <a:lstStyle/>
          <a:p>
            <a:pPr algn="l"/>
            <a:r>
              <a:rPr lang="de-DE" sz="2800" b="1" dirty="0">
                <a:solidFill>
                  <a:srgbClr val="FF6E00"/>
                </a:solidFill>
                <a:latin typeface="Arial"/>
              </a:rPr>
              <a:t>10 Werkzeuge, 4 Ergebnisse</a:t>
            </a:r>
          </a:p>
        </p:txBody>
      </p:sp>
      <p:sp>
        <p:nvSpPr>
          <p:cNvPr id="3" name="Kicker"/>
          <p:cNvSpPr>
            <a:spLocks noGrp="1"/>
          </p:cNvSpPr>
          <p:nvPr>
            <p:ph type="body" sz="quarter" idx="13"/>
          </p:nvPr>
        </p:nvSpPr>
        <p:spPr>
          <a:xfrm>
            <a:off x="373063" y="400000"/>
            <a:ext cx="4000000" cy="300000"/>
          </a:xfrm>
        </p:spPr>
        <p:txBody>
          <a:bodyPr/>
          <a:lstStyle/>
          <a:p>
            <a:pPr algn="l"/>
            <a:r>
              <a:rPr lang="de-DE" sz="1400" b="0" dirty="0">
                <a:solidFill>
                  <a:srgbClr val="30343A"/>
                </a:solidFill>
                <a:latin typeface="Arial"/>
              </a:rPr>
              <a:t>04 · ERGEBNISSE</a:t>
            </a:r>
          </a:p>
        </p:txBody>
      </p:sp>
      <p:sp>
        <p:nvSpPr>
          <p:cNvPr id="4" name="Fusszeile"/>
          <p:cNvSpPr>
            <a:spLocks noGrp="1"/>
          </p:cNvSpPr>
          <p:nvPr>
            <p:ph type="ftr" sz="quarter" idx="11"/>
          </p:nvPr>
        </p:nvSpPr>
        <p:spPr>
          <a:xfrm>
            <a:off x="1024467" y="6260123"/>
            <a:ext cx="2600325" cy="215444"/>
          </a:xfrm>
        </p:spPr>
        <p:txBody>
          <a:bodyPr/>
          <a:lstStyle/>
          <a:p>
            <a:r>
              <a:rPr lang="de-DE" dirty="0"/>
              <a:t>Nathalie Nuber</a:t>
            </a:r>
          </a:p>
        </p:txBody>
      </p:sp>
      <p:sp>
        <p:nvSpPr>
          <p:cNvPr id="5" name="Datum"/>
          <p:cNvSpPr>
            <a:spLocks noGrp="1"/>
          </p:cNvSpPr>
          <p:nvPr>
            <p:ph type="dt" sz="quarter" idx="10"/>
          </p:nvPr>
        </p:nvSpPr>
        <p:spPr>
          <a:xfrm>
            <a:off x="9905999" y="6260123"/>
            <a:ext cx="1200150" cy="215444"/>
          </a:xfrm>
        </p:spPr>
        <p:txBody>
          <a:bodyPr/>
          <a:lstStyle/>
          <a:p>
            <a:r>
              <a:rPr lang="de-DE" dirty="0"/>
              <a:t>22.09.2026</a:t>
            </a:r>
          </a:p>
        </p:txBody>
      </p:sp>
      <p:sp>
        <p:nvSpPr>
          <p:cNvPr id="6" name="Foliennummer"/>
          <p:cNvSpPr>
            <a:spLocks noGrp="1"/>
          </p:cNvSpPr>
          <p:nvPr>
            <p:ph type="sldNum" sz="quarter" idx="12"/>
          </p:nvPr>
        </p:nvSpPr>
        <p:spPr>
          <a:xfrm>
            <a:off x="11245259" y="6260123"/>
            <a:ext cx="530999" cy="215444"/>
          </a:xfrm>
        </p:spPr>
        <p:txBody>
          <a:bodyPr/>
          <a:lstStyle/>
          <a:p>
            <a:fld id="{B6F15528-21DE-4FAC-A6EE-A032D86D5DE6}" type="slidenum">
              <a:rPr lang="de-DE"/>
              <a:t>16</a:t>
            </a:fld>
            <a:endParaRPr lang="de-DE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" grpId="0"/>
      <p:bldP spid="201" grpId="0"/>
      <p:bldP spid="202" grpId="0"/>
      <p:bldP spid="203" grpId="0"/>
      <p:bldP spid="204" grpId="0"/>
      <p:bldP spid="205" grpId="0"/>
      <p:bldP spid="206" grpId="0"/>
      <p:bldP spid="207" grpId="0"/>
      <p:bldP spid="208" grpId="0"/>
      <p:bldP spid="209" grpId="0"/>
      <p:bldP spid="210" grpId="0"/>
      <p:bldP spid="211" grpId="0"/>
      <p:bldP spid="300" grpId="0"/>
      <p:bldP spid="301" grpId="0"/>
      <p:bldP spid="302" grpId="0"/>
      <p:bldP spid="303" grpId="0"/>
      <p:bldP spid="304" grpId="0"/>
      <p:bldP spid="305" grpId="0"/>
      <p:bldP spid="306" grpId="0"/>
      <p:bldP spid="307" grpId="0"/>
      <p:bldP spid="308" grpId="0"/>
      <p:bldP spid="309" grpId="0"/>
      <p:bldP spid="310" grpId="0"/>
      <p:bldP spid="311" grpId="0"/>
      <p:bldP spid="40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eg1"/>
          <p:cNvSpPr/>
          <p:nvPr/>
        </p:nvSpPr>
        <p:spPr>
          <a:xfrm>
            <a:off x="900000" y="3450000"/>
            <a:ext cx="2000000" cy="19050"/>
          </a:xfrm>
          <a:prstGeom prst="rect">
            <a:avLst/>
          </a:prstGeom>
          <a:solidFill>
            <a:srgbClr val="C1C5C8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01" name="seg2"/>
          <p:cNvSpPr/>
          <p:nvPr/>
        </p:nvSpPr>
        <p:spPr>
          <a:xfrm>
            <a:off x="2900000" y="3450000"/>
            <a:ext cx="1650000" cy="19050"/>
          </a:xfrm>
          <a:prstGeom prst="rect">
            <a:avLst/>
          </a:prstGeom>
          <a:solidFill>
            <a:srgbClr val="C1C5C8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30" name="seg3"/>
          <p:cNvSpPr/>
          <p:nvPr/>
        </p:nvSpPr>
        <p:spPr>
          <a:xfrm>
            <a:off x="5250000" y="3450000"/>
            <a:ext cx="1650000" cy="19050"/>
          </a:xfrm>
          <a:prstGeom prst="rect">
            <a:avLst/>
          </a:prstGeom>
          <a:solidFill>
            <a:srgbClr val="C1C5C8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10" name="num0"/>
          <p:cNvSpPr/>
          <p:nvPr/>
        </p:nvSpPr>
        <p:spPr>
          <a:xfrm>
            <a:off x="0" y="2100000"/>
            <a:ext cx="18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4800" b="1" dirty="0">
                <a:solidFill>
                  <a:srgbClr val="5B666F"/>
                </a:solidFill>
                <a:latin typeface="Arial"/>
              </a:rPr>
              <a:t>0</a:t>
            </a:r>
          </a:p>
        </p:txBody>
      </p:sp>
      <p:sp>
        <p:nvSpPr>
          <p:cNvPr id="211" name="dot0"/>
          <p:cNvSpPr/>
          <p:nvPr/>
        </p:nvSpPr>
        <p:spPr>
          <a:xfrm>
            <a:off x="790000" y="3350000"/>
            <a:ext cx="220000" cy="220000"/>
          </a:xfrm>
          <a:prstGeom prst="ellipse">
            <a:avLst/>
          </a:prstGeom>
          <a:solidFill>
            <a:srgbClr val="5B666F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12" name="lab0"/>
          <p:cNvSpPr/>
          <p:nvPr/>
        </p:nvSpPr>
        <p:spPr>
          <a:xfrm>
            <a:off x="0" y="3730000"/>
            <a:ext cx="18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1600" b="1" dirty="0">
                <a:solidFill>
                  <a:srgbClr val="30343A"/>
                </a:solidFill>
                <a:latin typeface="Arial"/>
              </a:rPr>
              <a:t>Baseline</a:t>
            </a:r>
          </a:p>
        </p:txBody>
      </p:sp>
      <p:sp>
        <p:nvSpPr>
          <p:cNvPr id="214" name="num1"/>
          <p:cNvSpPr/>
          <p:nvPr/>
        </p:nvSpPr>
        <p:spPr>
          <a:xfrm>
            <a:off x="2000000" y="2100000"/>
            <a:ext cx="18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4800" b="1" dirty="0">
                <a:solidFill>
                  <a:srgbClr val="5B666F"/>
                </a:solidFill>
                <a:latin typeface="Arial"/>
              </a:rPr>
              <a:t>2</a:t>
            </a:r>
          </a:p>
        </p:txBody>
      </p:sp>
      <p:sp>
        <p:nvSpPr>
          <p:cNvPr id="215" name="dot1"/>
          <p:cNvSpPr/>
          <p:nvPr/>
        </p:nvSpPr>
        <p:spPr>
          <a:xfrm>
            <a:off x="2790000" y="3350000"/>
            <a:ext cx="220000" cy="220000"/>
          </a:xfrm>
          <a:prstGeom prst="ellipse">
            <a:avLst/>
          </a:prstGeom>
          <a:solidFill>
            <a:srgbClr val="5B666F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16" name="lab1"/>
          <p:cNvSpPr/>
          <p:nvPr/>
        </p:nvSpPr>
        <p:spPr>
          <a:xfrm>
            <a:off x="2000000" y="3730000"/>
            <a:ext cx="18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1600" b="1" dirty="0">
                <a:solidFill>
                  <a:srgbClr val="30343A"/>
                </a:solidFill>
                <a:latin typeface="Arial"/>
              </a:rPr>
              <a:t>Ereignis</a:t>
            </a:r>
          </a:p>
        </p:txBody>
      </p:sp>
      <p:sp>
        <p:nvSpPr>
          <p:cNvPr id="218" name="num2"/>
          <p:cNvSpPr/>
          <p:nvPr/>
        </p:nvSpPr>
        <p:spPr>
          <a:xfrm>
            <a:off x="4000000" y="2100000"/>
            <a:ext cx="18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4800" b="1" dirty="0">
                <a:solidFill>
                  <a:srgbClr val="C0392B"/>
                </a:solidFill>
                <a:latin typeface="Arial"/>
              </a:rPr>
              <a:t>0</a:t>
            </a:r>
          </a:p>
        </p:txBody>
      </p:sp>
      <p:sp>
        <p:nvSpPr>
          <p:cNvPr id="219" name="dot2"/>
          <p:cNvSpPr/>
          <p:nvPr/>
        </p:nvSpPr>
        <p:spPr>
          <a:xfrm>
            <a:off x="4790000" y="3350000"/>
            <a:ext cx="220000" cy="22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20" name="lab2"/>
          <p:cNvSpPr/>
          <p:nvPr/>
        </p:nvSpPr>
        <p:spPr>
          <a:xfrm>
            <a:off x="4000000" y="3730000"/>
            <a:ext cx="18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1600" b="1" dirty="0">
                <a:solidFill>
                  <a:srgbClr val="C0392B"/>
                </a:solidFill>
                <a:latin typeface="Arial"/>
              </a:rPr>
              <a:t>Kaltstart</a:t>
            </a:r>
          </a:p>
        </p:txBody>
      </p:sp>
      <p:sp>
        <p:nvSpPr>
          <p:cNvPr id="222" name="num3"/>
          <p:cNvSpPr/>
          <p:nvPr/>
        </p:nvSpPr>
        <p:spPr>
          <a:xfrm>
            <a:off x="6000000" y="2100000"/>
            <a:ext cx="18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4800" b="1" dirty="0">
                <a:solidFill>
                  <a:srgbClr val="5B666F"/>
                </a:solidFill>
                <a:latin typeface="Arial"/>
              </a:rPr>
              <a:t>2</a:t>
            </a:r>
          </a:p>
        </p:txBody>
      </p:sp>
      <p:sp>
        <p:nvSpPr>
          <p:cNvPr id="223" name="dot3"/>
          <p:cNvSpPr/>
          <p:nvPr/>
        </p:nvSpPr>
        <p:spPr>
          <a:xfrm>
            <a:off x="6790000" y="3350000"/>
            <a:ext cx="220000" cy="220000"/>
          </a:xfrm>
          <a:prstGeom prst="ellipse">
            <a:avLst/>
          </a:prstGeom>
          <a:solidFill>
            <a:srgbClr val="5B666F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24" name="lab3"/>
          <p:cNvSpPr/>
          <p:nvPr/>
        </p:nvSpPr>
        <p:spPr>
          <a:xfrm>
            <a:off x="6000000" y="3730000"/>
            <a:ext cx="18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1600" b="1" dirty="0">
                <a:solidFill>
                  <a:srgbClr val="30343A"/>
                </a:solidFill>
                <a:latin typeface="Arial"/>
              </a:rPr>
              <a:t>Ereignis</a:t>
            </a:r>
          </a:p>
        </p:txBody>
      </p:sp>
      <p:sp>
        <p:nvSpPr>
          <p:cNvPr id="240" name="bruch"/>
          <p:cNvSpPr/>
          <p:nvPr/>
        </p:nvSpPr>
        <p:spPr>
          <a:xfrm>
            <a:off x="4740000" y="4150000"/>
            <a:ext cx="320000" cy="420000"/>
          </a:xfrm>
          <a:prstGeom prst="downArrow">
            <a:avLst/>
          </a:prstGeom>
          <a:solidFill>
            <a:srgbClr val="C0392B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41" name="lueckeL"/>
          <p:cNvSpPr/>
          <p:nvPr/>
        </p:nvSpPr>
        <p:spPr>
          <a:xfrm>
            <a:off x="4540000" y="3330000"/>
            <a:ext cx="60000" cy="26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42" name="lueckeR"/>
          <p:cNvSpPr/>
          <p:nvPr/>
        </p:nvSpPr>
        <p:spPr>
          <a:xfrm>
            <a:off x="5200000" y="3330000"/>
            <a:ext cx="60000" cy="26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300" name="f0"/>
          <p:cNvSpPr/>
          <p:nvPr/>
        </p:nvSpPr>
        <p:spPr>
          <a:xfrm>
            <a:off x="8100000" y="1750000"/>
            <a:ext cx="3300000" cy="6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301" name="fw0"/>
          <p:cNvSpPr/>
          <p:nvPr/>
        </p:nvSpPr>
        <p:spPr>
          <a:xfrm>
            <a:off x="8260000" y="1900000"/>
            <a:ext cx="320000" cy="320000"/>
          </a:xfrm>
          <a:prstGeom prst="triangle">
            <a:avLst/>
          </a:prstGeom>
          <a:solidFill>
            <a:srgbClr val="FF6E00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1200" b="1" dirty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02" name="ft0"/>
          <p:cNvSpPr/>
          <p:nvPr/>
        </p:nvSpPr>
        <p:spPr>
          <a:xfrm>
            <a:off x="8700000" y="1750000"/>
            <a:ext cx="2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l"/>
            <a:r>
              <a:rPr lang="de-DE" sz="1600" b="1" dirty="0">
                <a:solidFill>
                  <a:srgbClr val="30343A"/>
                </a:solidFill>
                <a:latin typeface="Arial"/>
              </a:rPr>
              <a:t>kein Tracing-Log</a:t>
            </a:r>
          </a:p>
        </p:txBody>
      </p:sp>
      <p:sp>
        <p:nvSpPr>
          <p:cNvPr id="303" name="f1"/>
          <p:cNvSpPr/>
          <p:nvPr/>
        </p:nvSpPr>
        <p:spPr>
          <a:xfrm>
            <a:off x="8100000" y="2570000"/>
            <a:ext cx="3300000" cy="6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304" name="fw1"/>
          <p:cNvSpPr/>
          <p:nvPr/>
        </p:nvSpPr>
        <p:spPr>
          <a:xfrm>
            <a:off x="8260000" y="2720000"/>
            <a:ext cx="320000" cy="320000"/>
          </a:xfrm>
          <a:prstGeom prst="triangle">
            <a:avLst/>
          </a:prstGeom>
          <a:solidFill>
            <a:srgbClr val="FF6E00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1200" b="1" dirty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05" name="ft1"/>
          <p:cNvSpPr/>
          <p:nvPr/>
        </p:nvSpPr>
        <p:spPr>
          <a:xfrm>
            <a:off x="8700000" y="2570000"/>
            <a:ext cx="2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l"/>
            <a:r>
              <a:rPr lang="de-DE" sz="1600" b="1" dirty="0">
                <a:solidFill>
                  <a:srgbClr val="30343A"/>
                </a:solidFill>
                <a:latin typeface="Arial"/>
              </a:rPr>
              <a:t>kein absoluter Zeitstempel</a:t>
            </a:r>
          </a:p>
        </p:txBody>
      </p:sp>
      <p:sp>
        <p:nvSpPr>
          <p:cNvPr id="306" name="f2"/>
          <p:cNvSpPr/>
          <p:nvPr/>
        </p:nvSpPr>
        <p:spPr>
          <a:xfrm>
            <a:off x="8100000" y="3390000"/>
            <a:ext cx="3300000" cy="6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307" name="fw2"/>
          <p:cNvSpPr/>
          <p:nvPr/>
        </p:nvSpPr>
        <p:spPr>
          <a:xfrm>
            <a:off x="8260000" y="3540000"/>
            <a:ext cx="320000" cy="320000"/>
          </a:xfrm>
          <a:prstGeom prst="triangle">
            <a:avLst/>
          </a:prstGeom>
          <a:solidFill>
            <a:srgbClr val="FF6E00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1200" b="1" dirty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08" name="ft2"/>
          <p:cNvSpPr/>
          <p:nvPr/>
        </p:nvSpPr>
        <p:spPr>
          <a:xfrm>
            <a:off x="8700000" y="3390000"/>
            <a:ext cx="2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l"/>
            <a:r>
              <a:rPr lang="de-DE" sz="1600" b="1" dirty="0">
                <a:solidFill>
                  <a:srgbClr val="30343A"/>
                </a:solidFill>
                <a:latin typeface="Arial"/>
              </a:rPr>
              <a:t>keine Akteursidentität</a:t>
            </a:r>
          </a:p>
        </p:txBody>
      </p:sp>
      <p:sp>
        <p:nvSpPr>
          <p:cNvPr id="400" name="balkenrot"/>
          <p:cNvSpPr/>
          <p:nvPr/>
        </p:nvSpPr>
        <p:spPr>
          <a:xfrm>
            <a:off x="373063" y="5250000"/>
            <a:ext cx="5000000" cy="70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2400" b="1" dirty="0">
                <a:solidFill>
                  <a:srgbClr val="FFFFFF"/>
                </a:solidFill>
                <a:latin typeface="Arial"/>
              </a:rPr>
              <a:t>RQ-003 · RQ-012 → FAIL</a:t>
            </a:r>
          </a:p>
        </p:txBody>
      </p:sp>
      <p:sp>
        <p:nvSpPr>
          <p:cNvPr id="401" name="balkenneutral"/>
          <p:cNvSpPr/>
          <p:nvPr/>
        </p:nvSpPr>
        <p:spPr>
          <a:xfrm>
            <a:off x="5373063" y="5250000"/>
            <a:ext cx="6030000" cy="700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200000" tIns="20000" rIns="120000" bIns="20000" anchor="ctr"/>
          <a:lstStyle/>
          <a:p>
            <a:pPr algn="l"/>
            <a:r>
              <a:rPr lang="de-DE" sz="1600" b="0" dirty="0">
                <a:solidFill>
                  <a:srgbClr val="5B666F"/>
                </a:solidFill>
                <a:latin typeface="Arial"/>
              </a:rPr>
              <a:t>fehlende Komponentenfähigkeit · keine Aussage zur Konformität · Integrator kompensiert</a:t>
            </a:r>
          </a:p>
        </p:txBody>
      </p:sp>
      <p:sp>
        <p:nvSpPr>
          <p:cNvPr id="2" name="Titel"/>
          <p:cNvSpPr>
            <a:spLocks noGrp="1"/>
          </p:cNvSpPr>
          <p:nvPr>
            <p:ph type="title"/>
          </p:nvPr>
        </p:nvSpPr>
        <p:spPr>
          <a:xfrm>
            <a:off x="373063" y="838200"/>
            <a:ext cx="9600000" cy="700000"/>
          </a:xfrm>
        </p:spPr>
        <p:txBody>
          <a:bodyPr/>
          <a:lstStyle/>
          <a:p>
            <a:pPr algn="l"/>
            <a:r>
              <a:rPr lang="de-DE" sz="2800" b="1" dirty="0">
                <a:solidFill>
                  <a:srgbClr val="FF6E00"/>
                </a:solidFill>
                <a:latin typeface="Arial"/>
              </a:rPr>
              <a:t>Der Kaltstart löscht die Spur</a:t>
            </a:r>
          </a:p>
        </p:txBody>
      </p:sp>
      <p:sp>
        <p:nvSpPr>
          <p:cNvPr id="3" name="Kicker"/>
          <p:cNvSpPr>
            <a:spLocks noGrp="1"/>
          </p:cNvSpPr>
          <p:nvPr>
            <p:ph type="body" sz="quarter" idx="13"/>
          </p:nvPr>
        </p:nvSpPr>
        <p:spPr>
          <a:xfrm>
            <a:off x="373063" y="400000"/>
            <a:ext cx="4000000" cy="300000"/>
          </a:xfrm>
        </p:spPr>
        <p:txBody>
          <a:bodyPr/>
          <a:lstStyle/>
          <a:p>
            <a:pPr algn="l"/>
            <a:r>
              <a:rPr lang="de-DE" sz="1400" b="0" dirty="0">
                <a:solidFill>
                  <a:srgbClr val="30343A"/>
                </a:solidFill>
                <a:latin typeface="Arial"/>
              </a:rPr>
              <a:t>04 · ERGEBNISSE</a:t>
            </a:r>
          </a:p>
        </p:txBody>
      </p:sp>
      <p:sp>
        <p:nvSpPr>
          <p:cNvPr id="4" name="Fusszeile"/>
          <p:cNvSpPr>
            <a:spLocks noGrp="1"/>
          </p:cNvSpPr>
          <p:nvPr>
            <p:ph type="ftr" sz="quarter" idx="11"/>
          </p:nvPr>
        </p:nvSpPr>
        <p:spPr>
          <a:xfrm>
            <a:off x="1024467" y="6260123"/>
            <a:ext cx="2600325" cy="215444"/>
          </a:xfrm>
        </p:spPr>
        <p:txBody>
          <a:bodyPr/>
          <a:lstStyle/>
          <a:p>
            <a:r>
              <a:rPr lang="de-DE" dirty="0"/>
              <a:t>Nathalie Nuber</a:t>
            </a:r>
          </a:p>
        </p:txBody>
      </p:sp>
      <p:sp>
        <p:nvSpPr>
          <p:cNvPr id="5" name="Datum"/>
          <p:cNvSpPr>
            <a:spLocks noGrp="1"/>
          </p:cNvSpPr>
          <p:nvPr>
            <p:ph type="dt" sz="quarter" idx="10"/>
          </p:nvPr>
        </p:nvSpPr>
        <p:spPr>
          <a:xfrm>
            <a:off x="9905999" y="6260123"/>
            <a:ext cx="1200150" cy="215444"/>
          </a:xfrm>
        </p:spPr>
        <p:txBody>
          <a:bodyPr/>
          <a:lstStyle/>
          <a:p>
            <a:r>
              <a:rPr lang="de-DE" dirty="0"/>
              <a:t>22.09.2026</a:t>
            </a:r>
          </a:p>
        </p:txBody>
      </p:sp>
      <p:sp>
        <p:nvSpPr>
          <p:cNvPr id="6" name="Foliennummer"/>
          <p:cNvSpPr>
            <a:spLocks noGrp="1"/>
          </p:cNvSpPr>
          <p:nvPr>
            <p:ph type="sldNum" sz="quarter" idx="12"/>
          </p:nvPr>
        </p:nvSpPr>
        <p:spPr>
          <a:xfrm>
            <a:off x="11245259" y="6260123"/>
            <a:ext cx="530999" cy="215444"/>
          </a:xfrm>
        </p:spPr>
        <p:txBody>
          <a:bodyPr/>
          <a:lstStyle/>
          <a:p>
            <a:fld id="{B6F15528-21DE-4FAC-A6EE-A032D86D5DE7}" type="slidenum">
              <a:rPr lang="de-DE"/>
              <a:t>17</a:t>
            </a:fld>
            <a:endParaRPr lang="de-DE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4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53" dur="4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96" dur="4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22" presetClass="entr" presetSubtype="1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" grpId="0"/>
      <p:bldP spid="201" grpId="0"/>
      <p:bldP spid="230" grpId="0"/>
      <p:bldP spid="210" grpId="0"/>
      <p:bldP spid="211" grpId="0"/>
      <p:bldP spid="212" grpId="0"/>
      <p:bldP spid="214" grpId="0"/>
      <p:bldP spid="215" grpId="0"/>
      <p:bldP spid="216" grpId="0"/>
      <p:bldP spid="218" grpId="0"/>
      <p:bldP spid="219" grpId="0"/>
      <p:bldP spid="220" grpId="0"/>
      <p:bldP spid="222" grpId="0"/>
      <p:bldP spid="223" grpId="0"/>
      <p:bldP spid="224" grpId="0"/>
      <p:bldP spid="240" grpId="0"/>
      <p:bldP spid="241" grpId="0"/>
      <p:bldP spid="242" grpId="0"/>
      <p:bldP spid="300" grpId="0"/>
      <p:bldP spid="301" grpId="0"/>
      <p:bldP spid="302" grpId="0"/>
      <p:bldP spid="303" grpId="0"/>
      <p:bldP spid="304" grpId="0"/>
      <p:bldP spid="305" grpId="0"/>
      <p:bldP spid="306" grpId="0"/>
      <p:bldP spid="307" grpId="0"/>
      <p:bldP spid="308" grpId="0"/>
      <p:bldP spid="400" grpId="0"/>
      <p:bldP spid="40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lh"/>
          <p:cNvSpPr/>
          <p:nvPr/>
        </p:nvSpPr>
        <p:spPr>
          <a:xfrm>
            <a:off x="373063" y="1620000"/>
            <a:ext cx="50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l"/>
            <a:r>
              <a:rPr lang="de-DE" sz="1600" b="1" dirty="0">
                <a:solidFill>
                  <a:srgbClr val="808890"/>
                </a:solidFill>
                <a:latin typeface="Arial"/>
              </a:rPr>
              <a:t>Connection-Hold</a:t>
            </a:r>
          </a:p>
        </p:txBody>
      </p:sp>
      <p:sp>
        <p:nvSpPr>
          <p:cNvPr id="210" name="slot0"/>
          <p:cNvSpPr/>
          <p:nvPr/>
        </p:nvSpPr>
        <p:spPr>
          <a:xfrm>
            <a:off x="373063" y="2080000"/>
            <a:ext cx="5000000" cy="600000"/>
          </a:xfrm>
          <a:prstGeom prst="rect">
            <a:avLst/>
          </a:prstGeom>
          <a:solidFill>
            <a:srgbClr val="5B666F"/>
          </a:solidFill>
          <a:ln>
            <a:noFill/>
          </a:ln>
        </p:spPr>
        <p:txBody>
          <a:bodyPr wrap="square" lIns="220000" tIns="20000" rIns="45720" bIns="20000" anchor="ctr"/>
          <a:lstStyle/>
          <a:p>
            <a:pPr algn="l"/>
            <a:r>
              <a:rPr lang="de-DE" sz="1600" b="1" dirty="0">
                <a:solidFill>
                  <a:srgbClr val="FFFFFF"/>
                </a:solidFill>
                <a:latin typeface="Arial"/>
              </a:rPr>
              <a:t>Slot 1</a:t>
            </a:r>
          </a:p>
        </p:txBody>
      </p:sp>
      <p:sp>
        <p:nvSpPr>
          <p:cNvPr id="211" name="hk0"/>
          <p:cNvSpPr/>
          <p:nvPr/>
        </p:nvSpPr>
        <p:spPr>
          <a:xfrm>
            <a:off x="4673063" y="2220000"/>
            <a:ext cx="32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1600" b="1" dirty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2" name="slot1"/>
          <p:cNvSpPr/>
          <p:nvPr/>
        </p:nvSpPr>
        <p:spPr>
          <a:xfrm>
            <a:off x="373063" y="2800000"/>
            <a:ext cx="5000000" cy="600000"/>
          </a:xfrm>
          <a:prstGeom prst="rect">
            <a:avLst/>
          </a:prstGeom>
          <a:solidFill>
            <a:srgbClr val="5B666F"/>
          </a:solidFill>
          <a:ln>
            <a:noFill/>
          </a:ln>
        </p:spPr>
        <p:txBody>
          <a:bodyPr wrap="square" lIns="220000" tIns="20000" rIns="45720" bIns="20000" anchor="ctr"/>
          <a:lstStyle/>
          <a:p>
            <a:pPr algn="l"/>
            <a:r>
              <a:rPr lang="de-DE" sz="1600" b="1" dirty="0">
                <a:solidFill>
                  <a:srgbClr val="FFFFFF"/>
                </a:solidFill>
                <a:latin typeface="Arial"/>
              </a:rPr>
              <a:t>Slot 2</a:t>
            </a:r>
          </a:p>
        </p:txBody>
      </p:sp>
      <p:sp>
        <p:nvSpPr>
          <p:cNvPr id="213" name="hk1"/>
          <p:cNvSpPr/>
          <p:nvPr/>
        </p:nvSpPr>
        <p:spPr>
          <a:xfrm>
            <a:off x="4673063" y="2940000"/>
            <a:ext cx="32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1600" b="1" dirty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0" name="slot3"/>
          <p:cNvSpPr/>
          <p:nvPr/>
        </p:nvSpPr>
        <p:spPr>
          <a:xfrm>
            <a:off x="373063" y="3520000"/>
            <a:ext cx="5000000" cy="600000"/>
          </a:xfrm>
          <a:prstGeom prst="rect">
            <a:avLst/>
          </a:prstGeom>
          <a:noFill/>
          <a:ln w="28575">
            <a:solidFill>
              <a:srgbClr val="C0392B"/>
            </a:solidFill>
          </a:ln>
        </p:spPr>
        <p:txBody>
          <a:bodyPr wrap="square" lIns="220000" tIns="20000" rIns="45720" bIns="20000" anchor="ctr"/>
          <a:lstStyle/>
          <a:p>
            <a:pPr algn="l"/>
            <a:r>
              <a:rPr lang="de-DE" sz="1600" b="1" dirty="0">
                <a:solidFill>
                  <a:srgbClr val="C0392B"/>
                </a:solidFill>
                <a:latin typeface="Arial"/>
              </a:rPr>
              <a:t>Slot 3</a:t>
            </a:r>
          </a:p>
        </p:txBody>
      </p:sp>
      <p:sp>
        <p:nvSpPr>
          <p:cNvPr id="231" name="tout"/>
          <p:cNvSpPr/>
          <p:nvPr/>
        </p:nvSpPr>
        <p:spPr>
          <a:xfrm>
            <a:off x="3573063" y="3640000"/>
            <a:ext cx="360000" cy="360000"/>
          </a:xfrm>
          <a:prstGeom prst="rect">
            <a:avLst/>
          </a:prstGeom>
          <a:noFill/>
          <a:ln w="19050">
            <a:solidFill>
              <a:srgbClr val="C0392B"/>
            </a:solidFill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1600" b="1" dirty="0">
                <a:solidFill>
                  <a:srgbClr val="C0392B"/>
                </a:solidFill>
                <a:latin typeface="Arial"/>
              </a:rPr>
              <a:t>⏱</a:t>
            </a:r>
          </a:p>
        </p:txBody>
      </p:sp>
      <p:sp>
        <p:nvSpPr>
          <p:cNvPr id="232" name="toutlab"/>
          <p:cNvSpPr/>
          <p:nvPr/>
        </p:nvSpPr>
        <p:spPr>
          <a:xfrm>
            <a:off x="4023063" y="3660000"/>
            <a:ext cx="12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l"/>
            <a:r>
              <a:rPr lang="de-DE" sz="1600" b="1" dirty="0">
                <a:solidFill>
                  <a:srgbClr val="C0392B"/>
                </a:solidFill>
                <a:latin typeface="Arial"/>
              </a:rPr>
              <a:t>Timeout</a:t>
            </a:r>
          </a:p>
        </p:txBody>
      </p:sp>
      <p:sp>
        <p:nvSpPr>
          <p:cNvPr id="240" name="rueck"/>
          <p:cNvSpPr/>
          <p:nvPr/>
        </p:nvSpPr>
        <p:spPr>
          <a:xfrm>
            <a:off x="373063" y="4300000"/>
            <a:ext cx="520000" cy="320000"/>
          </a:xfrm>
          <a:prstGeom prst="leftArrow">
            <a:avLst/>
          </a:prstGeom>
          <a:solidFill>
            <a:srgbClr val="5E9B4E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41" name="rtext"/>
          <p:cNvSpPr/>
          <p:nvPr/>
        </p:nvSpPr>
        <p:spPr>
          <a:xfrm>
            <a:off x="1013063" y="4280000"/>
            <a:ext cx="42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l"/>
            <a:r>
              <a:rPr lang="de-DE" sz="1600" b="1" dirty="0">
                <a:solidFill>
                  <a:srgbClr val="30343A"/>
                </a:solidFill>
                <a:latin typeface="Arial"/>
              </a:rPr>
              <a:t>Slot frei → HTTP 200</a:t>
            </a:r>
          </a:p>
        </p:txBody>
      </p:sp>
      <p:sp>
        <p:nvSpPr>
          <p:cNvPr id="300" name="rh"/>
          <p:cNvSpPr/>
          <p:nvPr/>
        </p:nvSpPr>
        <p:spPr>
          <a:xfrm>
            <a:off x="6200000" y="1620000"/>
            <a:ext cx="52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l"/>
            <a:r>
              <a:rPr lang="de-DE" sz="1600" b="1" dirty="0">
                <a:solidFill>
                  <a:srgbClr val="808890"/>
                </a:solidFill>
                <a:latin typeface="Arial"/>
              </a:rPr>
              <a:t>Fuzzing · boofuzz</a:t>
            </a:r>
          </a:p>
        </p:txBody>
      </p:sp>
      <p:sp>
        <p:nvSpPr>
          <p:cNvPr id="301" name="zahl"/>
          <p:cNvSpPr/>
          <p:nvPr/>
        </p:nvSpPr>
        <p:spPr>
          <a:xfrm>
            <a:off x="6200000" y="2100000"/>
            <a:ext cx="30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l"/>
            <a:r>
              <a:rPr lang="de-DE" sz="6600" b="1" dirty="0">
                <a:solidFill>
                  <a:srgbClr val="C0392B"/>
                </a:solidFill>
                <a:latin typeface="Arial"/>
              </a:rPr>
              <a:t>41 s</a:t>
            </a:r>
          </a:p>
        </p:txBody>
      </p:sp>
      <p:sp>
        <p:nvSpPr>
          <p:cNvPr id="302" name="zlab"/>
          <p:cNvSpPr/>
          <p:nvPr/>
        </p:nvSpPr>
        <p:spPr>
          <a:xfrm>
            <a:off x="6200000" y="3350000"/>
            <a:ext cx="3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l"/>
            <a:r>
              <a:rPr lang="de-DE" sz="1600" b="1" dirty="0">
                <a:solidFill>
                  <a:srgbClr val="30343A"/>
                </a:solidFill>
                <a:latin typeface="Arial"/>
              </a:rPr>
              <a:t>Dienst nicht erreichbar</a:t>
            </a:r>
          </a:p>
        </p:txBody>
      </p:sp>
      <p:sp>
        <p:nvSpPr>
          <p:cNvPr id="310" name="dev"/>
          <p:cNvSpPr/>
          <p:nvPr/>
        </p:nvSpPr>
        <p:spPr>
          <a:xfrm>
            <a:off x="9700000" y="2200000"/>
            <a:ext cx="1400000" cy="11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08890"/>
            </a:solidFill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311" name="devled"/>
          <p:cNvSpPr/>
          <p:nvPr/>
        </p:nvSpPr>
        <p:spPr>
          <a:xfrm>
            <a:off x="9900000" y="2400000"/>
            <a:ext cx="260000" cy="26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312" name="devtxt"/>
          <p:cNvSpPr/>
          <p:nvPr/>
        </p:nvSpPr>
        <p:spPr>
          <a:xfrm>
            <a:off x="9700000" y="270000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1600" b="1" dirty="0">
                <a:solidFill>
                  <a:srgbClr val="30343A"/>
                </a:solidFill>
                <a:latin typeface="Arial"/>
              </a:rPr>
              <a:t>SRIO</a:t>
            </a:r>
          </a:p>
        </p:txBody>
      </p:sp>
      <p:sp>
        <p:nvSpPr>
          <p:cNvPr id="400" name="verdikt"/>
          <p:cNvSpPr/>
          <p:nvPr/>
        </p:nvSpPr>
        <p:spPr>
          <a:xfrm>
            <a:off x="373063" y="5250000"/>
            <a:ext cx="3400000" cy="700000"/>
          </a:xfrm>
          <a:prstGeom prst="rect">
            <a:avLst/>
          </a:prstGeom>
          <a:solidFill>
            <a:srgbClr val="83B7CD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2400" b="1" dirty="0">
                <a:solidFill>
                  <a:srgbClr val="FFFFFF"/>
                </a:solidFill>
                <a:latin typeface="Arial"/>
              </a:rPr>
              <a:t>→ NOT ASSESSED</a:t>
            </a:r>
          </a:p>
        </p:txBody>
      </p:sp>
      <p:sp>
        <p:nvSpPr>
          <p:cNvPr id="401" name="gruende"/>
          <p:cNvSpPr/>
          <p:nvPr/>
        </p:nvSpPr>
        <p:spPr>
          <a:xfrm>
            <a:off x="3900000" y="5250000"/>
            <a:ext cx="7500000" cy="700000"/>
          </a:xfrm>
          <a:prstGeom prst="rect">
            <a:avLst/>
          </a:prstGeom>
          <a:solidFill>
            <a:srgbClr val="83B7CD">
              <a:alpha val="18"/>
            </a:srgbClr>
          </a:solidFill>
          <a:ln>
            <a:noFill/>
          </a:ln>
        </p:spPr>
        <p:txBody>
          <a:bodyPr wrap="square" lIns="200000" tIns="20000" rIns="120000" bIns="20000" anchor="ctr"/>
          <a:lstStyle/>
          <a:p>
            <a:pPr algn="l"/>
            <a:r>
              <a:rPr lang="de-DE" sz="1600" b="0" dirty="0">
                <a:solidFill>
                  <a:srgbClr val="5B666F"/>
                </a:solidFill>
                <a:latin typeface="Arial"/>
              </a:rPr>
              <a:t>Nicht-Safety-Pfad · Rückwirkung nur aus NV2 sichtbar · Fehleranzeige nicht als Artefakt gesichert</a:t>
            </a:r>
          </a:p>
        </p:txBody>
      </p:sp>
      <p:sp>
        <p:nvSpPr>
          <p:cNvPr id="2" name="Titel"/>
          <p:cNvSpPr>
            <a:spLocks noGrp="1"/>
          </p:cNvSpPr>
          <p:nvPr>
            <p:ph type="title"/>
          </p:nvPr>
        </p:nvSpPr>
        <p:spPr>
          <a:xfrm>
            <a:off x="373063" y="838200"/>
            <a:ext cx="9600000" cy="700000"/>
          </a:xfrm>
        </p:spPr>
        <p:txBody>
          <a:bodyPr/>
          <a:lstStyle/>
          <a:p>
            <a:pPr algn="l"/>
            <a:r>
              <a:rPr lang="de-DE" sz="2800" b="1" dirty="0">
                <a:solidFill>
                  <a:srgbClr val="FF6E00"/>
                </a:solidFill>
                <a:latin typeface="Arial"/>
              </a:rPr>
              <a:t>Zwei Verbindungen genügen</a:t>
            </a:r>
          </a:p>
        </p:txBody>
      </p:sp>
      <p:sp>
        <p:nvSpPr>
          <p:cNvPr id="3" name="Kicker"/>
          <p:cNvSpPr>
            <a:spLocks noGrp="1"/>
          </p:cNvSpPr>
          <p:nvPr>
            <p:ph type="body" sz="quarter" idx="13"/>
          </p:nvPr>
        </p:nvSpPr>
        <p:spPr>
          <a:xfrm>
            <a:off x="373063" y="400000"/>
            <a:ext cx="4000000" cy="300000"/>
          </a:xfrm>
        </p:spPr>
        <p:txBody>
          <a:bodyPr/>
          <a:lstStyle/>
          <a:p>
            <a:pPr algn="l"/>
            <a:r>
              <a:rPr lang="de-DE" sz="1400" b="0" dirty="0">
                <a:solidFill>
                  <a:srgbClr val="30343A"/>
                </a:solidFill>
                <a:latin typeface="Arial"/>
              </a:rPr>
              <a:t>04 · ERGEBNISSE</a:t>
            </a:r>
          </a:p>
        </p:txBody>
      </p:sp>
      <p:sp>
        <p:nvSpPr>
          <p:cNvPr id="4" name="Fusszeile"/>
          <p:cNvSpPr>
            <a:spLocks noGrp="1"/>
          </p:cNvSpPr>
          <p:nvPr>
            <p:ph type="ftr" sz="quarter" idx="11"/>
          </p:nvPr>
        </p:nvSpPr>
        <p:spPr>
          <a:xfrm>
            <a:off x="1024467" y="6260123"/>
            <a:ext cx="2600325" cy="215444"/>
          </a:xfrm>
        </p:spPr>
        <p:txBody>
          <a:bodyPr/>
          <a:lstStyle/>
          <a:p>
            <a:r>
              <a:rPr lang="de-DE" dirty="0"/>
              <a:t>Nathalie Nuber</a:t>
            </a:r>
          </a:p>
        </p:txBody>
      </p:sp>
      <p:sp>
        <p:nvSpPr>
          <p:cNvPr id="5" name="Datum"/>
          <p:cNvSpPr>
            <a:spLocks noGrp="1"/>
          </p:cNvSpPr>
          <p:nvPr>
            <p:ph type="dt" sz="quarter" idx="10"/>
          </p:nvPr>
        </p:nvSpPr>
        <p:spPr>
          <a:xfrm>
            <a:off x="9905999" y="6260123"/>
            <a:ext cx="1200150" cy="215444"/>
          </a:xfrm>
        </p:spPr>
        <p:txBody>
          <a:bodyPr/>
          <a:lstStyle/>
          <a:p>
            <a:r>
              <a:rPr lang="de-DE" dirty="0"/>
              <a:t>22.09.2026</a:t>
            </a:r>
          </a:p>
        </p:txBody>
      </p:sp>
      <p:sp>
        <p:nvSpPr>
          <p:cNvPr id="6" name="Foliennummer"/>
          <p:cNvSpPr>
            <a:spLocks noGrp="1"/>
          </p:cNvSpPr>
          <p:nvPr>
            <p:ph type="sldNum" sz="quarter" idx="12"/>
          </p:nvPr>
        </p:nvSpPr>
        <p:spPr>
          <a:xfrm>
            <a:off x="11245259" y="6260123"/>
            <a:ext cx="530999" cy="215444"/>
          </a:xfrm>
        </p:spPr>
        <p:txBody>
          <a:bodyPr/>
          <a:lstStyle/>
          <a:p>
            <a:fld id="{B6F15528-21DE-4FAC-A6EE-A032D86D5DE8}" type="slidenum">
              <a:rPr lang="de-DE"/>
              <a:t>18</a:t>
            </a:fld>
            <a:endParaRPr lang="de-DE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6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34" dur="500" autoRev="1" fill="hold"/>
                                        <p:tgtEl>
                                          <p:spTgt spid="23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38" dur="4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46" dur="4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49" dur="4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52" dur="4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55" dur="4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58" dur="4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61" dur="4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" grpId="0"/>
      <p:bldP spid="210" grpId="0"/>
      <p:bldP spid="211" grpId="0"/>
      <p:bldP spid="212" grpId="0"/>
      <p:bldP spid="213" grpId="0"/>
      <p:bldP spid="230" grpId="0"/>
      <p:bldP spid="231" grpId="0"/>
      <p:bldP spid="232" grpId="0"/>
      <p:bldP spid="240" grpId="0"/>
      <p:bldP spid="241" grpId="0"/>
      <p:bldP spid="300" grpId="0"/>
      <p:bldP spid="301" grpId="0"/>
      <p:bldP spid="302" grpId="0"/>
      <p:bldP spid="310" grpId="0"/>
      <p:bldP spid="311" grpId="0"/>
      <p:bldP spid="312" grpId="0"/>
      <p:bldP spid="400" grpId="0"/>
      <p:bldP spid="40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q0"/>
          <p:cNvSpPr/>
          <p:nvPr/>
        </p:nvSpPr>
        <p:spPr>
          <a:xfrm>
            <a:off x="373063" y="1750000"/>
            <a:ext cx="680000" cy="680000"/>
          </a:xfrm>
          <a:prstGeom prst="rect">
            <a:avLst/>
          </a:prstGeom>
          <a:solidFill>
            <a:srgbClr val="83B7CD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01" name="q1"/>
          <p:cNvSpPr/>
          <p:nvPr/>
        </p:nvSpPr>
        <p:spPr>
          <a:xfrm>
            <a:off x="1193063" y="1750000"/>
            <a:ext cx="680000" cy="680000"/>
          </a:xfrm>
          <a:prstGeom prst="rect">
            <a:avLst/>
          </a:prstGeom>
          <a:solidFill>
            <a:srgbClr val="83B7CD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02" name="q2"/>
          <p:cNvSpPr/>
          <p:nvPr/>
        </p:nvSpPr>
        <p:spPr>
          <a:xfrm>
            <a:off x="2013063" y="1750000"/>
            <a:ext cx="680000" cy="680000"/>
          </a:xfrm>
          <a:prstGeom prst="rect">
            <a:avLst/>
          </a:prstGeom>
          <a:solidFill>
            <a:srgbClr val="83B7CD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03" name="q3"/>
          <p:cNvSpPr/>
          <p:nvPr/>
        </p:nvSpPr>
        <p:spPr>
          <a:xfrm>
            <a:off x="2833063" y="1750000"/>
            <a:ext cx="680000" cy="680000"/>
          </a:xfrm>
          <a:prstGeom prst="rect">
            <a:avLst/>
          </a:prstGeom>
          <a:solidFill>
            <a:srgbClr val="83B7CD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04" name="q4"/>
          <p:cNvSpPr/>
          <p:nvPr/>
        </p:nvSpPr>
        <p:spPr>
          <a:xfrm>
            <a:off x="3653063" y="1750000"/>
            <a:ext cx="680000" cy="680000"/>
          </a:xfrm>
          <a:prstGeom prst="rect">
            <a:avLst/>
          </a:prstGeom>
          <a:solidFill>
            <a:srgbClr val="83B7CD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05" name="q5"/>
          <p:cNvSpPr/>
          <p:nvPr/>
        </p:nvSpPr>
        <p:spPr>
          <a:xfrm>
            <a:off x="4473063" y="1750000"/>
            <a:ext cx="680000" cy="680000"/>
          </a:xfrm>
          <a:prstGeom prst="rect">
            <a:avLst/>
          </a:prstGeom>
          <a:solidFill>
            <a:srgbClr val="83B7CD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06" name="q6"/>
          <p:cNvSpPr/>
          <p:nvPr/>
        </p:nvSpPr>
        <p:spPr>
          <a:xfrm>
            <a:off x="5293063" y="1750000"/>
            <a:ext cx="680000" cy="680000"/>
          </a:xfrm>
          <a:prstGeom prst="rect">
            <a:avLst/>
          </a:prstGeom>
          <a:solidFill>
            <a:srgbClr val="83B7CD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07" name="q7"/>
          <p:cNvSpPr/>
          <p:nvPr/>
        </p:nvSpPr>
        <p:spPr>
          <a:xfrm>
            <a:off x="373063" y="2570000"/>
            <a:ext cx="680000" cy="680000"/>
          </a:xfrm>
          <a:prstGeom prst="rect">
            <a:avLst/>
          </a:prstGeom>
          <a:solidFill>
            <a:srgbClr val="83B7CD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08" name="q8"/>
          <p:cNvSpPr/>
          <p:nvPr/>
        </p:nvSpPr>
        <p:spPr>
          <a:xfrm>
            <a:off x="1193063" y="2570000"/>
            <a:ext cx="680000" cy="680000"/>
          </a:xfrm>
          <a:prstGeom prst="rect">
            <a:avLst/>
          </a:prstGeom>
          <a:solidFill>
            <a:srgbClr val="83B7CD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09" name="q9"/>
          <p:cNvSpPr/>
          <p:nvPr/>
        </p:nvSpPr>
        <p:spPr>
          <a:xfrm>
            <a:off x="2013063" y="2570000"/>
            <a:ext cx="680000" cy="680000"/>
          </a:xfrm>
          <a:prstGeom prst="rect">
            <a:avLst/>
          </a:prstGeom>
          <a:solidFill>
            <a:srgbClr val="83B7CD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10" name="q10"/>
          <p:cNvSpPr/>
          <p:nvPr/>
        </p:nvSpPr>
        <p:spPr>
          <a:xfrm>
            <a:off x="2833063" y="2570000"/>
            <a:ext cx="680000" cy="680000"/>
          </a:xfrm>
          <a:prstGeom prst="rect">
            <a:avLst/>
          </a:prstGeom>
          <a:solidFill>
            <a:srgbClr val="83B7CD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11" name="q11"/>
          <p:cNvSpPr/>
          <p:nvPr/>
        </p:nvSpPr>
        <p:spPr>
          <a:xfrm>
            <a:off x="3653063" y="2570000"/>
            <a:ext cx="680000" cy="680000"/>
          </a:xfrm>
          <a:prstGeom prst="rect">
            <a:avLst/>
          </a:prstGeom>
          <a:solidFill>
            <a:srgbClr val="83B7CD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12" name="q12"/>
          <p:cNvSpPr/>
          <p:nvPr/>
        </p:nvSpPr>
        <p:spPr>
          <a:xfrm>
            <a:off x="4473063" y="2570000"/>
            <a:ext cx="680000" cy="680000"/>
          </a:xfrm>
          <a:prstGeom prst="rect">
            <a:avLst/>
          </a:prstGeom>
          <a:solidFill>
            <a:srgbClr val="83B7CD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13" name="q13"/>
          <p:cNvSpPr/>
          <p:nvPr/>
        </p:nvSpPr>
        <p:spPr>
          <a:xfrm>
            <a:off x="5293063" y="2570000"/>
            <a:ext cx="680000" cy="680000"/>
          </a:xfrm>
          <a:prstGeom prst="rect">
            <a:avLst/>
          </a:prstGeom>
          <a:solidFill>
            <a:srgbClr val="83B7CD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40" name="r0"/>
          <p:cNvSpPr/>
          <p:nvPr/>
        </p:nvSpPr>
        <p:spPr>
          <a:xfrm>
            <a:off x="2013063" y="1750000"/>
            <a:ext cx="680000" cy="68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41" name="r1"/>
          <p:cNvSpPr/>
          <p:nvPr/>
        </p:nvSpPr>
        <p:spPr>
          <a:xfrm>
            <a:off x="4473063" y="2570000"/>
            <a:ext cx="680000" cy="68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60" name="lp0"/>
          <p:cNvSpPr/>
          <p:nvPr/>
        </p:nvSpPr>
        <p:spPr>
          <a:xfrm>
            <a:off x="373063" y="3510000"/>
            <a:ext cx="220000" cy="22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61" name="lt0"/>
          <p:cNvSpPr/>
          <p:nvPr/>
        </p:nvSpPr>
        <p:spPr>
          <a:xfrm>
            <a:off x="753063" y="3450000"/>
            <a:ext cx="34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l"/>
            <a:r>
              <a:rPr lang="de-DE" sz="1600" b="1" dirty="0">
                <a:solidFill>
                  <a:srgbClr val="30343A"/>
                </a:solidFill>
                <a:latin typeface="Arial"/>
              </a:rPr>
              <a:t>2 Fail</a:t>
            </a:r>
          </a:p>
        </p:txBody>
      </p:sp>
      <p:sp>
        <p:nvSpPr>
          <p:cNvPr id="262" name="lp1"/>
          <p:cNvSpPr/>
          <p:nvPr/>
        </p:nvSpPr>
        <p:spPr>
          <a:xfrm>
            <a:off x="373063" y="3930000"/>
            <a:ext cx="220000" cy="220000"/>
          </a:xfrm>
          <a:prstGeom prst="ellipse">
            <a:avLst/>
          </a:prstGeom>
          <a:solidFill>
            <a:srgbClr val="83B7CD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63" name="lt1"/>
          <p:cNvSpPr/>
          <p:nvPr/>
        </p:nvSpPr>
        <p:spPr>
          <a:xfrm>
            <a:off x="753063" y="3870000"/>
            <a:ext cx="34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l"/>
            <a:r>
              <a:rPr lang="de-DE" sz="1600" b="1" dirty="0">
                <a:solidFill>
                  <a:srgbClr val="30343A"/>
                </a:solidFill>
                <a:latin typeface="Arial"/>
              </a:rPr>
              <a:t>12 Not Assessed</a:t>
            </a:r>
          </a:p>
        </p:txBody>
      </p:sp>
      <p:sp>
        <p:nvSpPr>
          <p:cNvPr id="264" name="lp2"/>
          <p:cNvSpPr/>
          <p:nvPr/>
        </p:nvSpPr>
        <p:spPr>
          <a:xfrm>
            <a:off x="373063" y="4350000"/>
            <a:ext cx="220000" cy="220000"/>
          </a:xfrm>
          <a:prstGeom prst="ellipse">
            <a:avLst/>
          </a:prstGeom>
          <a:solidFill>
            <a:srgbClr val="C1C5C8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265" name="lt2"/>
          <p:cNvSpPr/>
          <p:nvPr/>
        </p:nvSpPr>
        <p:spPr>
          <a:xfrm>
            <a:off x="753063" y="4290000"/>
            <a:ext cx="34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l"/>
            <a:r>
              <a:rPr lang="de-DE" sz="1600" b="1" dirty="0">
                <a:solidFill>
                  <a:srgbClr val="808890"/>
                </a:solidFill>
                <a:latin typeface="Arial"/>
              </a:rPr>
              <a:t>0 Pass</a:t>
            </a:r>
          </a:p>
        </p:txBody>
      </p:sp>
      <p:sp>
        <p:nvSpPr>
          <p:cNvPr id="300" name="rh"/>
          <p:cNvSpPr/>
          <p:nvPr/>
        </p:nvSpPr>
        <p:spPr>
          <a:xfrm>
            <a:off x="6600000" y="1750000"/>
            <a:ext cx="48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l"/>
            <a:r>
              <a:rPr lang="de-DE" sz="1600" b="1" dirty="0">
                <a:solidFill>
                  <a:srgbClr val="808890"/>
                </a:solidFill>
                <a:latin typeface="Arial"/>
              </a:rPr>
              <a:t>zwei Arten von offen</a:t>
            </a:r>
          </a:p>
        </p:txBody>
      </p:sp>
      <p:sp>
        <p:nvSpPr>
          <p:cNvPr id="310" name="c0"/>
          <p:cNvSpPr/>
          <p:nvPr/>
        </p:nvSpPr>
        <p:spPr>
          <a:xfrm>
            <a:off x="6600000" y="2280000"/>
            <a:ext cx="4800000" cy="10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311" name="ck0"/>
          <p:cNvSpPr/>
          <p:nvPr/>
        </p:nvSpPr>
        <p:spPr>
          <a:xfrm>
            <a:off x="6800000" y="2570000"/>
            <a:ext cx="420000" cy="420000"/>
          </a:xfrm>
          <a:prstGeom prst="ellipse">
            <a:avLst/>
          </a:prstGeom>
          <a:solidFill>
            <a:srgbClr val="5E9B4E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312" name="cg0"/>
          <p:cNvSpPr/>
          <p:nvPr/>
        </p:nvSpPr>
        <p:spPr>
          <a:xfrm>
            <a:off x="6800000" y="2570000"/>
            <a:ext cx="42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1400" b="1" dirty="0">
                <a:solidFill>
                  <a:srgbClr val="FFFFFF"/>
                </a:solidFill>
                <a:latin typeface="Arial"/>
              </a:rPr>
              <a:t>↻</a:t>
            </a:r>
          </a:p>
        </p:txBody>
      </p:sp>
      <p:sp>
        <p:nvSpPr>
          <p:cNvPr id="313" name="ct0"/>
          <p:cNvSpPr/>
          <p:nvPr/>
        </p:nvSpPr>
        <p:spPr>
          <a:xfrm>
            <a:off x="7400000" y="2280000"/>
            <a:ext cx="39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l"/>
            <a:r>
              <a:rPr lang="de-DE" sz="1600" b="1" dirty="0">
                <a:solidFill>
                  <a:srgbClr val="30343A"/>
                </a:solidFill>
                <a:latin typeface="Arial"/>
              </a:rPr>
              <a:t>Ereignis nie ausgelöst</a:t>
            </a:r>
          </a:p>
          <a:p>
            <a:pPr algn="l"/>
            <a:r>
              <a:rPr lang="de-DE" sz="1200" b="1" dirty="0">
                <a:solidFill>
                  <a:srgbClr val="5E9B4E"/>
                </a:solidFill>
                <a:latin typeface="Arial"/>
              </a:rPr>
              <a:t>im Setup nachholbar</a:t>
            </a:r>
          </a:p>
        </p:txBody>
      </p:sp>
      <p:sp>
        <p:nvSpPr>
          <p:cNvPr id="315" name="c1"/>
          <p:cNvSpPr/>
          <p:nvPr/>
        </p:nvSpPr>
        <p:spPr>
          <a:xfrm>
            <a:off x="6600000" y="3480000"/>
            <a:ext cx="4800000" cy="10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1C5C8"/>
            </a:solidFill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316" name="ck1"/>
          <p:cNvSpPr/>
          <p:nvPr/>
        </p:nvSpPr>
        <p:spPr>
          <a:xfrm>
            <a:off x="6800000" y="3770000"/>
            <a:ext cx="420000" cy="420000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txBody>
          <a:bodyPr wrap="square" lIns="45720" tIns="20000" rIns="45720" bIns="20000" anchor="ctr"/>
          <a:lstStyle/>
          <a:p>
            <a:endParaRPr/>
          </a:p>
        </p:txBody>
      </p:sp>
      <p:sp>
        <p:nvSpPr>
          <p:cNvPr id="317" name="cg1"/>
          <p:cNvSpPr/>
          <p:nvPr/>
        </p:nvSpPr>
        <p:spPr>
          <a:xfrm>
            <a:off x="6800000" y="3770000"/>
            <a:ext cx="42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ctr"/>
            <a:r>
              <a:rPr lang="de-DE" sz="1400" b="1" dirty="0">
                <a:solidFill>
                  <a:srgbClr val="FFFFFF"/>
                </a:solidFill>
                <a:latin typeface="Arial"/>
              </a:rPr>
              <a:t>◎</a:t>
            </a:r>
          </a:p>
        </p:txBody>
      </p:sp>
      <p:sp>
        <p:nvSpPr>
          <p:cNvPr id="318" name="ct1"/>
          <p:cNvSpPr/>
          <p:nvPr/>
        </p:nvSpPr>
        <p:spPr>
          <a:xfrm>
            <a:off x="7400000" y="3480000"/>
            <a:ext cx="39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l"/>
            <a:r>
              <a:rPr lang="de-DE" sz="1600" b="1" dirty="0">
                <a:solidFill>
                  <a:srgbClr val="30343A"/>
                </a:solidFill>
                <a:latin typeface="Arial"/>
              </a:rPr>
              <a:t>Beobachtungsposition fehlt</a:t>
            </a:r>
          </a:p>
          <a:p>
            <a:pPr algn="l"/>
            <a:r>
              <a:rPr lang="de-DE" sz="1200" b="1" dirty="0">
                <a:solidFill>
                  <a:srgbClr val="FF6E00"/>
                </a:solidFill>
                <a:latin typeface="Arial"/>
              </a:rPr>
              <a:t>Topologie erweitern</a:t>
            </a:r>
          </a:p>
        </p:txBody>
      </p:sp>
      <p:sp>
        <p:nvSpPr>
          <p:cNvPr id="400" name="schluss"/>
          <p:cNvSpPr/>
          <p:nvPr/>
        </p:nvSpPr>
        <p:spPr>
          <a:xfrm>
            <a:off x="373063" y="5250000"/>
            <a:ext cx="5200000" cy="640000"/>
          </a:xfrm>
          <a:prstGeom prst="rect">
            <a:avLst/>
          </a:prstGeom>
          <a:solidFill>
            <a:srgbClr val="FF6E00">
              <a:alpha val="12"/>
            </a:srgbClr>
          </a:solidFill>
          <a:ln>
            <a:noFill/>
          </a:ln>
        </p:spPr>
        <p:txBody>
          <a:bodyPr wrap="square" lIns="200000" tIns="20000" rIns="45720" bIns="20000" anchor="ctr"/>
          <a:lstStyle/>
          <a:p>
            <a:pPr algn="l"/>
            <a:r>
              <a:rPr lang="de-DE" sz="2200" b="1" dirty="0">
                <a:solidFill>
                  <a:srgbClr val="FF6E00"/>
                </a:solidFill>
                <a:latin typeface="Arial"/>
              </a:rPr>
              <a:t>Not Assessed ≠ Funktion fehlt.</a:t>
            </a:r>
          </a:p>
        </p:txBody>
      </p:sp>
      <p:sp>
        <p:nvSpPr>
          <p:cNvPr id="401" name="schluss2"/>
          <p:cNvSpPr/>
          <p:nvPr/>
        </p:nvSpPr>
        <p:spPr>
          <a:xfrm>
            <a:off x="5750000" y="5250000"/>
            <a:ext cx="56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0000" rIns="45720" bIns="20000" anchor="ctr"/>
          <a:lstStyle/>
          <a:p>
            <a:pPr algn="l"/>
            <a:r>
              <a:rPr lang="de-DE" sz="1600" b="0" dirty="0">
                <a:solidFill>
                  <a:srgbClr val="808890"/>
                </a:solidFill>
                <a:latin typeface="Arial"/>
              </a:rPr>
              <a:t>Folge der Reichweite, nicht der Methodik.</a:t>
            </a:r>
          </a:p>
        </p:txBody>
      </p:sp>
      <p:sp>
        <p:nvSpPr>
          <p:cNvPr id="2" name="Titel"/>
          <p:cNvSpPr>
            <a:spLocks noGrp="1"/>
          </p:cNvSpPr>
          <p:nvPr>
            <p:ph type="title"/>
          </p:nvPr>
        </p:nvSpPr>
        <p:spPr>
          <a:xfrm>
            <a:off x="373063" y="838200"/>
            <a:ext cx="9800000" cy="700000"/>
          </a:xfrm>
        </p:spPr>
        <p:txBody>
          <a:bodyPr/>
          <a:lstStyle/>
          <a:p>
            <a:pPr algn="l"/>
            <a:r>
              <a:rPr lang="de-DE" sz="2800" b="1" dirty="0">
                <a:solidFill>
                  <a:srgbClr val="FF6E00"/>
                </a:solidFill>
                <a:latin typeface="Arial"/>
              </a:rPr>
              <a:t>14 Anforderungen, ein Zwischenstand</a:t>
            </a:r>
          </a:p>
        </p:txBody>
      </p:sp>
      <p:sp>
        <p:nvSpPr>
          <p:cNvPr id="3" name="Kicker"/>
          <p:cNvSpPr>
            <a:spLocks noGrp="1"/>
          </p:cNvSpPr>
          <p:nvPr>
            <p:ph type="body" sz="quarter" idx="13"/>
          </p:nvPr>
        </p:nvSpPr>
        <p:spPr>
          <a:xfrm>
            <a:off x="373063" y="400000"/>
            <a:ext cx="4000000" cy="300000"/>
          </a:xfrm>
        </p:spPr>
        <p:txBody>
          <a:bodyPr/>
          <a:lstStyle/>
          <a:p>
            <a:pPr algn="l"/>
            <a:r>
              <a:rPr lang="de-DE" sz="1400" b="0" dirty="0">
                <a:solidFill>
                  <a:srgbClr val="30343A"/>
                </a:solidFill>
                <a:latin typeface="Arial"/>
              </a:rPr>
              <a:t>04 · ERGEBNISSE</a:t>
            </a:r>
          </a:p>
        </p:txBody>
      </p:sp>
      <p:sp>
        <p:nvSpPr>
          <p:cNvPr id="4" name="Fusszeile"/>
          <p:cNvSpPr>
            <a:spLocks noGrp="1"/>
          </p:cNvSpPr>
          <p:nvPr>
            <p:ph type="ftr" sz="quarter" idx="11"/>
          </p:nvPr>
        </p:nvSpPr>
        <p:spPr>
          <a:xfrm>
            <a:off x="1024467" y="6260123"/>
            <a:ext cx="2600325" cy="215444"/>
          </a:xfrm>
        </p:spPr>
        <p:txBody>
          <a:bodyPr/>
          <a:lstStyle/>
          <a:p>
            <a:r>
              <a:rPr lang="de-DE" dirty="0"/>
              <a:t>Nathalie Nuber</a:t>
            </a:r>
          </a:p>
        </p:txBody>
      </p:sp>
      <p:sp>
        <p:nvSpPr>
          <p:cNvPr id="5" name="Datum"/>
          <p:cNvSpPr>
            <a:spLocks noGrp="1"/>
          </p:cNvSpPr>
          <p:nvPr>
            <p:ph type="dt" sz="quarter" idx="10"/>
          </p:nvPr>
        </p:nvSpPr>
        <p:spPr>
          <a:xfrm>
            <a:off x="9905999" y="6260123"/>
            <a:ext cx="1200150" cy="215444"/>
          </a:xfrm>
        </p:spPr>
        <p:txBody>
          <a:bodyPr/>
          <a:lstStyle/>
          <a:p>
            <a:r>
              <a:rPr lang="de-DE" dirty="0"/>
              <a:t>22.09.2026</a:t>
            </a:r>
          </a:p>
        </p:txBody>
      </p:sp>
      <p:sp>
        <p:nvSpPr>
          <p:cNvPr id="6" name="Foliennummer"/>
          <p:cNvSpPr>
            <a:spLocks noGrp="1"/>
          </p:cNvSpPr>
          <p:nvPr>
            <p:ph type="sldNum" sz="quarter" idx="12"/>
          </p:nvPr>
        </p:nvSpPr>
        <p:spPr>
          <a:xfrm>
            <a:off x="11245259" y="6260123"/>
            <a:ext cx="530999" cy="215444"/>
          </a:xfrm>
        </p:spPr>
        <p:txBody>
          <a:bodyPr/>
          <a:lstStyle/>
          <a:p>
            <a:fld id="{B6F15528-21DE-4FAC-A6EE-A032D86D5DE9}" type="slidenum">
              <a:rPr lang="de-DE"/>
              <a:t>19</a:t>
            </a:fld>
            <a:endParaRPr lang="de-DE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12" dur="500" autoRev="1" fill="hold"/>
                                        <p:tgtEl>
                                          <p:spTgt spid="240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14" dur="500" autoRev="1" fill="hold"/>
                                        <p:tgtEl>
                                          <p:spTgt spid="241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" grpId="0"/>
      <p:bldP spid="241" grpId="0"/>
      <p:bldP spid="310" grpId="0"/>
      <p:bldP spid="311" grpId="0"/>
      <p:bldP spid="312" grpId="0"/>
      <p:bldP spid="313" grpId="0"/>
      <p:bldP spid="315" grpId="0"/>
      <p:bldP spid="316" grpId="0"/>
      <p:bldP spid="317" grpId="0"/>
      <p:bldP spid="318" grpId="0"/>
      <p:bldP spid="400" grpId="0"/>
      <p:bldP spid="40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84AD65BA-CBF2-F95F-DA6F-643668DAB2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04222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E1CBE85C-D6EF-0AC1-871B-FD3E0DC23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63" y="650591"/>
            <a:ext cx="11447462" cy="553998"/>
          </a:xfrm>
        </p:spPr>
        <p:txBody>
          <a:bodyPr vert="horz"/>
          <a:lstStyle/>
          <a:p>
            <a:r>
              <a:rPr lang="en-US" noProof="0" dirty="0"/>
              <a:t>Agenda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FB84C756-F134-14F6-69BA-D2A95B6597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44922" y="6482964"/>
            <a:ext cx="1058860" cy="138499"/>
          </a:xfrm>
        </p:spPr>
        <p:txBody>
          <a:bodyPr/>
          <a:lstStyle/>
          <a:p>
            <a:r>
              <a:rPr lang="en-US" noProof="0" dirty="0"/>
              <a:t>01/01/2026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1E2C5C-6DA1-E39E-43E6-0749C0EE9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2318" y="6482964"/>
            <a:ext cx="3527607" cy="138499"/>
          </a:xfrm>
        </p:spPr>
        <p:txBody>
          <a:bodyPr/>
          <a:lstStyle/>
          <a:p>
            <a:r>
              <a:rPr lang="en-US" noProof="0" dirty="0"/>
              <a:t>Please add presentation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C4A42A5-47D7-BAF3-B241-5017EFC10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3675" y="6344464"/>
            <a:ext cx="196850" cy="276999"/>
          </a:xfrm>
        </p:spPr>
        <p:txBody>
          <a:bodyPr/>
          <a:lstStyle/>
          <a:p>
            <a:fld id="{AFC0DE47-E009-49FD-9AD1-65414DD64D1A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1ED7AE-7FE4-9AF6-6AA8-5251FF0F12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3063" y="373592"/>
            <a:ext cx="11447462" cy="276999"/>
          </a:xfrm>
        </p:spPr>
        <p:txBody>
          <a:bodyPr/>
          <a:lstStyle/>
          <a:p>
            <a:r>
              <a:rPr lang="en-US" noProof="0" dirty="0"/>
              <a:t>Please insert </a:t>
            </a:r>
            <a:r>
              <a:rPr lang="en-US" noProof="0" dirty="0" err="1"/>
              <a:t>Preheadline</a:t>
            </a:r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E7D704-7FC4-C369-9823-239F3EDDAC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3592" y="1635656"/>
            <a:ext cx="11447463" cy="4571754"/>
          </a:xfrm>
        </p:spPr>
        <p:txBody>
          <a:bodyPr/>
          <a:lstStyle/>
          <a:p>
            <a:r>
              <a:rPr lang="en-US" noProof="0" dirty="0"/>
              <a:t>Chapter of the presentation</a:t>
            </a:r>
          </a:p>
          <a:p>
            <a:r>
              <a:rPr lang="en-US" noProof="0" dirty="0"/>
              <a:t>Chapter of the presentation</a:t>
            </a:r>
          </a:p>
          <a:p>
            <a:r>
              <a:rPr lang="en-US" noProof="0" dirty="0"/>
              <a:t>Chapter of the presentation</a:t>
            </a:r>
          </a:p>
          <a:p>
            <a:r>
              <a:rPr lang="en-US" noProof="0" dirty="0"/>
              <a:t>Chapter of the presentation</a:t>
            </a:r>
          </a:p>
          <a:p>
            <a:r>
              <a:rPr lang="en-US" noProof="0" dirty="0"/>
              <a:t>Chapter of the presentation</a:t>
            </a:r>
          </a:p>
          <a:p>
            <a:r>
              <a:rPr lang="en-US" noProof="0" dirty="0"/>
              <a:t>Chapter of the presentation</a:t>
            </a:r>
          </a:p>
          <a:p>
            <a:r>
              <a:rPr lang="en-US" noProof="0" dirty="0"/>
              <a:t>Chapter of the presentation</a:t>
            </a:r>
          </a:p>
          <a:p>
            <a:r>
              <a:rPr lang="en-US" noProof="0" dirty="0"/>
              <a:t>Chapter of the presentation</a:t>
            </a:r>
          </a:p>
          <a:p>
            <a:r>
              <a:rPr lang="en-US" noProof="0" dirty="0"/>
              <a:t>Chapter of the presentation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4E9FEF3-553A-56D6-83C1-5AFF042A8B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318" y="6278566"/>
            <a:ext cx="3527607" cy="138112"/>
          </a:xfrm>
        </p:spPr>
        <p:txBody>
          <a:bodyPr vert="horz">
            <a:noAutofit/>
          </a:bodyPr>
          <a:lstStyle/>
          <a:p>
            <a:r>
              <a:rPr lang="en-US" noProof="0" dirty="0"/>
              <a:t>Please add chapter title</a:t>
            </a:r>
          </a:p>
        </p:txBody>
      </p:sp>
    </p:spTree>
    <p:extLst>
      <p:ext uri="{BB962C8B-B14F-4D97-AF65-F5344CB8AC3E}">
        <p14:creationId xmlns:p14="http://schemas.microsoft.com/office/powerpoint/2010/main" val="31080431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09D6CA6E-E8D5-7BD6-BEC3-316B56A4FEA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72267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el 8">
            <a:extLst>
              <a:ext uri="{FF2B5EF4-FFF2-40B4-BE49-F238E27FC236}">
                <a16:creationId xmlns:a16="http://schemas.microsoft.com/office/drawing/2014/main" id="{AE599E78-01AD-F271-F7B1-022C404EB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63" y="650591"/>
            <a:ext cx="11447462" cy="553998"/>
          </a:xfrm>
        </p:spPr>
        <p:txBody>
          <a:bodyPr vert="horz"/>
          <a:lstStyle/>
          <a:p>
            <a:r>
              <a:rPr lang="en-US" noProof="0" dirty="0"/>
              <a:t>Agenda Bubble I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7E7A315-6586-4827-2EAB-A5FB6FD9B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01/01/2026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8334D1F-A65D-D97D-06F9-B27B41269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Please add presentation title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DE600E0-9779-8749-D53F-C2C892535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3675" y="6482964"/>
            <a:ext cx="196850" cy="138499"/>
          </a:xfrm>
        </p:spPr>
        <p:txBody>
          <a:bodyPr/>
          <a:lstStyle/>
          <a:p>
            <a:fld id="{AFC0DE47-E009-49FD-9AD1-65414DD64D1A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024C4464-9F0A-A116-01A8-1B58EE4998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3063" y="373592"/>
            <a:ext cx="11447462" cy="276999"/>
          </a:xfrm>
        </p:spPr>
        <p:txBody>
          <a:bodyPr/>
          <a:lstStyle/>
          <a:p>
            <a:r>
              <a:rPr lang="en-US" noProof="0" dirty="0"/>
              <a:t>Please insert </a:t>
            </a:r>
            <a:r>
              <a:rPr lang="en-US" noProof="0" dirty="0" err="1"/>
              <a:t>Preheadline</a:t>
            </a:r>
            <a:endParaRPr lang="en-US" noProof="0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3360D03D-ED39-3FCF-4B8F-A22A913B82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Please add chapter title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9BC7C409-CC92-38C7-4145-12310FC03A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488502" y="0"/>
            <a:ext cx="2298700" cy="3429000"/>
          </a:xfrm>
          <a:prstGeom prst="rect">
            <a:avLst/>
          </a:prstGeom>
          <a:solidFill>
            <a:srgbClr val="F9D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12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use:</a:t>
            </a:r>
          </a:p>
          <a:p>
            <a:pPr>
              <a:spcAft>
                <a:spcPts val="300"/>
              </a:spcAft>
            </a:pPr>
            <a:r>
              <a:rPr lang="en-US" sz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simply type your </a:t>
            </a:r>
            <a:br>
              <a:rPr lang="en-US" sz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directly into the circles. </a:t>
            </a:r>
          </a:p>
          <a:p>
            <a:pPr>
              <a:spcAft>
                <a:spcPts val="300"/>
              </a:spcAft>
            </a:pPr>
            <a:r>
              <a:rPr lang="en-US" sz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want to move or delete it, right-click the circle and select Unlock.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7433017-1576-FE7D-6DE2-063330D089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2812" y="2363925"/>
            <a:ext cx="3115988" cy="311598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540000" rIns="72000" bIns="72000" rtlCol="0" anchor="t"/>
          <a:lstStyle/>
          <a:p>
            <a:pPr algn="ctr">
              <a:spcAft>
                <a:spcPts val="600"/>
              </a:spcAft>
            </a:pPr>
            <a:r>
              <a:rPr lang="de-DE" dirty="0"/>
              <a:t>01</a:t>
            </a:r>
          </a:p>
          <a:p>
            <a:pPr algn="ctr">
              <a:spcAft>
                <a:spcPts val="600"/>
              </a:spcAft>
            </a:pPr>
            <a:r>
              <a:rPr lang="de-DE" sz="2400" dirty="0">
                <a:solidFill>
                  <a:schemeClr val="bg1"/>
                </a:solidFill>
              </a:rPr>
              <a:t>Agenda</a:t>
            </a:r>
            <a:endParaRPr lang="de-DE" sz="2800" dirty="0">
              <a:solidFill>
                <a:schemeClr val="bg1"/>
              </a:solidFill>
            </a:endParaRPr>
          </a:p>
        </p:txBody>
      </p:sp>
      <p:sp>
        <p:nvSpPr>
          <p:cNvPr id="21" name="Oval 1">
            <a:extLst>
              <a:ext uri="{FF2B5EF4-FFF2-40B4-BE49-F238E27FC236}">
                <a16:creationId xmlns:a16="http://schemas.microsoft.com/office/drawing/2014/main" id="{1F995BEE-B0AF-4355-894B-8626B45E63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538800" y="2363925"/>
            <a:ext cx="3115988" cy="311598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540000" rIns="72000" bIns="72000" rtlCol="0" anchor="t"/>
          <a:lstStyle/>
          <a:p>
            <a:pPr algn="ctr">
              <a:spcAft>
                <a:spcPts val="600"/>
              </a:spcAft>
            </a:pPr>
            <a:r>
              <a:rPr lang="de-DE" dirty="0"/>
              <a:t>02</a:t>
            </a:r>
          </a:p>
          <a:p>
            <a:pPr algn="ctr">
              <a:spcAft>
                <a:spcPts val="600"/>
              </a:spcAft>
            </a:pPr>
            <a:r>
              <a:rPr lang="de-DE" sz="2400" dirty="0">
                <a:solidFill>
                  <a:schemeClr val="bg1"/>
                </a:solidFill>
              </a:rPr>
              <a:t>Agenda</a:t>
            </a:r>
            <a:endParaRPr lang="de-DE" sz="2800" dirty="0">
              <a:solidFill>
                <a:schemeClr val="bg1"/>
              </a:solidFill>
            </a:endParaRPr>
          </a:p>
        </p:txBody>
      </p:sp>
      <p:sp>
        <p:nvSpPr>
          <p:cNvPr id="22" name="Oval 1">
            <a:extLst>
              <a:ext uri="{FF2B5EF4-FFF2-40B4-BE49-F238E27FC236}">
                <a16:creationId xmlns:a16="http://schemas.microsoft.com/office/drawing/2014/main" id="{5A0FCC7C-A625-E77D-EBDF-072A7709E7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94788" y="2363925"/>
            <a:ext cx="3115988" cy="311598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540000" rIns="72000" bIns="72000" rtlCol="0" anchor="t"/>
          <a:lstStyle/>
          <a:p>
            <a:pPr algn="ctr">
              <a:spcAft>
                <a:spcPts val="600"/>
              </a:spcAft>
            </a:pPr>
            <a:r>
              <a:rPr lang="de-DE" dirty="0"/>
              <a:t>03</a:t>
            </a:r>
          </a:p>
          <a:p>
            <a:pPr algn="ctr">
              <a:spcAft>
                <a:spcPts val="600"/>
              </a:spcAft>
            </a:pPr>
            <a:r>
              <a:rPr lang="de-DE" sz="2400" dirty="0">
                <a:solidFill>
                  <a:schemeClr val="bg1"/>
                </a:solidFill>
              </a:rPr>
              <a:t>Agenda</a:t>
            </a:r>
            <a:endParaRPr lang="de-DE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5328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A4827-4EA5-AF26-B3CC-8947D9669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E2E52B2D-E94D-AEAA-63B4-4E76C1EC5F1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9D6CA6E-E8D5-7BD6-BEC3-316B56A4FE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el 8">
            <a:extLst>
              <a:ext uri="{FF2B5EF4-FFF2-40B4-BE49-F238E27FC236}">
                <a16:creationId xmlns:a16="http://schemas.microsoft.com/office/drawing/2014/main" id="{ED5985B9-8CAB-B9BD-6C2E-91D6BA41F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63" y="650591"/>
            <a:ext cx="11447462" cy="553998"/>
          </a:xfrm>
        </p:spPr>
        <p:txBody>
          <a:bodyPr vert="horz"/>
          <a:lstStyle/>
          <a:p>
            <a:r>
              <a:rPr lang="en-US" noProof="0" dirty="0"/>
              <a:t>Agenda Bubble II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62864C-6404-3A4B-6B28-9DA160951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01/01/2026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54D5740-98A0-10F3-D33D-CC3CC767D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Please add presentation title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4793EE5-E33D-4144-256B-8968A39D2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3675" y="6482964"/>
            <a:ext cx="196850" cy="138499"/>
          </a:xfrm>
        </p:spPr>
        <p:txBody>
          <a:bodyPr/>
          <a:lstStyle/>
          <a:p>
            <a:fld id="{AFC0DE47-E009-49FD-9AD1-65414DD64D1A}" type="slidenum">
              <a:rPr lang="en-US" noProof="0" smtClean="0"/>
              <a:pPr/>
              <a:t>22</a:t>
            </a:fld>
            <a:endParaRPr lang="en-US" noProof="0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C59E642-AFE4-ADFA-CE42-743C40303B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3063" y="373592"/>
            <a:ext cx="11447462" cy="276999"/>
          </a:xfrm>
        </p:spPr>
        <p:txBody>
          <a:bodyPr/>
          <a:lstStyle/>
          <a:p>
            <a:r>
              <a:rPr lang="en-US" noProof="0" dirty="0"/>
              <a:t>Please insert </a:t>
            </a:r>
            <a:r>
              <a:rPr lang="en-US" noProof="0" dirty="0" err="1"/>
              <a:t>Preheadline</a:t>
            </a:r>
            <a:endParaRPr lang="en-US" noProof="0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D8E82CC2-2528-BB54-7D82-FDCE08FBE1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Please add chapter title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F74DABE-32EC-C7E6-573E-BC09DD535F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488502" y="0"/>
            <a:ext cx="2298700" cy="3429000"/>
          </a:xfrm>
          <a:prstGeom prst="rect">
            <a:avLst/>
          </a:prstGeom>
          <a:solidFill>
            <a:srgbClr val="F9D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12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use:</a:t>
            </a:r>
          </a:p>
          <a:p>
            <a:pPr>
              <a:spcAft>
                <a:spcPts val="300"/>
              </a:spcAft>
            </a:pPr>
            <a:r>
              <a:rPr lang="en-US" sz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simply type your </a:t>
            </a:r>
            <a:br>
              <a:rPr lang="en-US" sz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directly into the circles. </a:t>
            </a:r>
          </a:p>
          <a:p>
            <a:pPr>
              <a:spcAft>
                <a:spcPts val="300"/>
              </a:spcAft>
            </a:pPr>
            <a:r>
              <a:rPr lang="en-US" sz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want to move or delete it, right-click the circle and select Unlock.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486DE84-4042-29D7-E11F-EB92AAB52203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882811" y="2951123"/>
            <a:ext cx="1941593" cy="1941593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44000" rIns="72000" bIns="72000" rtlCol="0" anchor="t"/>
          <a:lstStyle/>
          <a:p>
            <a:pPr algn="ctr">
              <a:spcAft>
                <a:spcPts val="600"/>
              </a:spcAft>
            </a:pPr>
            <a:r>
              <a:rPr lang="de-DE" sz="1600" dirty="0"/>
              <a:t>01</a:t>
            </a:r>
            <a:endParaRPr lang="de-DE" dirty="0"/>
          </a:p>
          <a:p>
            <a:pPr algn="ctr">
              <a:spcAft>
                <a:spcPts val="600"/>
              </a:spcAft>
            </a:pPr>
            <a:r>
              <a:rPr lang="de-DE" sz="2000" dirty="0">
                <a:solidFill>
                  <a:schemeClr val="bg1"/>
                </a:solidFill>
              </a:rPr>
              <a:t>Agenda</a:t>
            </a:r>
            <a:endParaRPr lang="de-DE" sz="2800" dirty="0">
              <a:solidFill>
                <a:schemeClr val="bg1"/>
              </a:solidFill>
            </a:endParaRPr>
          </a:p>
        </p:txBody>
      </p:sp>
      <p:sp>
        <p:nvSpPr>
          <p:cNvPr id="21" name="Oval 1">
            <a:extLst>
              <a:ext uri="{FF2B5EF4-FFF2-40B4-BE49-F238E27FC236}">
                <a16:creationId xmlns:a16="http://schemas.microsoft.com/office/drawing/2014/main" id="{FE87F6FE-C61B-3149-68EC-F9CE2983BED5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5125997" y="2951123"/>
            <a:ext cx="1941593" cy="1941593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44000" rIns="72000" bIns="72000" rtlCol="0" anchor="t"/>
          <a:lstStyle/>
          <a:p>
            <a:pPr algn="ctr">
              <a:spcAft>
                <a:spcPts val="600"/>
              </a:spcAft>
            </a:pPr>
            <a:r>
              <a:rPr lang="de-DE" sz="1600" dirty="0"/>
              <a:t>03</a:t>
            </a:r>
          </a:p>
          <a:p>
            <a:pPr algn="ctr">
              <a:spcAft>
                <a:spcPts val="600"/>
              </a:spcAft>
            </a:pPr>
            <a:r>
              <a:rPr lang="de-DE" sz="2000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22" name="Oval 1">
            <a:extLst>
              <a:ext uri="{FF2B5EF4-FFF2-40B4-BE49-F238E27FC236}">
                <a16:creationId xmlns:a16="http://schemas.microsoft.com/office/drawing/2014/main" id="{258553A5-9B8A-A7EA-C960-24D80327EBD8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9369182" y="2951123"/>
            <a:ext cx="1941593" cy="1941593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44000" rIns="72000" bIns="72000" rtlCol="0" anchor="t"/>
          <a:lstStyle/>
          <a:p>
            <a:pPr algn="ctr">
              <a:spcAft>
                <a:spcPts val="600"/>
              </a:spcAft>
            </a:pPr>
            <a:r>
              <a:rPr lang="de-DE" sz="1600" dirty="0"/>
              <a:t>05</a:t>
            </a:r>
          </a:p>
          <a:p>
            <a:pPr algn="ctr">
              <a:spcAft>
                <a:spcPts val="600"/>
              </a:spcAft>
            </a:pPr>
            <a:r>
              <a:rPr lang="de-DE" sz="2000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8" name="Oval 1">
            <a:extLst>
              <a:ext uri="{FF2B5EF4-FFF2-40B4-BE49-F238E27FC236}">
                <a16:creationId xmlns:a16="http://schemas.microsoft.com/office/drawing/2014/main" id="{C17B6DA3-9D29-4392-8484-D5DCD7DA99DE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7247590" y="2951123"/>
            <a:ext cx="1941593" cy="1941593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44000" rIns="72000" bIns="72000" rtlCol="0" anchor="t"/>
          <a:lstStyle/>
          <a:p>
            <a:pPr algn="ctr">
              <a:spcAft>
                <a:spcPts val="600"/>
              </a:spcAft>
            </a:pPr>
            <a:r>
              <a:rPr lang="de-DE" sz="1600" dirty="0"/>
              <a:t>04</a:t>
            </a:r>
          </a:p>
          <a:p>
            <a:pPr algn="ctr">
              <a:spcAft>
                <a:spcPts val="600"/>
              </a:spcAft>
            </a:pPr>
            <a:r>
              <a:rPr lang="de-DE" sz="2000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14" name="Oval 1">
            <a:extLst>
              <a:ext uri="{FF2B5EF4-FFF2-40B4-BE49-F238E27FC236}">
                <a16:creationId xmlns:a16="http://schemas.microsoft.com/office/drawing/2014/main" id="{ED2D3CC2-45C0-D339-B62B-D826ED959739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3004405" y="2951123"/>
            <a:ext cx="1941593" cy="1941593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44000" rIns="72000" bIns="72000" rtlCol="0" anchor="t"/>
          <a:lstStyle/>
          <a:p>
            <a:pPr algn="ctr">
              <a:spcAft>
                <a:spcPts val="600"/>
              </a:spcAft>
            </a:pPr>
            <a:r>
              <a:rPr lang="de-DE" sz="1600" dirty="0"/>
              <a:t>02</a:t>
            </a:r>
          </a:p>
          <a:p>
            <a:pPr algn="ctr">
              <a:spcAft>
                <a:spcPts val="600"/>
              </a:spcAft>
            </a:pPr>
            <a:r>
              <a:rPr lang="de-DE" sz="2000" dirty="0">
                <a:solidFill>
                  <a:schemeClr val="bg1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7661104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516E-4D4E-1972-A890-1FE840F71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74D2A7E-F052-3B2F-5719-3D1F2ADA66D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40794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4AD65BA-CBF2-F95F-DA6F-643668DAB2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A79C5DEA-3DD2-C273-3175-E571B13CE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63" y="650591"/>
            <a:ext cx="11447462" cy="553998"/>
          </a:xfrm>
        </p:spPr>
        <p:txBody>
          <a:bodyPr vert="horz"/>
          <a:lstStyle/>
          <a:p>
            <a:r>
              <a:rPr lang="en-US" noProof="0" dirty="0"/>
              <a:t>Blanco Slide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B8FE2D1-9001-B294-371A-A08E56CC3B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44922" y="6482964"/>
            <a:ext cx="1058860" cy="138499"/>
          </a:xfrm>
        </p:spPr>
        <p:txBody>
          <a:bodyPr/>
          <a:lstStyle/>
          <a:p>
            <a:r>
              <a:rPr lang="en-US" noProof="0" dirty="0"/>
              <a:t>01/01/2026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DCEEDD0-4057-AE7F-B20F-09C503B9E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2318" y="6482964"/>
            <a:ext cx="3527607" cy="138499"/>
          </a:xfrm>
        </p:spPr>
        <p:txBody>
          <a:bodyPr/>
          <a:lstStyle/>
          <a:p>
            <a:r>
              <a:rPr lang="en-US" noProof="0" dirty="0"/>
              <a:t>Please add presentation title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AD9F0C2-B9D4-9BD0-4AC2-59812AB49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3675" y="6482964"/>
            <a:ext cx="196850" cy="138499"/>
          </a:xfrm>
        </p:spPr>
        <p:txBody>
          <a:bodyPr/>
          <a:lstStyle/>
          <a:p>
            <a:fld id="{AFC0DE47-E009-49FD-9AD1-65414DD64D1A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1CA111-0E43-7614-0036-EDAFCEB261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3063" y="373592"/>
            <a:ext cx="11447462" cy="276999"/>
          </a:xfrm>
        </p:spPr>
        <p:txBody>
          <a:bodyPr/>
          <a:lstStyle/>
          <a:p>
            <a:r>
              <a:rPr lang="en-US" noProof="0" dirty="0"/>
              <a:t>Please insert </a:t>
            </a:r>
            <a:r>
              <a:rPr lang="en-US" noProof="0" dirty="0" err="1"/>
              <a:t>Preheadline</a:t>
            </a:r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B5C628-AC67-33A6-EF87-011B1D7721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318" y="6278566"/>
            <a:ext cx="3527607" cy="138112"/>
          </a:xfrm>
        </p:spPr>
        <p:txBody>
          <a:bodyPr>
            <a:noAutofit/>
          </a:bodyPr>
          <a:lstStyle/>
          <a:p>
            <a:pPr lvl="0"/>
            <a:r>
              <a:rPr lang="en-US" noProof="0" dirty="0"/>
              <a:t>Please add chapter title</a:t>
            </a:r>
          </a:p>
        </p:txBody>
      </p:sp>
    </p:spTree>
    <p:extLst>
      <p:ext uri="{BB962C8B-B14F-4D97-AF65-F5344CB8AC3E}">
        <p14:creationId xmlns:p14="http://schemas.microsoft.com/office/powerpoint/2010/main" val="25465312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872E0-4CBB-A8C0-6D59-5A6CEFB7B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27E134C-1707-7185-A75F-C03F0F03BB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901948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4D2A7E-F052-3B2F-5719-3D1F2ADA66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41099AEA-3679-4F5D-5BA2-770FB2CE5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noProof="0" dirty="0"/>
              <a:t>One column – Bullets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2C17076-F6E4-B0E5-C8EC-0B47C0021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01/01/2026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38642C-4E0A-074F-E82B-DFA083747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Please add presentation title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FDFC827-CDAA-4567-D32E-850D5AA8B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3675" y="6482964"/>
            <a:ext cx="196850" cy="138499"/>
          </a:xfrm>
        </p:spPr>
        <p:txBody>
          <a:bodyPr/>
          <a:lstStyle/>
          <a:p>
            <a:fld id="{AFC0DE47-E009-49FD-9AD1-65414DD64D1A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9A1638-7367-3263-342B-64FDAE758A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Please insert </a:t>
            </a:r>
            <a:r>
              <a:rPr lang="en-US" noProof="0" dirty="0" err="1"/>
              <a:t>Preheadline</a:t>
            </a:r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D1C2376-0F59-F0A0-FBD9-9E9C363904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pPr lvl="0"/>
            <a:r>
              <a:rPr lang="en-US" noProof="0" dirty="0"/>
              <a:t>Please add chapter title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55D61D-CADA-F68A-B73E-B137F36B764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noProof="0" dirty="0"/>
              <a:t>Headline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AEB2C-150A-52C3-9579-2E72FA78E1D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lvl="1"/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lvl="2"/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lvl="3"/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lvl="4"/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878784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A1E07-2CF7-856C-A8CC-753C686E9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B38BDDAA-DA67-92BA-6543-F097D531554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440149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7E134C-1707-7185-A75F-C03F0F03BB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22C4F104-BAB8-D717-85CD-E01DB34AC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noProof="0" dirty="0"/>
              <a:t>Two columns – Bullets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7D1A555-D805-0386-9B16-666E5C629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01/01/2026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86159A-3286-CF42-2778-52C360883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Please add presentation title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A397183-402A-FDCC-5839-3C79D529F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3675" y="6482964"/>
            <a:ext cx="196850" cy="138499"/>
          </a:xfrm>
        </p:spPr>
        <p:txBody>
          <a:bodyPr/>
          <a:lstStyle/>
          <a:p>
            <a:fld id="{AFC0DE47-E009-49FD-9AD1-65414DD64D1A}" type="slidenum">
              <a:rPr lang="en-US" noProof="0" smtClean="0"/>
              <a:pPr/>
              <a:t>25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5D4DD5-AF4F-F263-A174-382BE32C7D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Please insert </a:t>
            </a:r>
            <a:r>
              <a:rPr lang="en-US" noProof="0" dirty="0" err="1"/>
              <a:t>Preheadline</a:t>
            </a:r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4BB6A9-C451-E558-3B6A-68B950D8BE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pPr lvl="0"/>
            <a:r>
              <a:rPr lang="en-US" noProof="0" dirty="0"/>
              <a:t>Please add chapter title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0D1CDE3-34B0-953C-4E51-CE5FE01B9E2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noProof="0" dirty="0"/>
              <a:t>Headline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78D3A-D016-D1F9-6A20-B707FC894A1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lvl="1"/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lvl="2"/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lvl="3"/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lvl="4"/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C0F637-A39A-5187-6A1C-49682EC86F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noProof="0" dirty="0"/>
              <a:t>Headline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3180FDC-98F2-453A-A3E6-0368C496A44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lvl="1"/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lvl="2"/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lvl="3"/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lvl="4"/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6233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1EE27-3A8F-835E-2C4E-DC5587E9A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56EC33F-D80F-D065-BA5F-1EA956C869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38BDDAA-DA67-92BA-6543-F097D53155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035BF2C3-3A11-2E6E-FCC8-4EC197F58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noProof="0" dirty="0"/>
              <a:t>Two columns – Numbers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9520B1E-496B-AB48-0E7C-07543EC94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01/01/2026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20E7943-52C6-6E10-D829-2735AD46F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Please add presentation title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1E13734-BC21-59CB-7DD3-985BC83A9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3675" y="6482964"/>
            <a:ext cx="196850" cy="138499"/>
          </a:xfrm>
        </p:spPr>
        <p:txBody>
          <a:bodyPr/>
          <a:lstStyle/>
          <a:p>
            <a:fld id="{AFC0DE47-E009-49FD-9AD1-65414DD64D1A}" type="slidenum">
              <a:rPr lang="en-US" noProof="0" smtClean="0"/>
              <a:pPr/>
              <a:t>26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B5DCFF-D947-D2D2-515F-413FC1E9E0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Please insert </a:t>
            </a:r>
            <a:r>
              <a:rPr lang="en-US" noProof="0" dirty="0" err="1"/>
              <a:t>Preheadline</a:t>
            </a:r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22298B5-95DA-66F4-7B3C-FFF1B780F8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pPr lvl="0"/>
            <a:r>
              <a:rPr lang="en-US" noProof="0" dirty="0"/>
              <a:t>Please add chapter title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63DD17E-A623-B5D5-AABA-E33B0BABF2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noProof="0" dirty="0"/>
              <a:t>Headline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12652-1A76-0CA0-806B-E0913B5E0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marL="342900" indent="-342900">
              <a:buFont typeface="+mj-lt"/>
              <a:buAutoNum type="arabicPeriod"/>
            </a:pPr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EDC7560-76F1-159E-D41D-3BDCDC16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noProof="0" dirty="0"/>
              <a:t>Headline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A48C084-75D4-8102-7084-4E9DED33D17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00366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BDDD3-A044-A0DA-F640-FB03CE662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6ACCE980-79DE-D8B7-09A2-3EE35CF4E8D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417004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38BDDAA-DA67-92BA-6543-F097D53155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BF474AAA-C476-4FA0-E33B-4D35281DE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63" y="650591"/>
            <a:ext cx="11447462" cy="553998"/>
          </a:xfrm>
        </p:spPr>
        <p:txBody>
          <a:bodyPr vert="horz"/>
          <a:lstStyle/>
          <a:p>
            <a:r>
              <a:rPr lang="en-US" noProof="0" dirty="0"/>
              <a:t>Two columns –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146B41F-1548-B078-B776-A67AE0B880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44922" y="6482964"/>
            <a:ext cx="1058860" cy="138499"/>
          </a:xfrm>
        </p:spPr>
        <p:txBody>
          <a:bodyPr/>
          <a:lstStyle/>
          <a:p>
            <a:r>
              <a:rPr lang="en-US" noProof="0" dirty="0"/>
              <a:t>01/01/2026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394B82C-A5AA-1EEB-F94F-8B63685F8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2318" y="6482964"/>
            <a:ext cx="3527607" cy="138499"/>
          </a:xfrm>
        </p:spPr>
        <p:txBody>
          <a:bodyPr/>
          <a:lstStyle/>
          <a:p>
            <a:r>
              <a:rPr lang="en-US" noProof="0" dirty="0"/>
              <a:t>Please add presentation title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3D83ACD-A8B9-34BB-35FB-035131ED0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3675" y="6344464"/>
            <a:ext cx="196850" cy="276999"/>
          </a:xfrm>
        </p:spPr>
        <p:txBody>
          <a:bodyPr/>
          <a:lstStyle/>
          <a:p>
            <a:fld id="{AFC0DE47-E009-49FD-9AD1-65414DD64D1A}" type="slidenum">
              <a:rPr lang="en-US" noProof="0" smtClean="0"/>
              <a:pPr/>
              <a:t>27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57C72C-7807-8DBB-BAF8-8A4F9B705B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3063" y="373592"/>
            <a:ext cx="11447462" cy="276999"/>
          </a:xfrm>
        </p:spPr>
        <p:txBody>
          <a:bodyPr/>
          <a:lstStyle/>
          <a:p>
            <a:r>
              <a:rPr lang="en-US" noProof="0" dirty="0"/>
              <a:t>Please insert </a:t>
            </a:r>
            <a:r>
              <a:rPr lang="en-US" noProof="0" dirty="0" err="1"/>
              <a:t>Preheadline</a:t>
            </a:r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D354B22-3FCD-4F7D-E4DD-4F3315BFCF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318" y="6278566"/>
            <a:ext cx="3527607" cy="138112"/>
          </a:xfrm>
        </p:spPr>
        <p:txBody>
          <a:bodyPr>
            <a:noAutofit/>
          </a:bodyPr>
          <a:lstStyle/>
          <a:p>
            <a:pPr lvl="0"/>
            <a:r>
              <a:rPr lang="en-US" noProof="0" dirty="0"/>
              <a:t>Please add chapter title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CEFAB5D-0530-9637-EC58-FCCF399F180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3062" y="1635126"/>
            <a:ext cx="5543732" cy="307777"/>
          </a:xfrm>
        </p:spPr>
        <p:txBody>
          <a:bodyPr/>
          <a:lstStyle/>
          <a:p>
            <a:r>
              <a:rPr lang="en-US" noProof="0" dirty="0"/>
              <a:t>Headline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0EE40-5370-A9E2-D517-78B864481A5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3062" y="2014903"/>
            <a:ext cx="5543732" cy="4193810"/>
          </a:xfrm>
        </p:spPr>
        <p:txBody>
          <a:bodyPr/>
          <a:lstStyle/>
          <a:p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r>
              <a:rPr lang="en-US" noProof="0" dirty="0"/>
              <a:t>, </a:t>
            </a:r>
            <a:r>
              <a:rPr lang="en-US" noProof="0" dirty="0" err="1"/>
              <a:t>consetetur</a:t>
            </a:r>
            <a:r>
              <a:rPr lang="en-US" noProof="0" dirty="0"/>
              <a:t> </a:t>
            </a:r>
            <a:r>
              <a:rPr lang="en-US" noProof="0" dirty="0" err="1"/>
              <a:t>sadipscing</a:t>
            </a:r>
            <a:br>
              <a:rPr lang="en-US" dirty="0"/>
            </a:br>
            <a:r>
              <a:rPr lang="en-US" noProof="0" dirty="0" err="1"/>
              <a:t>elitr</a:t>
            </a:r>
            <a:r>
              <a:rPr lang="en-US" noProof="0" dirty="0"/>
              <a:t>, sed diam </a:t>
            </a:r>
            <a:r>
              <a:rPr lang="en-US" noProof="0" dirty="0" err="1"/>
              <a:t>nonumy</a:t>
            </a:r>
            <a:r>
              <a:rPr lang="en-US" noProof="0" dirty="0"/>
              <a:t> </a:t>
            </a:r>
            <a:r>
              <a:rPr lang="en-US" noProof="0" dirty="0" err="1"/>
              <a:t>eirmod</a:t>
            </a:r>
            <a:r>
              <a:rPr lang="en-US" noProof="0" dirty="0"/>
              <a:t> </a:t>
            </a:r>
            <a:r>
              <a:rPr lang="en-US" noProof="0" dirty="0" err="1"/>
              <a:t>tempor</a:t>
            </a:r>
            <a:r>
              <a:rPr lang="en-US" noProof="0" dirty="0"/>
              <a:t> </a:t>
            </a:r>
            <a:r>
              <a:rPr lang="en-US" noProof="0" dirty="0" err="1"/>
              <a:t>invidunt</a:t>
            </a:r>
            <a:r>
              <a:rPr lang="en-US" noProof="0" dirty="0"/>
              <a:t> </a:t>
            </a:r>
            <a:r>
              <a:rPr lang="en-US" noProof="0" dirty="0" err="1"/>
              <a:t>ut</a:t>
            </a:r>
            <a:r>
              <a:rPr lang="en-US" noProof="0" dirty="0"/>
              <a:t> labore et dolore magna </a:t>
            </a:r>
            <a:r>
              <a:rPr lang="en-US" noProof="0" dirty="0" err="1"/>
              <a:t>aliquyam</a:t>
            </a:r>
            <a:r>
              <a:rPr lang="en-US" noProof="0" dirty="0"/>
              <a:t> </a:t>
            </a:r>
            <a:r>
              <a:rPr lang="en-US" noProof="0" dirty="0" err="1"/>
              <a:t>erat</a:t>
            </a:r>
            <a:r>
              <a:rPr lang="en-US" noProof="0" dirty="0"/>
              <a:t>, sed diam </a:t>
            </a:r>
            <a:r>
              <a:rPr lang="en-US" noProof="0" dirty="0" err="1"/>
              <a:t>voluptua</a:t>
            </a:r>
            <a:r>
              <a:rPr lang="en-US" noProof="0" dirty="0"/>
              <a:t>. At </a:t>
            </a:r>
            <a:r>
              <a:rPr lang="en-US" noProof="0" dirty="0" err="1"/>
              <a:t>vero</a:t>
            </a:r>
            <a:r>
              <a:rPr lang="en-US" noProof="0" dirty="0"/>
              <a:t> </a:t>
            </a:r>
            <a:r>
              <a:rPr lang="en-US" noProof="0" dirty="0" err="1"/>
              <a:t>eos</a:t>
            </a:r>
            <a:r>
              <a:rPr lang="en-US" noProof="0" dirty="0"/>
              <a:t> et </a:t>
            </a:r>
            <a:r>
              <a:rPr lang="en-US" noProof="0" dirty="0" err="1"/>
              <a:t>accusam</a:t>
            </a:r>
            <a:r>
              <a:rPr lang="en-US" noProof="0" dirty="0"/>
              <a:t> et </a:t>
            </a:r>
            <a:r>
              <a:rPr lang="en-US" noProof="0" dirty="0" err="1"/>
              <a:t>justo</a:t>
            </a:r>
            <a:r>
              <a:rPr lang="en-US" noProof="0" dirty="0"/>
              <a:t> duo </a:t>
            </a:r>
            <a:r>
              <a:rPr lang="en-US" noProof="0" dirty="0" err="1"/>
              <a:t>dolores</a:t>
            </a:r>
            <a:r>
              <a:rPr lang="en-US" noProof="0" dirty="0"/>
              <a:t> et </a:t>
            </a:r>
            <a:r>
              <a:rPr lang="en-US" noProof="0" dirty="0" err="1"/>
              <a:t>ea</a:t>
            </a:r>
            <a:r>
              <a:rPr lang="en-US" noProof="0" dirty="0"/>
              <a:t> </a:t>
            </a:r>
            <a:r>
              <a:rPr lang="en-US" noProof="0" dirty="0" err="1"/>
              <a:t>rebum</a:t>
            </a:r>
            <a:r>
              <a:rPr lang="en-US" noProof="0" dirty="0"/>
              <a:t>. Stet </a:t>
            </a:r>
            <a:r>
              <a:rPr lang="en-US" noProof="0" dirty="0" err="1"/>
              <a:t>clita</a:t>
            </a:r>
            <a:r>
              <a:rPr lang="en-US" noProof="0" dirty="0"/>
              <a:t> </a:t>
            </a:r>
            <a:r>
              <a:rPr lang="en-US" noProof="0" dirty="0" err="1"/>
              <a:t>kasd</a:t>
            </a:r>
            <a:r>
              <a:rPr lang="en-US" noProof="0" dirty="0"/>
              <a:t> </a:t>
            </a:r>
            <a:r>
              <a:rPr lang="en-US" noProof="0" dirty="0" err="1"/>
              <a:t>gubergren</a:t>
            </a:r>
            <a:r>
              <a:rPr lang="en-US" noProof="0" dirty="0"/>
              <a:t>, no sea </a:t>
            </a:r>
            <a:r>
              <a:rPr lang="en-US" noProof="0" dirty="0" err="1"/>
              <a:t>takimata</a:t>
            </a:r>
            <a:r>
              <a:rPr lang="en-US" noProof="0" dirty="0"/>
              <a:t> </a:t>
            </a:r>
            <a:r>
              <a:rPr lang="en-US" noProof="0" dirty="0" err="1"/>
              <a:t>sanctus</a:t>
            </a:r>
            <a:r>
              <a:rPr lang="en-US" noProof="0" dirty="0"/>
              <a:t> est Lorem ipsum dolor sit </a:t>
            </a:r>
            <a:r>
              <a:rPr lang="en-US" noProof="0" dirty="0" err="1"/>
              <a:t>amet</a:t>
            </a:r>
            <a:r>
              <a:rPr lang="en-US" noProof="0" dirty="0"/>
              <a:t>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04B7A00-9A3A-F25A-815A-0DF04AC05D0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76794" y="1635125"/>
            <a:ext cx="5543732" cy="307777"/>
          </a:xfrm>
        </p:spPr>
        <p:txBody>
          <a:bodyPr/>
          <a:lstStyle/>
          <a:p>
            <a:r>
              <a:rPr lang="en-US" noProof="0" dirty="0"/>
              <a:t>Headline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71890DF-B288-D37B-2EDE-D9A3667F7AF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76794" y="2014903"/>
            <a:ext cx="5543732" cy="4193810"/>
          </a:xfrm>
        </p:spPr>
        <p:txBody>
          <a:bodyPr/>
          <a:lstStyle/>
          <a:p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r>
              <a:rPr lang="en-US" noProof="0" dirty="0"/>
              <a:t>, </a:t>
            </a:r>
            <a:r>
              <a:rPr lang="en-US" noProof="0" dirty="0" err="1"/>
              <a:t>consetetur</a:t>
            </a:r>
            <a:r>
              <a:rPr lang="en-US" noProof="0" dirty="0"/>
              <a:t> </a:t>
            </a:r>
            <a:r>
              <a:rPr lang="en-US" noProof="0" dirty="0" err="1"/>
              <a:t>sadipscing</a:t>
            </a:r>
            <a:r>
              <a:rPr lang="en-US" noProof="0" dirty="0"/>
              <a:t> </a:t>
            </a:r>
            <a:r>
              <a:rPr lang="en-US" noProof="0" dirty="0" err="1"/>
              <a:t>elitr</a:t>
            </a:r>
            <a:r>
              <a:rPr lang="en-US" noProof="0" dirty="0"/>
              <a:t>, sed diam </a:t>
            </a:r>
            <a:r>
              <a:rPr lang="en-US" noProof="0" dirty="0" err="1"/>
              <a:t>nonumy</a:t>
            </a:r>
            <a:r>
              <a:rPr lang="en-US" noProof="0" dirty="0"/>
              <a:t> </a:t>
            </a:r>
            <a:r>
              <a:rPr lang="en-US" noProof="0" dirty="0" err="1"/>
              <a:t>eirmod</a:t>
            </a:r>
            <a:r>
              <a:rPr lang="en-US" noProof="0" dirty="0"/>
              <a:t> </a:t>
            </a:r>
            <a:r>
              <a:rPr lang="en-US" noProof="0" dirty="0" err="1"/>
              <a:t>tempor</a:t>
            </a:r>
            <a:r>
              <a:rPr lang="en-US" noProof="0" dirty="0"/>
              <a:t> </a:t>
            </a:r>
            <a:r>
              <a:rPr lang="en-US" noProof="0" dirty="0" err="1"/>
              <a:t>invidunt</a:t>
            </a:r>
            <a:r>
              <a:rPr lang="en-US" noProof="0" dirty="0"/>
              <a:t> </a:t>
            </a:r>
            <a:r>
              <a:rPr lang="en-US" noProof="0" dirty="0" err="1"/>
              <a:t>ut</a:t>
            </a:r>
            <a:r>
              <a:rPr lang="en-US" noProof="0" dirty="0"/>
              <a:t> labore et dolore magna </a:t>
            </a:r>
            <a:r>
              <a:rPr lang="en-US" noProof="0" dirty="0" err="1"/>
              <a:t>aliquyam</a:t>
            </a:r>
            <a:r>
              <a:rPr lang="en-US" noProof="0" dirty="0"/>
              <a:t> </a:t>
            </a:r>
            <a:r>
              <a:rPr lang="en-US" noProof="0" dirty="0" err="1"/>
              <a:t>erat</a:t>
            </a:r>
            <a:r>
              <a:rPr lang="en-US" noProof="0" dirty="0"/>
              <a:t>, sed diam </a:t>
            </a:r>
            <a:r>
              <a:rPr lang="en-US" noProof="0" dirty="0" err="1"/>
              <a:t>voluptua</a:t>
            </a:r>
            <a:r>
              <a:rPr lang="en-US" noProof="0" dirty="0"/>
              <a:t>. At </a:t>
            </a:r>
            <a:r>
              <a:rPr lang="en-US" noProof="0" dirty="0" err="1"/>
              <a:t>vero</a:t>
            </a:r>
            <a:r>
              <a:rPr lang="en-US" noProof="0" dirty="0"/>
              <a:t> </a:t>
            </a:r>
            <a:r>
              <a:rPr lang="en-US" noProof="0" dirty="0" err="1"/>
              <a:t>eos</a:t>
            </a:r>
            <a:r>
              <a:rPr lang="en-US" noProof="0" dirty="0"/>
              <a:t> et </a:t>
            </a:r>
            <a:r>
              <a:rPr lang="en-US" noProof="0" dirty="0" err="1"/>
              <a:t>accusam</a:t>
            </a:r>
            <a:r>
              <a:rPr lang="en-US" noProof="0" dirty="0"/>
              <a:t> et </a:t>
            </a:r>
            <a:r>
              <a:rPr lang="en-US" noProof="0" dirty="0" err="1"/>
              <a:t>justo</a:t>
            </a:r>
            <a:r>
              <a:rPr lang="en-US" noProof="0" dirty="0"/>
              <a:t> duo </a:t>
            </a:r>
            <a:r>
              <a:rPr lang="en-US" noProof="0" dirty="0" err="1"/>
              <a:t>dolores</a:t>
            </a:r>
            <a:r>
              <a:rPr lang="en-US" noProof="0" dirty="0"/>
              <a:t> et </a:t>
            </a:r>
            <a:r>
              <a:rPr lang="en-US" noProof="0" dirty="0" err="1"/>
              <a:t>ea</a:t>
            </a:r>
            <a:r>
              <a:rPr lang="en-US" noProof="0" dirty="0"/>
              <a:t> </a:t>
            </a:r>
            <a:r>
              <a:rPr lang="en-US" noProof="0" dirty="0" err="1"/>
              <a:t>rebum</a:t>
            </a:r>
            <a:r>
              <a:rPr lang="en-US" noProof="0" dirty="0"/>
              <a:t>. Stet </a:t>
            </a:r>
            <a:r>
              <a:rPr lang="en-US" noProof="0" dirty="0" err="1"/>
              <a:t>clita</a:t>
            </a:r>
            <a:r>
              <a:rPr lang="en-US" noProof="0" dirty="0"/>
              <a:t> </a:t>
            </a:r>
            <a:r>
              <a:rPr lang="en-US" noProof="0" dirty="0" err="1"/>
              <a:t>kasd</a:t>
            </a:r>
            <a:r>
              <a:rPr lang="en-US" noProof="0" dirty="0"/>
              <a:t> </a:t>
            </a:r>
            <a:r>
              <a:rPr lang="en-US" noProof="0" dirty="0" err="1"/>
              <a:t>gubergren</a:t>
            </a:r>
            <a:r>
              <a:rPr lang="en-US" noProof="0" dirty="0"/>
              <a:t>, no sea </a:t>
            </a:r>
            <a:r>
              <a:rPr lang="en-US" noProof="0" dirty="0" err="1"/>
              <a:t>takimata</a:t>
            </a:r>
            <a:r>
              <a:rPr lang="en-US" noProof="0" dirty="0"/>
              <a:t> </a:t>
            </a:r>
            <a:r>
              <a:rPr lang="en-US" noProof="0" dirty="0" err="1"/>
              <a:t>sanctus</a:t>
            </a:r>
            <a:r>
              <a:rPr lang="en-US" noProof="0" dirty="0"/>
              <a:t> est Lorem ipsum dolor sit </a:t>
            </a:r>
            <a:r>
              <a:rPr lang="en-US" noProof="0" dirty="0" err="1"/>
              <a:t>amet</a:t>
            </a:r>
            <a:r>
              <a:rPr lang="en-US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02268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97FD6-4E7B-BB39-D943-490ECCF4A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14424B4-6B63-EE37-F924-7C285F51DD0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414470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38BDDAA-DA67-92BA-6543-F097D53155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DE05B1B2-4D38-FF6D-30D5-77841DDFB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noProof="0" dirty="0"/>
              <a:t>Three columns – Bullets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15009E1-DFEB-6B51-1AC1-65E5C4887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01/01/2026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27CBDD6-2150-6CFA-9979-D188EF3E2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Please add presentation title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DD7CC3B-53C6-0FF4-5229-6AE353EB9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3675" y="6482964"/>
            <a:ext cx="196850" cy="138499"/>
          </a:xfrm>
        </p:spPr>
        <p:txBody>
          <a:bodyPr/>
          <a:lstStyle/>
          <a:p>
            <a:fld id="{AFC0DE47-E009-49FD-9AD1-65414DD64D1A}" type="slidenum">
              <a:rPr lang="en-US" noProof="0" smtClean="0"/>
              <a:pPr/>
              <a:t>28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50D88D-C30E-6848-F98F-CD2D246976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Please insert </a:t>
            </a:r>
            <a:r>
              <a:rPr lang="en-US" noProof="0" dirty="0" err="1"/>
              <a:t>Preheadline</a:t>
            </a:r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C3478A6-F3D5-F3C3-557A-51BDC141AA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pPr lvl="0"/>
            <a:r>
              <a:rPr lang="en-US" noProof="0" dirty="0"/>
              <a:t>Please add chapter title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EF7419-5238-174F-077A-AFA77243F0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noProof="0" dirty="0"/>
              <a:t>Headline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654EA-74F0-F29A-F69A-1C7EFD2785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lvl="1"/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lvl="2"/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lvl="3"/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lvl="4"/>
            <a:r>
              <a:rPr lang="en-US" noProof="0" dirty="0"/>
              <a:t>Lorem ipsum </a:t>
            </a:r>
            <a:br>
              <a:rPr lang="en-US" noProof="0" dirty="0"/>
            </a:br>
            <a:r>
              <a:rPr lang="en-US" noProof="0" dirty="0"/>
              <a:t>dolor sit </a:t>
            </a:r>
            <a:r>
              <a:rPr lang="en-US" noProof="0" dirty="0" err="1"/>
              <a:t>amet</a:t>
            </a:r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27C727-3C51-1ECF-566F-462804C4E3D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noProof="0" dirty="0"/>
              <a:t>Headline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305DCC-C34C-B1EB-3318-3C2423A065E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lvl="1"/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lvl="2"/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lvl="3"/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lvl="4"/>
            <a:r>
              <a:rPr lang="en-US" noProof="0" dirty="0"/>
              <a:t>Lorem ipsum </a:t>
            </a:r>
            <a:br>
              <a:rPr lang="en-US" noProof="0" dirty="0"/>
            </a:br>
            <a:r>
              <a:rPr lang="en-US" noProof="0" dirty="0"/>
              <a:t>dolor sit </a:t>
            </a:r>
            <a:r>
              <a:rPr lang="en-US" noProof="0" dirty="0" err="1"/>
              <a:t>amet</a:t>
            </a:r>
            <a:endParaRPr lang="en-US" noProof="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98406E6-A180-C369-3B8F-7D0D57D8552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noProof="0" dirty="0"/>
              <a:t>Headline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22CABBD-4D64-8D3F-E8C7-40EC61F7FD2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lvl="1"/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lvl="2"/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lvl="3"/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lvl="4"/>
            <a:r>
              <a:rPr lang="en-US" noProof="0" dirty="0"/>
              <a:t>Lorem ipsum </a:t>
            </a:r>
            <a:br>
              <a:rPr lang="en-US" noProof="0" dirty="0"/>
            </a:br>
            <a:r>
              <a:rPr lang="en-US" noProof="0" dirty="0"/>
              <a:t>dolor sit </a:t>
            </a:r>
            <a:r>
              <a:rPr lang="en-US" noProof="0" dirty="0" err="1"/>
              <a:t>amet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388380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511A3-C589-931C-C967-F53D938C7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8358283E-CF53-518D-F4FF-6AA90B73771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86286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14424B4-6B63-EE37-F924-7C285F51DD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3679CE83-BB72-69F4-3C86-E27C4C373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noProof="0" dirty="0"/>
              <a:t>Four columns – Bullets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7173DC2-06E3-CD4C-7B7B-D0051695C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01/01/2026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74E65DD-3553-0140-5776-7167DD52B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Please add presentation title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7D41C4A-D320-EC48-0852-C12AA9AF4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3675" y="6482964"/>
            <a:ext cx="196850" cy="138499"/>
          </a:xfrm>
        </p:spPr>
        <p:txBody>
          <a:bodyPr/>
          <a:lstStyle/>
          <a:p>
            <a:fld id="{AFC0DE47-E009-49FD-9AD1-65414DD64D1A}" type="slidenum">
              <a:rPr lang="en-US" noProof="0" smtClean="0"/>
              <a:pPr/>
              <a:t>29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7CEEE7-1A91-4800-655A-F3E4A6E7FB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Please insert </a:t>
            </a:r>
            <a:r>
              <a:rPr lang="en-US" noProof="0" dirty="0" err="1"/>
              <a:t>Preheadline</a:t>
            </a:r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EA75443-A735-09F8-9114-4F75D7FB9B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Please add chapter title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54AB36-C052-B6FE-2D17-995A09CE9A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noProof="0" dirty="0"/>
              <a:t>Headline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DCF67-61CF-9066-EB21-15BACE4650F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noProof="0" dirty="0"/>
              <a:t>Lorem ipsum dolor sit</a:t>
            </a:r>
          </a:p>
          <a:p>
            <a:pPr lvl="1"/>
            <a:r>
              <a:rPr lang="en-US" noProof="0" dirty="0"/>
              <a:t>Lorem ipsum</a:t>
            </a:r>
          </a:p>
          <a:p>
            <a:pPr lvl="2"/>
            <a:r>
              <a:rPr lang="en-US" noProof="0" dirty="0"/>
              <a:t>Lorem ipsum</a:t>
            </a:r>
          </a:p>
          <a:p>
            <a:pPr lvl="3"/>
            <a:r>
              <a:rPr lang="en-US" noProof="0" dirty="0"/>
              <a:t>Lorem ipsum</a:t>
            </a:r>
          </a:p>
          <a:p>
            <a:pPr lvl="4"/>
            <a:r>
              <a:rPr lang="en-US" noProof="0" dirty="0"/>
              <a:t>Lorem ipsum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F98806-B5B1-1245-6862-DD4144D1FD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noProof="0" dirty="0"/>
              <a:t>Headline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F58D3DD-AF06-06C0-3FDE-B85F0C04524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Lorem ipsum dolor sit</a:t>
            </a:r>
          </a:p>
          <a:p>
            <a:pPr lvl="1"/>
            <a:r>
              <a:rPr lang="en-US" noProof="0" dirty="0"/>
              <a:t>Lorem ipsum</a:t>
            </a:r>
          </a:p>
          <a:p>
            <a:pPr lvl="2"/>
            <a:r>
              <a:rPr lang="en-US" noProof="0" dirty="0"/>
              <a:t>Lorem ipsum</a:t>
            </a:r>
          </a:p>
          <a:p>
            <a:pPr lvl="3"/>
            <a:r>
              <a:rPr lang="en-US" noProof="0" dirty="0"/>
              <a:t>Lorem ipsum</a:t>
            </a:r>
          </a:p>
          <a:p>
            <a:pPr lvl="4"/>
            <a:r>
              <a:rPr lang="en-US" noProof="0" dirty="0"/>
              <a:t>Lorem ipsum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6841224-24D0-A40C-D46A-C8FB53E77D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noProof="0" dirty="0"/>
              <a:t>Headline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E6FF11F-2B69-D551-DEE4-8D4545E4AD0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noProof="0" dirty="0"/>
              <a:t>Lorem ipsum dolor sit</a:t>
            </a:r>
          </a:p>
          <a:p>
            <a:pPr lvl="1"/>
            <a:r>
              <a:rPr lang="en-US" noProof="0" dirty="0"/>
              <a:t>Lorem ipsum</a:t>
            </a:r>
          </a:p>
          <a:p>
            <a:pPr lvl="2"/>
            <a:r>
              <a:rPr lang="en-US" noProof="0" dirty="0"/>
              <a:t>Lorem ipsum</a:t>
            </a:r>
          </a:p>
          <a:p>
            <a:pPr lvl="3"/>
            <a:r>
              <a:rPr lang="en-US" noProof="0" dirty="0"/>
              <a:t>Lorem ipsum</a:t>
            </a:r>
          </a:p>
          <a:p>
            <a:pPr lvl="4"/>
            <a:r>
              <a:rPr lang="en-US" noProof="0" dirty="0"/>
              <a:t>Lorem ipsum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8B120DA-477A-D244-5263-A8E315719D4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noProof="0" dirty="0"/>
              <a:t>Headline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3E5F27F-199F-C9EF-EE64-11B28A4B051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noProof="0" dirty="0"/>
              <a:t>Lorem ipsum dolor sit</a:t>
            </a:r>
          </a:p>
          <a:p>
            <a:pPr lvl="1"/>
            <a:r>
              <a:rPr lang="en-US" noProof="0" dirty="0"/>
              <a:t>Lorem ipsum</a:t>
            </a:r>
          </a:p>
          <a:p>
            <a:pPr lvl="2"/>
            <a:r>
              <a:rPr lang="en-US" noProof="0" dirty="0"/>
              <a:t>Lorem ipsum</a:t>
            </a:r>
          </a:p>
          <a:p>
            <a:pPr lvl="3"/>
            <a:r>
              <a:rPr lang="en-US" noProof="0" dirty="0"/>
              <a:t>Lorem ipsum</a:t>
            </a:r>
          </a:p>
          <a:p>
            <a:pPr lvl="4"/>
            <a:r>
              <a:rPr lang="en-US" noProof="0" dirty="0"/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40498826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45EE4-61C3-8971-35F4-D20B23860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6E8122CD-ECBA-B515-8E61-467E0696465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39391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38BDDAA-DA67-92BA-6543-F097D53155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E4013BD-290F-66AB-B8D6-6BD924F3513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FBBE09-A184-91F9-9748-A134A0022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noProof="0" dirty="0"/>
              <a:t>Text and Image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177C768-D4A5-75DD-54F5-C26A6A261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01/01/2026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C45B83B-DD8C-8F0C-8767-49D74596F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Please add presentation title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0A2BD10-49ED-B166-9970-E8225B452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3675" y="6482964"/>
            <a:ext cx="196850" cy="138499"/>
          </a:xfrm>
        </p:spPr>
        <p:txBody>
          <a:bodyPr/>
          <a:lstStyle/>
          <a:p>
            <a:fld id="{AFC0DE47-E009-49FD-9AD1-65414DD64D1A}" type="slidenum">
              <a:rPr lang="en-US" noProof="0" smtClean="0"/>
              <a:pPr/>
              <a:t>30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718FAA-8B1A-7024-1874-70656E88E5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Please insert </a:t>
            </a:r>
            <a:r>
              <a:rPr lang="en-US" noProof="0" dirty="0" err="1"/>
              <a:t>Preheadline</a:t>
            </a:r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ACB40F-7135-E46D-C82C-AE5446CB00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pPr lvl="0"/>
            <a:r>
              <a:rPr lang="en-US" noProof="0" dirty="0"/>
              <a:t>Please add chapter title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A02E17-47AF-A3B6-6039-04B31B6AA4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noProof="0" dirty="0"/>
              <a:t>Headline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B758A-65C7-4AE1-AA7E-BE1AB07E35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lvl="1"/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lvl="2"/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lvl="3"/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  <a:p>
            <a:pPr lvl="4"/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893706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769A7-D19B-8891-887E-AAB4F7CCC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9CFFCEB-A891-0F05-3915-219B28F05F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43021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E8122CD-ECBA-B515-8E61-467E069646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F80232-2C1A-6F88-2FB1-4E5E9F6F178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2D4E3AD-6228-C160-284F-6F4E82CFC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noProof="0" dirty="0"/>
              <a:t>Image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F5DCEDB-6233-A67E-7A5A-9322E23FB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01/01/2026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53496FB-FD0B-14C5-71C2-7820DD5F0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Please add presentation title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4A3D117-110C-39BB-EDDF-BD3946276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3675" y="6482964"/>
            <a:ext cx="196850" cy="138499"/>
          </a:xfrm>
        </p:spPr>
        <p:txBody>
          <a:bodyPr/>
          <a:lstStyle/>
          <a:p>
            <a:fld id="{AFC0DE47-E009-49FD-9AD1-65414DD64D1A}" type="slidenum">
              <a:rPr lang="en-US" noProof="0" smtClean="0"/>
              <a:pPr/>
              <a:t>31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2F94ED-3C58-95A7-1C29-5713975C0C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Please insert </a:t>
            </a:r>
            <a:r>
              <a:rPr lang="en-US" noProof="0" dirty="0" err="1"/>
              <a:t>Preheadline</a:t>
            </a:r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911548F-CF39-FEA2-50E9-9A2AB3DDD2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pPr lvl="0"/>
            <a:r>
              <a:rPr lang="en-US" noProof="0" dirty="0"/>
              <a:t>Please add chapter title</a:t>
            </a:r>
          </a:p>
        </p:txBody>
      </p:sp>
    </p:spTree>
    <p:extLst>
      <p:ext uri="{BB962C8B-B14F-4D97-AF65-F5344CB8AC3E}">
        <p14:creationId xmlns:p14="http://schemas.microsoft.com/office/powerpoint/2010/main" val="18033088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FA8B2-6661-A87E-B805-731E008E8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CF95AFA5-39C3-9627-5E93-50F64EA2321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802450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CFFCEB-A891-0F05-3915-219B28F05F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Bildplatzhalter 5">
            <a:extLst>
              <a:ext uri="{FF2B5EF4-FFF2-40B4-BE49-F238E27FC236}">
                <a16:creationId xmlns:a16="http://schemas.microsoft.com/office/drawing/2014/main" id="{18A919E8-3CEE-9489-9289-17C915EC9E7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89EE38B-314C-0180-9974-7328E337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01/01/2026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D4DE01B-C256-0A2B-5641-C53FAF8C5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Please add presentation title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C16B8EC-CEB1-DC5A-C084-5F771C85D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3675" y="6482964"/>
            <a:ext cx="196850" cy="138499"/>
          </a:xfrm>
        </p:spPr>
        <p:txBody>
          <a:bodyPr/>
          <a:lstStyle/>
          <a:p>
            <a:fld id="{AFC0DE47-E009-49FD-9AD1-65414DD64D1A}" type="slidenum">
              <a:rPr lang="en-US" noProof="0" smtClean="0"/>
              <a:pPr/>
              <a:t>32</a:t>
            </a:fld>
            <a:endParaRPr lang="en-US" noProof="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4E29794-8155-832E-FFBA-C9FBCDFA97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Please add chapter title</a:t>
            </a:r>
          </a:p>
        </p:txBody>
      </p:sp>
      <p:sp>
        <p:nvSpPr>
          <p:cNvPr id="70" name="Title 69">
            <a:extLst>
              <a:ext uri="{FF2B5EF4-FFF2-40B4-BE49-F238E27FC236}">
                <a16:creationId xmlns:a16="http://schemas.microsoft.com/office/drawing/2014/main" id="{6C2216A2-624B-E9F8-F7FC-5805EC989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noProof="0" dirty="0"/>
              <a:t>Image – Full screen</a:t>
            </a:r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BE609005-854E-0C6E-85A0-1BC360C5A5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Please insert </a:t>
            </a:r>
            <a:r>
              <a:rPr lang="en-US" noProof="0" dirty="0" err="1"/>
              <a:t>Preheadline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829678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499EEFCC-3DCE-9F67-9C85-7B54090956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52242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el 8">
            <a:extLst>
              <a:ext uri="{FF2B5EF4-FFF2-40B4-BE49-F238E27FC236}">
                <a16:creationId xmlns:a16="http://schemas.microsoft.com/office/drawing/2014/main" id="{2AEFDBD4-BF95-15DC-0EDE-65427C8B3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noProof="0" dirty="0"/>
              <a:t>Content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6A139DE-69C4-F779-BD0E-18158273C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01/01/2026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96A7CDC-31AA-BC7C-DE93-6FAEEC67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Please add presentation title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E62E12A-5DCB-4393-270C-A00175E8C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3675" y="6482964"/>
            <a:ext cx="196850" cy="138499"/>
          </a:xfrm>
        </p:spPr>
        <p:txBody>
          <a:bodyPr/>
          <a:lstStyle/>
          <a:p>
            <a:fld id="{AFC0DE47-E009-49FD-9AD1-65414DD64D1A}" type="slidenum">
              <a:rPr lang="en-US" noProof="0" smtClean="0"/>
              <a:pPr/>
              <a:t>33</a:t>
            </a:fld>
            <a:endParaRPr lang="en-US" noProof="0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B520B30-9928-D718-BD02-DE803576B9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3063" y="373592"/>
            <a:ext cx="5543732" cy="276999"/>
          </a:xfrm>
        </p:spPr>
        <p:txBody>
          <a:bodyPr/>
          <a:lstStyle/>
          <a:p>
            <a:r>
              <a:rPr lang="en-US" noProof="0" dirty="0"/>
              <a:t>Please insert </a:t>
            </a:r>
            <a:r>
              <a:rPr lang="en-US" noProof="0" dirty="0" err="1"/>
              <a:t>Preheadline</a:t>
            </a:r>
            <a:endParaRPr lang="en-US" noProof="0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ACB52D28-CB5E-E234-2E6A-6F8E39F73C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Please add chapter title</a:t>
            </a:r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FBF56896-7D6E-7440-8980-3EBD295A5961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52502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0DF9E-7234-B729-6F8C-9AED0D5F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15E29375-E586-FEDE-7BE6-A900C1025E8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9D6CA6E-E8D5-7BD6-BEC3-316B56A4FE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el 8">
            <a:extLst>
              <a:ext uri="{FF2B5EF4-FFF2-40B4-BE49-F238E27FC236}">
                <a16:creationId xmlns:a16="http://schemas.microsoft.com/office/drawing/2014/main" id="{DDD2ADC3-38C5-E859-8C08-C2E380973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63" y="650591"/>
            <a:ext cx="11447462" cy="553998"/>
          </a:xfrm>
        </p:spPr>
        <p:txBody>
          <a:bodyPr vert="horz"/>
          <a:lstStyle/>
          <a:p>
            <a:r>
              <a:rPr lang="en-US" noProof="0" dirty="0"/>
              <a:t>Keywords I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917F430-B119-3015-3DA1-6F075C74F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01/01/2026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1E604CC-F7EA-2A95-6B6C-0AF823B9A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Please add presentation title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A2E52B3-4D74-2195-EA2D-CDA426E54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3675" y="6482964"/>
            <a:ext cx="196850" cy="138499"/>
          </a:xfrm>
        </p:spPr>
        <p:txBody>
          <a:bodyPr/>
          <a:lstStyle/>
          <a:p>
            <a:fld id="{AFC0DE47-E009-49FD-9AD1-65414DD64D1A}" type="slidenum">
              <a:rPr lang="en-US" noProof="0" smtClean="0"/>
              <a:pPr/>
              <a:t>34</a:t>
            </a:fld>
            <a:endParaRPr lang="en-US" noProof="0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3D1918A-F2F2-F3C2-F9F9-E4E5557820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3063" y="373592"/>
            <a:ext cx="11447462" cy="276999"/>
          </a:xfrm>
        </p:spPr>
        <p:txBody>
          <a:bodyPr/>
          <a:lstStyle/>
          <a:p>
            <a:r>
              <a:rPr lang="en-US" noProof="0" dirty="0"/>
              <a:t>Please insert </a:t>
            </a:r>
            <a:r>
              <a:rPr lang="en-US" noProof="0" dirty="0" err="1"/>
              <a:t>Preheadline</a:t>
            </a:r>
            <a:endParaRPr lang="en-US" noProof="0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771A1CF-012F-2B33-8595-DEB83E0D0B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Please add chapter title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901D298-5840-C6AC-AD46-5AF7193CD1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488502" y="0"/>
            <a:ext cx="2298700" cy="3429000"/>
          </a:xfrm>
          <a:prstGeom prst="rect">
            <a:avLst/>
          </a:prstGeom>
          <a:solidFill>
            <a:srgbClr val="F9D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12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use:</a:t>
            </a:r>
          </a:p>
          <a:p>
            <a:pPr>
              <a:spcAft>
                <a:spcPts val="300"/>
              </a:spcAft>
            </a:pPr>
            <a:r>
              <a:rPr lang="en-US" sz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simply type your </a:t>
            </a:r>
            <a:br>
              <a:rPr lang="en-US" sz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directly into the circles. </a:t>
            </a:r>
          </a:p>
          <a:p>
            <a:pPr>
              <a:spcAft>
                <a:spcPts val="300"/>
              </a:spcAft>
            </a:pPr>
            <a:r>
              <a:rPr lang="en-US" sz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want to move or delete it, right-click the circle and select Unlock.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1DC2F39-90FB-58E2-E464-074F278ED2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2812" y="2363925"/>
            <a:ext cx="3115988" cy="311598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Aft>
                <a:spcPts val="600"/>
              </a:spcAft>
            </a:pPr>
            <a:r>
              <a:rPr lang="da-DK" sz="2400" dirty="0">
                <a:solidFill>
                  <a:schemeClr val="bg1"/>
                </a:solidFill>
              </a:rPr>
              <a:t>Lorem ipsum dolor sit amet.</a:t>
            </a:r>
          </a:p>
        </p:txBody>
      </p:sp>
      <p:sp>
        <p:nvSpPr>
          <p:cNvPr id="6" name="Oval 1">
            <a:extLst>
              <a:ext uri="{FF2B5EF4-FFF2-40B4-BE49-F238E27FC236}">
                <a16:creationId xmlns:a16="http://schemas.microsoft.com/office/drawing/2014/main" id="{F9265668-AA94-2170-C060-9CFD2685B5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538800" y="2363925"/>
            <a:ext cx="3115988" cy="311598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Aft>
                <a:spcPts val="600"/>
              </a:spcAft>
            </a:pPr>
            <a:r>
              <a:rPr lang="da-DK" sz="2400" dirty="0">
                <a:solidFill>
                  <a:schemeClr val="bg1"/>
                </a:solidFill>
              </a:rPr>
              <a:t>Lorem ipsum dolor sit </a:t>
            </a:r>
            <a:r>
              <a:rPr lang="da-DK" sz="2400">
                <a:solidFill>
                  <a:schemeClr val="bg1"/>
                </a:solidFill>
              </a:rPr>
              <a:t>amet.</a:t>
            </a:r>
            <a:endParaRPr lang="da-DK" sz="2400" dirty="0">
              <a:solidFill>
                <a:schemeClr val="bg1"/>
              </a:solidFill>
            </a:endParaRPr>
          </a:p>
        </p:txBody>
      </p:sp>
      <p:sp>
        <p:nvSpPr>
          <p:cNvPr id="7" name="Oval 1">
            <a:extLst>
              <a:ext uri="{FF2B5EF4-FFF2-40B4-BE49-F238E27FC236}">
                <a16:creationId xmlns:a16="http://schemas.microsoft.com/office/drawing/2014/main" id="{DD7330B5-250C-B6F5-D12A-3D0D462830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94788" y="2363925"/>
            <a:ext cx="3115988" cy="311598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Aft>
                <a:spcPts val="600"/>
              </a:spcAft>
            </a:pPr>
            <a:r>
              <a:rPr lang="da-DK" sz="2400" dirty="0">
                <a:solidFill>
                  <a:schemeClr val="bg1"/>
                </a:solidFill>
              </a:rPr>
              <a:t>Lorem ipsum dolor sit </a:t>
            </a:r>
            <a:r>
              <a:rPr lang="da-DK" sz="2400">
                <a:solidFill>
                  <a:schemeClr val="bg1"/>
                </a:solidFill>
              </a:rPr>
              <a:t>amet.</a:t>
            </a:r>
            <a:endParaRPr lang="da-DK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3861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A6B01-50FC-BF5F-3698-E8520E2B2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FC0B163B-132A-4B2F-2467-CF414DFD501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E29375-E586-FEDE-7BE6-A900C1025E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el 8">
            <a:extLst>
              <a:ext uri="{FF2B5EF4-FFF2-40B4-BE49-F238E27FC236}">
                <a16:creationId xmlns:a16="http://schemas.microsoft.com/office/drawing/2014/main" id="{31597B10-6DB1-F04D-691F-58EEB4F08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63" y="650591"/>
            <a:ext cx="11447462" cy="553998"/>
          </a:xfrm>
        </p:spPr>
        <p:txBody>
          <a:bodyPr vert="horz"/>
          <a:lstStyle/>
          <a:p>
            <a:r>
              <a:rPr lang="en-US" noProof="0" dirty="0"/>
              <a:t>Keywords II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5A06E3D-1168-5107-301B-EE9E23CEC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01/01/2026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424969F-CE54-16A5-2002-F36B207AB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Please add presentation title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C14FECE-C884-62D2-9678-56003D9D0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3675" y="6482964"/>
            <a:ext cx="196850" cy="138499"/>
          </a:xfrm>
        </p:spPr>
        <p:txBody>
          <a:bodyPr/>
          <a:lstStyle/>
          <a:p>
            <a:fld id="{AFC0DE47-E009-49FD-9AD1-65414DD64D1A}" type="slidenum">
              <a:rPr lang="en-US" noProof="0" smtClean="0"/>
              <a:pPr/>
              <a:t>35</a:t>
            </a:fld>
            <a:endParaRPr lang="en-US" noProof="0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967C21B-709E-093C-FB74-4BD5230B0C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3063" y="373592"/>
            <a:ext cx="11447462" cy="276999"/>
          </a:xfrm>
        </p:spPr>
        <p:txBody>
          <a:bodyPr/>
          <a:lstStyle/>
          <a:p>
            <a:r>
              <a:rPr lang="en-US" noProof="0" dirty="0"/>
              <a:t>Please insert </a:t>
            </a:r>
            <a:r>
              <a:rPr lang="en-US" noProof="0" dirty="0" err="1"/>
              <a:t>Preheadline</a:t>
            </a:r>
            <a:endParaRPr lang="en-US" noProof="0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9A9B87D3-511D-3F26-2A0B-D66ED3B3EA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Please add chapter title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250B98BB-4C7B-62F3-FE71-89A962A69B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488502" y="0"/>
            <a:ext cx="2298700" cy="3429000"/>
          </a:xfrm>
          <a:prstGeom prst="rect">
            <a:avLst/>
          </a:prstGeom>
          <a:solidFill>
            <a:srgbClr val="F9D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12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use:</a:t>
            </a:r>
          </a:p>
          <a:p>
            <a:pPr>
              <a:spcAft>
                <a:spcPts val="300"/>
              </a:spcAft>
            </a:pPr>
            <a:r>
              <a:rPr lang="en-US" sz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simply type your </a:t>
            </a:r>
            <a:br>
              <a:rPr lang="en-US" sz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directly into the circles. </a:t>
            </a:r>
          </a:p>
          <a:p>
            <a:pPr>
              <a:spcAft>
                <a:spcPts val="300"/>
              </a:spcAft>
            </a:pPr>
            <a:r>
              <a:rPr lang="en-US" sz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want to move or delete it, right-click the circle and select Unlock.</a:t>
            </a:r>
          </a:p>
        </p:txBody>
      </p:sp>
      <p:sp>
        <p:nvSpPr>
          <p:cNvPr id="14" name="Oval 17">
            <a:extLst>
              <a:ext uri="{FF2B5EF4-FFF2-40B4-BE49-F238E27FC236}">
                <a16:creationId xmlns:a16="http://schemas.microsoft.com/office/drawing/2014/main" id="{6A7F6BDB-4472-D0E9-9F39-E7F9FF3415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3063" y="2174665"/>
            <a:ext cx="2160070" cy="2210305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noProof="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br>
              <a:rPr lang="en-US" noProof="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noProof="0" dirty="0">
                <a:solidFill>
                  <a:schemeClr val="bg1"/>
                </a:solidFill>
                <a:latin typeface="Arial" panose="020B0604020202020204" pitchFamily="34" charset="0"/>
              </a:rPr>
              <a:t>dolor sit </a:t>
            </a:r>
            <a:r>
              <a:rPr lang="en-US" noProof="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US" noProof="0" dirty="0">
                <a:solidFill>
                  <a:schemeClr val="bg1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5" name="Oval 17">
            <a:extLst>
              <a:ext uri="{FF2B5EF4-FFF2-40B4-BE49-F238E27FC236}">
                <a16:creationId xmlns:a16="http://schemas.microsoft.com/office/drawing/2014/main" id="{DC23AF63-4654-F182-6A5C-5D50EC28C5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86069" y="1889114"/>
            <a:ext cx="2160070" cy="2210305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noProof="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br>
              <a:rPr lang="en-US" noProof="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noProof="0" dirty="0">
                <a:solidFill>
                  <a:schemeClr val="bg1"/>
                </a:solidFill>
                <a:latin typeface="Arial" panose="020B0604020202020204" pitchFamily="34" charset="0"/>
              </a:rPr>
              <a:t>dolor sit </a:t>
            </a:r>
            <a:r>
              <a:rPr lang="en-US" noProof="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US" noProof="0" dirty="0">
                <a:solidFill>
                  <a:schemeClr val="bg1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B47954B5-B684-4B79-AABC-BC5103398A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82830" y="1636560"/>
            <a:ext cx="2160070" cy="2210305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noProof="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br>
              <a:rPr lang="en-US" noProof="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noProof="0" dirty="0">
                <a:solidFill>
                  <a:schemeClr val="bg1"/>
                </a:solidFill>
                <a:latin typeface="Arial" panose="020B0604020202020204" pitchFamily="34" charset="0"/>
              </a:rPr>
              <a:t>dolor sit </a:t>
            </a:r>
            <a:r>
              <a:rPr lang="en-US" noProof="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US" noProof="0" dirty="0">
                <a:solidFill>
                  <a:schemeClr val="bg1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7" name="Oval 17">
            <a:extLst>
              <a:ext uri="{FF2B5EF4-FFF2-40B4-BE49-F238E27FC236}">
                <a16:creationId xmlns:a16="http://schemas.microsoft.com/office/drawing/2014/main" id="{A270D253-08CD-60A1-C32E-7E21CF7CEA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989308" y="1636560"/>
            <a:ext cx="2160070" cy="2210305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noProof="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br>
              <a:rPr lang="en-US" noProof="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noProof="0" dirty="0">
                <a:solidFill>
                  <a:schemeClr val="bg1"/>
                </a:solidFill>
                <a:latin typeface="Arial" panose="020B0604020202020204" pitchFamily="34" charset="0"/>
              </a:rPr>
              <a:t>dolor sit </a:t>
            </a:r>
            <a:r>
              <a:rPr lang="en-US" noProof="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US" noProof="0" dirty="0">
                <a:solidFill>
                  <a:schemeClr val="bg1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9B02CD7-51FF-E25E-5043-A18D2974DB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55519" y="4207398"/>
            <a:ext cx="2160070" cy="2210305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noProof="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br>
              <a:rPr lang="en-US" noProof="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noProof="0" dirty="0">
                <a:solidFill>
                  <a:schemeClr val="bg1"/>
                </a:solidFill>
                <a:latin typeface="Arial" panose="020B0604020202020204" pitchFamily="34" charset="0"/>
              </a:rPr>
              <a:t>dolor sit </a:t>
            </a:r>
            <a:r>
              <a:rPr lang="en-US" noProof="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US" noProof="0" dirty="0">
                <a:solidFill>
                  <a:schemeClr val="bg1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9" name="Oval 17">
            <a:extLst>
              <a:ext uri="{FF2B5EF4-FFF2-40B4-BE49-F238E27FC236}">
                <a16:creationId xmlns:a16="http://schemas.microsoft.com/office/drawing/2014/main" id="{6C940774-594D-2D45-B521-CED7A41710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48946" y="3845708"/>
            <a:ext cx="2160070" cy="2210305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noProof="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br>
              <a:rPr lang="en-US" noProof="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noProof="0" dirty="0">
                <a:solidFill>
                  <a:schemeClr val="bg1"/>
                </a:solidFill>
                <a:latin typeface="Arial" panose="020B0604020202020204" pitchFamily="34" charset="0"/>
              </a:rPr>
              <a:t>dolor sit </a:t>
            </a:r>
            <a:r>
              <a:rPr lang="en-US" noProof="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US" noProof="0" dirty="0">
                <a:solidFill>
                  <a:schemeClr val="bg1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20" name="Oval 17">
            <a:extLst>
              <a:ext uri="{FF2B5EF4-FFF2-40B4-BE49-F238E27FC236}">
                <a16:creationId xmlns:a16="http://schemas.microsoft.com/office/drawing/2014/main" id="{B0FE8713-AFFA-1EF9-1514-D33787C873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98898" y="3845708"/>
            <a:ext cx="2160070" cy="2210305"/>
          </a:xfrm>
          <a:prstGeom prst="ellipse">
            <a:avLst/>
          </a:prstGeom>
          <a:solidFill>
            <a:srgbClr val="FF6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noProof="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br>
              <a:rPr lang="en-US" noProof="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noProof="0" dirty="0">
                <a:solidFill>
                  <a:schemeClr val="bg1"/>
                </a:solidFill>
                <a:latin typeface="Arial" panose="020B0604020202020204" pitchFamily="34" charset="0"/>
              </a:rPr>
              <a:t>dolor sit </a:t>
            </a:r>
            <a:r>
              <a:rPr lang="en-US" noProof="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US" noProof="0" dirty="0">
                <a:solidFill>
                  <a:schemeClr val="bg1"/>
                </a:solidFill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05918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92A9EB85-2BFA-6E17-CA1A-17B54FAA6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 &amp; Contra I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4D89F97-7DCE-AE78-5F8F-A521A62CD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05D2FB5-A638-CF37-4B83-62544D0B4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Please add presentation title</a:t>
            </a:r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9E52831-F3C3-3A73-417E-AEE084B2A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35BC646D-FF01-AD03-2146-76296B850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E0A2FB98-AC27-65E1-32BF-C74A61796F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7879763D-4A0A-E4DC-AB89-6F41EC4CF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25" y="1627489"/>
            <a:ext cx="826986" cy="826986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3B7ED851-7D3E-E737-FDC8-BDAB3A38D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339" y="1627489"/>
            <a:ext cx="826986" cy="826986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FB5BE1F4-B1E0-760E-D55C-F36B7D565407}"/>
              </a:ext>
            </a:extLst>
          </p:cNvPr>
          <p:cNvSpPr txBox="1">
            <a:spLocks/>
          </p:cNvSpPr>
          <p:nvPr/>
        </p:nvSpPr>
        <p:spPr>
          <a:xfrm>
            <a:off x="1464809" y="1887094"/>
            <a:ext cx="445198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Clr>
                <a:schemeClr val="tx2"/>
              </a:buClr>
            </a:pPr>
            <a:r>
              <a:rPr lang="en-US" sz="2000" dirty="0">
                <a:solidFill>
                  <a:schemeClr val="accent5"/>
                </a:solidFill>
              </a:rPr>
              <a:t>Headline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CC196379-D22F-DDC3-9026-59CAAD4EAC95}"/>
              </a:ext>
            </a:extLst>
          </p:cNvPr>
          <p:cNvSpPr txBox="1">
            <a:spLocks/>
          </p:cNvSpPr>
          <p:nvPr/>
        </p:nvSpPr>
        <p:spPr>
          <a:xfrm>
            <a:off x="7368540" y="1887094"/>
            <a:ext cx="445198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Clr>
                <a:schemeClr val="tx2"/>
              </a:buClr>
            </a:pPr>
            <a:r>
              <a:rPr lang="en-US" sz="2000" dirty="0">
                <a:solidFill>
                  <a:schemeClr val="accent5"/>
                </a:solidFill>
              </a:rPr>
              <a:t>Headline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A2F91A54-0B84-4E05-4454-0D3DF6CF0EB1}"/>
              </a:ext>
            </a:extLst>
          </p:cNvPr>
          <p:cNvSpPr txBox="1">
            <a:spLocks/>
          </p:cNvSpPr>
          <p:nvPr/>
        </p:nvSpPr>
        <p:spPr>
          <a:xfrm>
            <a:off x="373063" y="2656138"/>
            <a:ext cx="5543730" cy="28007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000" indent="-180000" algn="l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/>
              <a:t>Lorem ipsum dolor sit</a:t>
            </a:r>
          </a:p>
          <a:p>
            <a:pPr marL="360000" lvl="1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/>
              <a:t>Lorem ipsum dolor sit</a:t>
            </a:r>
          </a:p>
          <a:p>
            <a:pPr marL="540000" lvl="2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/>
              <a:t>Lorem ipsum dolor sit</a:t>
            </a:r>
          </a:p>
          <a:p>
            <a:pPr marL="720000" lvl="3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/>
              <a:t>Lorem ipsum dolor sit</a:t>
            </a:r>
          </a:p>
          <a:p>
            <a:pPr marL="900000" lvl="4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/>
              <a:t>Lorem ipsum dolor sit</a:t>
            </a:r>
          </a:p>
          <a:p>
            <a:pPr marL="1080000" lvl="5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/>
              <a:t>Lorem ipsum dolor sit</a:t>
            </a:r>
          </a:p>
          <a:p>
            <a:pPr marL="1260000" lvl="6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/>
              <a:t>Lorem ipsum dolor sit</a:t>
            </a:r>
          </a:p>
          <a:p>
            <a:pPr marL="1440000" lvl="7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/>
              <a:t>Lorem ipsum dolor sit</a:t>
            </a:r>
          </a:p>
          <a:p>
            <a:pPr marL="1620000" lvl="8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/>
              <a:t>Lorem ipsum dolor sit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8B75AE5E-0DCC-B8E1-0C63-180669B059F4}"/>
              </a:ext>
            </a:extLst>
          </p:cNvPr>
          <p:cNvSpPr txBox="1">
            <a:spLocks/>
          </p:cNvSpPr>
          <p:nvPr/>
        </p:nvSpPr>
        <p:spPr>
          <a:xfrm>
            <a:off x="6276794" y="2656138"/>
            <a:ext cx="5543730" cy="28007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000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/>
              <a:t>Lorem ipsum dolor sit</a:t>
            </a:r>
          </a:p>
          <a:p>
            <a:pPr marL="360000" lvl="1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/>
              <a:t>Lorem ipsum dolor sit</a:t>
            </a:r>
          </a:p>
          <a:p>
            <a:pPr marL="540000" lvl="2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/>
              <a:t>Lorem ipsum dolor sit</a:t>
            </a:r>
          </a:p>
          <a:p>
            <a:pPr marL="720000" lvl="3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/>
              <a:t>Lorem ipsum dolor sit</a:t>
            </a:r>
          </a:p>
          <a:p>
            <a:pPr marL="900000" lvl="4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/>
              <a:t>Lorem ipsum dolor sit</a:t>
            </a:r>
          </a:p>
          <a:p>
            <a:pPr marL="1080000" lvl="5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/>
              <a:t>Lorem ipsum dolor sit</a:t>
            </a:r>
          </a:p>
          <a:p>
            <a:pPr marL="1260000" lvl="6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/>
              <a:t>Lorem ipsum dolor sit</a:t>
            </a:r>
          </a:p>
          <a:p>
            <a:pPr marL="1440000" lvl="7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/>
              <a:t>Lorem ipsum dolor sit</a:t>
            </a:r>
          </a:p>
          <a:p>
            <a:pPr marL="1620000" lvl="8" indent="-18000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/>
              <a:t>Lorem ipsum dolor sit</a:t>
            </a:r>
          </a:p>
        </p:txBody>
      </p:sp>
    </p:spTree>
    <p:extLst>
      <p:ext uri="{BB962C8B-B14F-4D97-AF65-F5344CB8AC3E}">
        <p14:creationId xmlns:p14="http://schemas.microsoft.com/office/powerpoint/2010/main" val="14580346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36A53-10CA-BCC1-8BE8-21A900406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84B2921D-FE73-0244-688D-1F164896B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 &amp; Contra II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2EE7420-EC20-D769-2A42-1843FB979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6BE58EB-A7A2-4216-069F-FE587958D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Please add presentation title</a:t>
            </a:r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5423B40-6F3C-DD3D-45FB-31CEF7B59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7D691FC7-AF20-EFC1-20B1-44AE503E7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9D1DC4E-5981-3E5A-7509-47FA505CCF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EAA888BA-F182-3F9C-8643-68DED6D5D035}"/>
              </a:ext>
            </a:extLst>
          </p:cNvPr>
          <p:cNvSpPr txBox="1">
            <a:spLocks/>
          </p:cNvSpPr>
          <p:nvPr/>
        </p:nvSpPr>
        <p:spPr>
          <a:xfrm>
            <a:off x="373063" y="1639436"/>
            <a:ext cx="554373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Clr>
                <a:schemeClr val="tx2"/>
              </a:buClr>
            </a:pPr>
            <a:r>
              <a:rPr lang="en-US" sz="2000" dirty="0">
                <a:solidFill>
                  <a:schemeClr val="accent5"/>
                </a:solidFill>
              </a:rPr>
              <a:t>Headline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A465B464-1DC6-3423-A2E4-E35E612F62E2}"/>
              </a:ext>
            </a:extLst>
          </p:cNvPr>
          <p:cNvSpPr txBox="1">
            <a:spLocks/>
          </p:cNvSpPr>
          <p:nvPr/>
        </p:nvSpPr>
        <p:spPr>
          <a:xfrm>
            <a:off x="6276794" y="1639436"/>
            <a:ext cx="554373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Clr>
                <a:schemeClr val="tx2"/>
              </a:buClr>
            </a:pPr>
            <a:r>
              <a:rPr lang="en-US" sz="2000" dirty="0">
                <a:solidFill>
                  <a:schemeClr val="accent5"/>
                </a:solidFill>
              </a:rPr>
              <a:t>Headline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4507BDA2-0192-BA5E-67BA-C54C755AA62E}"/>
              </a:ext>
            </a:extLst>
          </p:cNvPr>
          <p:cNvSpPr txBox="1">
            <a:spLocks/>
          </p:cNvSpPr>
          <p:nvPr/>
        </p:nvSpPr>
        <p:spPr>
          <a:xfrm>
            <a:off x="373063" y="2055213"/>
            <a:ext cx="5543730" cy="28007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+"/>
            </a:pPr>
            <a:r>
              <a:rPr lang="en-US" dirty="0">
                <a:latin typeface="Arial" panose="020B0604020202020204" pitchFamily="34" charset="0"/>
              </a:rPr>
              <a:t>Lorem ipsum dolor </a:t>
            </a:r>
            <a:r>
              <a:rPr lang="en-US" dirty="0"/>
              <a:t>sit</a:t>
            </a:r>
          </a:p>
          <a:p>
            <a:pPr marL="465750" lvl="1" indent="-28575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+"/>
            </a:pPr>
            <a:r>
              <a:rPr lang="en-US" dirty="0"/>
              <a:t>Lorem ipsum dolor sit</a:t>
            </a:r>
          </a:p>
          <a:p>
            <a:pPr marL="645750" lvl="2" indent="-28575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+"/>
            </a:pPr>
            <a:r>
              <a:rPr lang="en-US" dirty="0"/>
              <a:t>Lorem ipsum dolor sit</a:t>
            </a:r>
          </a:p>
          <a:p>
            <a:pPr marL="825750" lvl="3" indent="-28575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+"/>
            </a:pPr>
            <a:r>
              <a:rPr lang="en-US" dirty="0"/>
              <a:t>Lorem ipsum dolor sit</a:t>
            </a:r>
          </a:p>
          <a:p>
            <a:pPr marL="1005750" lvl="4" indent="-28575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+"/>
            </a:pPr>
            <a:r>
              <a:rPr lang="en-US" dirty="0"/>
              <a:t>Lorem ipsum dolor sit</a:t>
            </a:r>
          </a:p>
          <a:p>
            <a:pPr marL="1185750" lvl="5" indent="-28575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+"/>
            </a:pPr>
            <a:r>
              <a:rPr lang="en-US" dirty="0"/>
              <a:t>Lorem ipsum dolor sit</a:t>
            </a:r>
          </a:p>
          <a:p>
            <a:pPr marL="1365750" lvl="6" indent="-28575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+"/>
            </a:pPr>
            <a:r>
              <a:rPr lang="en-US" dirty="0"/>
              <a:t>Lorem ipsum dolor sit</a:t>
            </a:r>
          </a:p>
          <a:p>
            <a:pPr marL="1545750" lvl="7" indent="-28575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+"/>
            </a:pPr>
            <a:r>
              <a:rPr lang="en-US" dirty="0"/>
              <a:t>Lorem ipsum dolor sit</a:t>
            </a:r>
          </a:p>
          <a:p>
            <a:pPr marL="1725750" lvl="8" indent="-285750"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+"/>
            </a:pPr>
            <a:r>
              <a:rPr lang="en-US" dirty="0"/>
              <a:t>Lorem ipsum dolor sit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57FC9197-356E-2E65-4C83-71ECA5B92375}"/>
              </a:ext>
            </a:extLst>
          </p:cNvPr>
          <p:cNvSpPr txBox="1">
            <a:spLocks/>
          </p:cNvSpPr>
          <p:nvPr/>
        </p:nvSpPr>
        <p:spPr>
          <a:xfrm>
            <a:off x="6276794" y="2055213"/>
            <a:ext cx="5543730" cy="28007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spcAft>
                <a:spcPts val="300"/>
              </a:spcAft>
              <a:buClr>
                <a:schemeClr val="tx2"/>
              </a:buClr>
              <a:buFont typeface="Symbol" panose="05050102010706020507" pitchFamily="18" charset="2"/>
              <a:buChar char="-"/>
            </a:pPr>
            <a:r>
              <a:rPr lang="en-US" dirty="0"/>
              <a:t>Lorem ipsum dolor sit</a:t>
            </a:r>
          </a:p>
          <a:p>
            <a:pPr marL="465750" lvl="1" indent="-285750">
              <a:spcAft>
                <a:spcPts val="300"/>
              </a:spcAft>
              <a:buClr>
                <a:schemeClr val="tx2"/>
              </a:buClr>
              <a:buFont typeface="Symbol" panose="05050102010706020507" pitchFamily="18" charset="2"/>
              <a:buChar char="-"/>
            </a:pPr>
            <a:r>
              <a:rPr lang="en-US" dirty="0"/>
              <a:t>Lorem ipsum dolor sit</a:t>
            </a:r>
          </a:p>
          <a:p>
            <a:pPr marL="645750" lvl="2" indent="-285750">
              <a:spcAft>
                <a:spcPts val="300"/>
              </a:spcAft>
              <a:buClr>
                <a:schemeClr val="tx2"/>
              </a:buClr>
              <a:buFont typeface="Symbol" panose="05050102010706020507" pitchFamily="18" charset="2"/>
              <a:buChar char="-"/>
            </a:pPr>
            <a:r>
              <a:rPr lang="en-US" dirty="0"/>
              <a:t>Lorem ipsum dolor sit</a:t>
            </a:r>
          </a:p>
          <a:p>
            <a:pPr marL="825750" lvl="3" indent="-285750">
              <a:spcAft>
                <a:spcPts val="300"/>
              </a:spcAft>
              <a:buClr>
                <a:schemeClr val="tx2"/>
              </a:buClr>
              <a:buFont typeface="Symbol" panose="05050102010706020507" pitchFamily="18" charset="2"/>
              <a:buChar char="-"/>
            </a:pPr>
            <a:r>
              <a:rPr lang="en-US" dirty="0"/>
              <a:t>Lorem ipsum dolor sit</a:t>
            </a:r>
          </a:p>
          <a:p>
            <a:pPr marL="1005750" lvl="4" indent="-285750">
              <a:spcAft>
                <a:spcPts val="300"/>
              </a:spcAft>
              <a:buClr>
                <a:schemeClr val="tx2"/>
              </a:buClr>
              <a:buFont typeface="Symbol" panose="05050102010706020507" pitchFamily="18" charset="2"/>
              <a:buChar char="-"/>
            </a:pPr>
            <a:r>
              <a:rPr lang="en-US" dirty="0"/>
              <a:t>Lorem ipsum dolor sit</a:t>
            </a:r>
          </a:p>
          <a:p>
            <a:pPr marL="1185750" lvl="5" indent="-285750">
              <a:spcAft>
                <a:spcPts val="300"/>
              </a:spcAft>
              <a:buClr>
                <a:schemeClr val="tx2"/>
              </a:buClr>
              <a:buFont typeface="Symbol" panose="05050102010706020507" pitchFamily="18" charset="2"/>
              <a:buChar char="-"/>
            </a:pPr>
            <a:r>
              <a:rPr lang="en-US" dirty="0"/>
              <a:t>Lorem ipsum dolor sit</a:t>
            </a:r>
          </a:p>
          <a:p>
            <a:pPr marL="1365750" lvl="6" indent="-285750">
              <a:spcAft>
                <a:spcPts val="300"/>
              </a:spcAft>
              <a:buClr>
                <a:schemeClr val="tx2"/>
              </a:buClr>
              <a:buFont typeface="Symbol" panose="05050102010706020507" pitchFamily="18" charset="2"/>
              <a:buChar char="-"/>
            </a:pPr>
            <a:r>
              <a:rPr lang="en-US" dirty="0"/>
              <a:t>Lorem ipsum dolor sit</a:t>
            </a:r>
          </a:p>
          <a:p>
            <a:pPr marL="1545750" lvl="7" indent="-285750">
              <a:spcAft>
                <a:spcPts val="300"/>
              </a:spcAft>
              <a:buClr>
                <a:schemeClr val="tx2"/>
              </a:buClr>
              <a:buFont typeface="Symbol" panose="05050102010706020507" pitchFamily="18" charset="2"/>
              <a:buChar char="-"/>
            </a:pPr>
            <a:r>
              <a:rPr lang="en-US" dirty="0"/>
              <a:t>Lorem ipsum dolor sit</a:t>
            </a:r>
          </a:p>
          <a:p>
            <a:pPr marL="1725750" lvl="8" indent="-285750">
              <a:spcAft>
                <a:spcPts val="300"/>
              </a:spcAft>
              <a:buClr>
                <a:schemeClr val="tx2"/>
              </a:buClr>
              <a:buFont typeface="Symbol" panose="05050102010706020507" pitchFamily="18" charset="2"/>
              <a:buChar char="-"/>
            </a:pPr>
            <a:r>
              <a:rPr lang="en-US" dirty="0"/>
              <a:t>Lorem ipsum dolor sit</a:t>
            </a:r>
          </a:p>
        </p:txBody>
      </p:sp>
    </p:spTree>
    <p:extLst>
      <p:ext uri="{BB962C8B-B14F-4D97-AF65-F5344CB8AC3E}">
        <p14:creationId xmlns:p14="http://schemas.microsoft.com/office/powerpoint/2010/main" val="37769871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93921-56BF-B116-415E-79D0F8049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E37414F0-5D2A-7DA6-3C4F-F9C93B277C7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73893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99EEFCC-3DCE-9F67-9C85-7B54090956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el 8">
            <a:extLst>
              <a:ext uri="{FF2B5EF4-FFF2-40B4-BE49-F238E27FC236}">
                <a16:creationId xmlns:a16="http://schemas.microsoft.com/office/drawing/2014/main" id="{AE8DD73A-2441-78D5-DC47-6A1B48542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noProof="0" dirty="0"/>
              <a:t>Bar chart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3E8B66D-D722-5923-2B62-74BF315AC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01/01/2026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570EC37-041D-1E56-F597-FD62033C0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Please add presentation title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AA7A5F6-53ED-223A-3979-CC675DAC2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3675" y="6482964"/>
            <a:ext cx="196850" cy="138499"/>
          </a:xfrm>
        </p:spPr>
        <p:txBody>
          <a:bodyPr/>
          <a:lstStyle/>
          <a:p>
            <a:fld id="{AFC0DE47-E009-49FD-9AD1-65414DD64D1A}" type="slidenum">
              <a:rPr lang="en-US" noProof="0" smtClean="0"/>
              <a:pPr/>
              <a:t>38</a:t>
            </a:fld>
            <a:endParaRPr lang="en-US" noProof="0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A740C59-401A-D471-5101-16F7D91BA6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3063" y="373592"/>
            <a:ext cx="5543732" cy="276999"/>
          </a:xfrm>
        </p:spPr>
        <p:txBody>
          <a:bodyPr/>
          <a:lstStyle/>
          <a:p>
            <a:r>
              <a:rPr lang="en-US" noProof="0" dirty="0"/>
              <a:t>Please insert </a:t>
            </a:r>
            <a:r>
              <a:rPr lang="en-US" noProof="0" dirty="0" err="1"/>
              <a:t>Preheadline</a:t>
            </a:r>
            <a:endParaRPr lang="en-US" noProof="0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05D22943-93A4-8B75-EF34-6A54C6514F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Please add chapter title</a:t>
            </a:r>
          </a:p>
        </p:txBody>
      </p:sp>
      <p:graphicFrame>
        <p:nvGraphicFramePr>
          <p:cNvPr id="14" name="Inhaltsplatzhalter 13">
            <a:extLst>
              <a:ext uri="{FF2B5EF4-FFF2-40B4-BE49-F238E27FC236}">
                <a16:creationId xmlns:a16="http://schemas.microsoft.com/office/drawing/2014/main" id="{A12CF4F4-D2BB-E0FB-28FA-83947367281D}"/>
              </a:ext>
            </a:extLst>
          </p:cNvPr>
          <p:cNvGraphicFramePr>
            <a:graphicFrameLocks noGrp="1"/>
          </p:cNvGraphicFramePr>
          <p:nvPr>
            <p:ph sz="quarter" idx="20"/>
            <p:extLst>
              <p:ext uri="{D42A27DB-BD31-4B8C-83A1-F6EECF244321}">
                <p14:modId xmlns:p14="http://schemas.microsoft.com/office/powerpoint/2010/main" val="3302783531"/>
              </p:ext>
            </p:extLst>
          </p:nvPr>
        </p:nvGraphicFramePr>
        <p:xfrm>
          <a:off x="373063" y="1635125"/>
          <a:ext cx="11447462" cy="4573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8628264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4CAD7-5EAD-9C31-650E-3ABECA209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9E58681A-D406-7310-B573-FF459310B1F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37414F0-5D2A-7DA6-3C4F-F9C93B277C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el 8">
            <a:extLst>
              <a:ext uri="{FF2B5EF4-FFF2-40B4-BE49-F238E27FC236}">
                <a16:creationId xmlns:a16="http://schemas.microsoft.com/office/drawing/2014/main" id="{5CAAA4A8-A372-17BF-2187-F0F7AAA10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noProof="0" dirty="0"/>
              <a:t>Bar chart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5B0D8ED-48D1-EAEA-A6E5-4AB994EB4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01/01/2026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35BA3B2-85CA-8C66-3FC2-A8F19BEEB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Please add presentation title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7E85311-AF63-ADB6-C5E6-00BF0F9A0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3675" y="6482964"/>
            <a:ext cx="196850" cy="138499"/>
          </a:xfrm>
        </p:spPr>
        <p:txBody>
          <a:bodyPr/>
          <a:lstStyle/>
          <a:p>
            <a:fld id="{AFC0DE47-E009-49FD-9AD1-65414DD64D1A}" type="slidenum">
              <a:rPr lang="en-US" noProof="0" smtClean="0"/>
              <a:pPr/>
              <a:t>39</a:t>
            </a:fld>
            <a:endParaRPr lang="en-US" noProof="0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08EC2CB7-5286-60BB-7BB4-6E6BBBA0BC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3063" y="373592"/>
            <a:ext cx="5543732" cy="276999"/>
          </a:xfrm>
        </p:spPr>
        <p:txBody>
          <a:bodyPr/>
          <a:lstStyle/>
          <a:p>
            <a:r>
              <a:rPr lang="en-US" noProof="0" dirty="0"/>
              <a:t>Please insert </a:t>
            </a:r>
            <a:r>
              <a:rPr lang="en-US" noProof="0" dirty="0" err="1"/>
              <a:t>Preheadline</a:t>
            </a:r>
            <a:endParaRPr lang="en-US" noProof="0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EFBD4E99-0A55-C56F-A966-A0C9AB64C2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Please add chapter title</a:t>
            </a:r>
          </a:p>
        </p:txBody>
      </p:sp>
      <p:graphicFrame>
        <p:nvGraphicFramePr>
          <p:cNvPr id="14" name="Inhaltsplatzhalter 13">
            <a:extLst>
              <a:ext uri="{FF2B5EF4-FFF2-40B4-BE49-F238E27FC236}">
                <a16:creationId xmlns:a16="http://schemas.microsoft.com/office/drawing/2014/main" id="{5C405132-D4B5-6B30-56B7-23F09A237D46}"/>
              </a:ext>
            </a:extLst>
          </p:cNvPr>
          <p:cNvGraphicFramePr>
            <a:graphicFrameLocks noGrp="1"/>
          </p:cNvGraphicFramePr>
          <p:nvPr>
            <p:ph sz="quarter" idx="20"/>
            <p:extLst>
              <p:ext uri="{D42A27DB-BD31-4B8C-83A1-F6EECF244321}">
                <p14:modId xmlns:p14="http://schemas.microsoft.com/office/powerpoint/2010/main" val="72337837"/>
              </p:ext>
            </p:extLst>
          </p:nvPr>
        </p:nvGraphicFramePr>
        <p:xfrm>
          <a:off x="373063" y="1635125"/>
          <a:ext cx="11447462" cy="4573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134824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2D7D4-8BF5-58EE-039F-F7DA933FF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64E377-B1B3-AB87-32DE-42CE0AC59F3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11626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4D2A7E-F052-3B2F-5719-3D1F2ADA66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32EADE8A-34CA-C2BE-7EDF-7ACA69A24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63" y="650591"/>
            <a:ext cx="11447462" cy="553998"/>
          </a:xfrm>
        </p:spPr>
        <p:txBody>
          <a:bodyPr vert="horz"/>
          <a:lstStyle/>
          <a:p>
            <a:r>
              <a:rPr lang="en-US" noProof="0" dirty="0"/>
              <a:t>Cycle diagram II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B0E9E03E-F236-A2E1-4B03-44CA22DACA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44922" y="6482964"/>
            <a:ext cx="1058860" cy="138499"/>
          </a:xfrm>
        </p:spPr>
        <p:txBody>
          <a:bodyPr/>
          <a:lstStyle/>
          <a:p>
            <a:r>
              <a:rPr lang="en-US" noProof="0" dirty="0"/>
              <a:t>01/01/2026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1DEDCF4-A4AE-00FA-F2D5-683DF4EEE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2318" y="6482964"/>
            <a:ext cx="3527607" cy="138499"/>
          </a:xfrm>
        </p:spPr>
        <p:txBody>
          <a:bodyPr/>
          <a:lstStyle/>
          <a:p>
            <a:r>
              <a:rPr lang="en-US" noProof="0" dirty="0"/>
              <a:t>Please add presentation title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90B56B9-1334-D559-4220-D0FCED25B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3675" y="6482964"/>
            <a:ext cx="196850" cy="138499"/>
          </a:xfrm>
        </p:spPr>
        <p:txBody>
          <a:bodyPr/>
          <a:lstStyle/>
          <a:p>
            <a:fld id="{AFC0DE47-E009-49FD-9AD1-65414DD64D1A}" type="slidenum">
              <a:rPr lang="en-US" noProof="0" smtClean="0"/>
              <a:pPr/>
              <a:t>40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1DD98D-D6A1-29FA-8818-27A3097A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3063" y="373592"/>
            <a:ext cx="11447462" cy="276999"/>
          </a:xfrm>
        </p:spPr>
        <p:txBody>
          <a:bodyPr/>
          <a:lstStyle/>
          <a:p>
            <a:r>
              <a:rPr lang="en-US" noProof="0" dirty="0"/>
              <a:t>Please insert </a:t>
            </a:r>
            <a:r>
              <a:rPr lang="en-US" noProof="0" dirty="0" err="1"/>
              <a:t>Preheadline</a:t>
            </a:r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E05451C-FA50-53FA-6ABA-87FB8FD918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318" y="6278566"/>
            <a:ext cx="3527607" cy="138112"/>
          </a:xfrm>
        </p:spPr>
        <p:txBody>
          <a:bodyPr>
            <a:noAutofit/>
          </a:bodyPr>
          <a:lstStyle/>
          <a:p>
            <a:pPr lvl="0"/>
            <a:r>
              <a:rPr lang="en-US" noProof="0" dirty="0"/>
              <a:t>Please add chapter title</a:t>
            </a:r>
          </a:p>
        </p:txBody>
      </p:sp>
      <p:sp>
        <p:nvSpPr>
          <p:cNvPr id="12" name="Textplatzhalter 1">
            <a:extLst>
              <a:ext uri="{FF2B5EF4-FFF2-40B4-BE49-F238E27FC236}">
                <a16:creationId xmlns:a16="http://schemas.microsoft.com/office/drawing/2014/main" id="{264F3481-84F8-3901-CC90-7596E45236B9}"/>
              </a:ext>
            </a:extLst>
          </p:cNvPr>
          <p:cNvSpPr txBox="1">
            <a:spLocks/>
          </p:cNvSpPr>
          <p:nvPr/>
        </p:nvSpPr>
        <p:spPr>
          <a:xfrm>
            <a:off x="1594186" y="3401219"/>
            <a:ext cx="2625725" cy="8617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pPr>
              <a:lnSpc>
                <a:spcPct val="100000"/>
              </a:lnSpc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r>
              <a:rPr lang="en-US" noProof="0" dirty="0"/>
              <a:t>, </a:t>
            </a:r>
            <a:r>
              <a:rPr lang="en-US" noProof="0" dirty="0" err="1"/>
              <a:t>consetetur</a:t>
            </a:r>
            <a:r>
              <a:rPr lang="en-US" noProof="0" dirty="0"/>
              <a:t> </a:t>
            </a:r>
            <a:r>
              <a:rPr lang="en-US" noProof="0" dirty="0" err="1"/>
              <a:t>sadipscing</a:t>
            </a:r>
            <a:r>
              <a:rPr lang="en-US" noProof="0" dirty="0"/>
              <a:t> </a:t>
            </a:r>
            <a:r>
              <a:rPr lang="en-US" noProof="0" dirty="0" err="1"/>
              <a:t>ealitr</a:t>
            </a:r>
            <a:r>
              <a:rPr lang="en-US" noProof="0" dirty="0"/>
              <a:t>, </a:t>
            </a:r>
            <a:br>
              <a:rPr lang="en-US" noProof="0" dirty="0"/>
            </a:br>
            <a:r>
              <a:rPr lang="en-US" noProof="0" dirty="0"/>
              <a:t>sed diam </a:t>
            </a:r>
            <a:r>
              <a:rPr lang="en-US" noProof="0" dirty="0" err="1"/>
              <a:t>nonumy</a:t>
            </a:r>
            <a:r>
              <a:rPr lang="en-US" noProof="0" dirty="0"/>
              <a:t> </a:t>
            </a:r>
            <a:r>
              <a:rPr lang="en-US" noProof="0" dirty="0" err="1"/>
              <a:t>eirmod</a:t>
            </a:r>
            <a:r>
              <a:rPr lang="en-US" noProof="0" dirty="0"/>
              <a:t> </a:t>
            </a:r>
            <a:br>
              <a:rPr lang="en-US" noProof="0" dirty="0"/>
            </a:br>
            <a:r>
              <a:rPr lang="en-US" noProof="0" dirty="0" err="1"/>
              <a:t>tempor</a:t>
            </a:r>
            <a:r>
              <a:rPr lang="en-US" noProof="0" dirty="0"/>
              <a:t> </a:t>
            </a:r>
            <a:r>
              <a:rPr lang="en-US" noProof="0" dirty="0" err="1"/>
              <a:t>invidunt</a:t>
            </a:r>
            <a:r>
              <a:rPr lang="en-US" noProof="0" dirty="0"/>
              <a:t> </a:t>
            </a:r>
            <a:r>
              <a:rPr lang="en-US" noProof="0" dirty="0" err="1"/>
              <a:t>ut</a:t>
            </a:r>
            <a:r>
              <a:rPr lang="en-US" noProof="0" dirty="0"/>
              <a:t> labore.</a:t>
            </a:r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F0EC302D-F016-6089-588B-95D33816E084}"/>
              </a:ext>
            </a:extLst>
          </p:cNvPr>
          <p:cNvSpPr txBox="1">
            <a:spLocks/>
          </p:cNvSpPr>
          <p:nvPr/>
        </p:nvSpPr>
        <p:spPr>
          <a:xfrm>
            <a:off x="1594186" y="3065806"/>
            <a:ext cx="2625725" cy="33541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defPPr>
              <a:defRPr lang="de-DE"/>
            </a:defPPr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b="0" i="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/>
              <a:t>Headline</a:t>
            </a:r>
          </a:p>
        </p:txBody>
      </p: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3E0ED81C-808C-B4B2-D496-4B56E410D61E}"/>
              </a:ext>
            </a:extLst>
          </p:cNvPr>
          <p:cNvSpPr txBox="1">
            <a:spLocks/>
          </p:cNvSpPr>
          <p:nvPr/>
        </p:nvSpPr>
        <p:spPr>
          <a:xfrm>
            <a:off x="1004141" y="3011808"/>
            <a:ext cx="511567" cy="8384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5000" b="0" i="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>
                <a:solidFill>
                  <a:srgbClr val="FF6E00"/>
                </a:solidFill>
              </a:rPr>
              <a:t>1</a:t>
            </a:r>
          </a:p>
        </p:txBody>
      </p:sp>
      <p:sp>
        <p:nvSpPr>
          <p:cNvPr id="21" name="Textplatzhalter 10">
            <a:extLst>
              <a:ext uri="{FF2B5EF4-FFF2-40B4-BE49-F238E27FC236}">
                <a16:creationId xmlns:a16="http://schemas.microsoft.com/office/drawing/2014/main" id="{FA3FE6DE-7144-7D0F-E6B9-2B36BB07648F}"/>
              </a:ext>
            </a:extLst>
          </p:cNvPr>
          <p:cNvSpPr txBox="1">
            <a:spLocks/>
          </p:cNvSpPr>
          <p:nvPr/>
        </p:nvSpPr>
        <p:spPr>
          <a:xfrm>
            <a:off x="8523903" y="3401219"/>
            <a:ext cx="2625725" cy="8617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pPr>
              <a:lnSpc>
                <a:spcPct val="100000"/>
              </a:lnSpc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r>
              <a:rPr lang="en-US" noProof="0" dirty="0"/>
              <a:t>, </a:t>
            </a:r>
            <a:r>
              <a:rPr lang="en-US" noProof="0" dirty="0" err="1"/>
              <a:t>consetetur</a:t>
            </a:r>
            <a:r>
              <a:rPr lang="en-US" noProof="0" dirty="0"/>
              <a:t> </a:t>
            </a:r>
            <a:r>
              <a:rPr lang="en-US" noProof="0" dirty="0" err="1"/>
              <a:t>sadipscing</a:t>
            </a:r>
            <a:r>
              <a:rPr lang="en-US" noProof="0" dirty="0"/>
              <a:t> </a:t>
            </a:r>
            <a:r>
              <a:rPr lang="en-US" noProof="0" dirty="0" err="1"/>
              <a:t>ealitr</a:t>
            </a:r>
            <a:r>
              <a:rPr lang="en-US" noProof="0" dirty="0"/>
              <a:t>, </a:t>
            </a:r>
            <a:br>
              <a:rPr lang="en-US" noProof="0" dirty="0"/>
            </a:br>
            <a:r>
              <a:rPr lang="en-US" noProof="0" dirty="0"/>
              <a:t>sed diam </a:t>
            </a:r>
            <a:r>
              <a:rPr lang="en-US" noProof="0" dirty="0" err="1"/>
              <a:t>nonumy</a:t>
            </a:r>
            <a:r>
              <a:rPr lang="en-US" noProof="0" dirty="0"/>
              <a:t> </a:t>
            </a:r>
            <a:r>
              <a:rPr lang="en-US" noProof="0" dirty="0" err="1"/>
              <a:t>eirmod</a:t>
            </a:r>
            <a:r>
              <a:rPr lang="en-US" noProof="0" dirty="0"/>
              <a:t> </a:t>
            </a:r>
            <a:br>
              <a:rPr lang="en-US" noProof="0" dirty="0"/>
            </a:br>
            <a:r>
              <a:rPr lang="en-US" noProof="0" dirty="0" err="1"/>
              <a:t>tempor</a:t>
            </a:r>
            <a:r>
              <a:rPr lang="en-US" noProof="0" dirty="0"/>
              <a:t> </a:t>
            </a:r>
            <a:r>
              <a:rPr lang="en-US" noProof="0" dirty="0" err="1"/>
              <a:t>invidunt</a:t>
            </a:r>
            <a:r>
              <a:rPr lang="en-US" noProof="0" dirty="0"/>
              <a:t> </a:t>
            </a:r>
            <a:r>
              <a:rPr lang="en-US" noProof="0" dirty="0" err="1"/>
              <a:t>ut</a:t>
            </a:r>
            <a:r>
              <a:rPr lang="en-US" noProof="0" dirty="0"/>
              <a:t> labore.</a:t>
            </a:r>
          </a:p>
        </p:txBody>
      </p:sp>
      <p:sp>
        <p:nvSpPr>
          <p:cNvPr id="22" name="Textplatzhalter 11">
            <a:extLst>
              <a:ext uri="{FF2B5EF4-FFF2-40B4-BE49-F238E27FC236}">
                <a16:creationId xmlns:a16="http://schemas.microsoft.com/office/drawing/2014/main" id="{CAAA8BE7-6A46-B20A-B316-AD80B09E65AF}"/>
              </a:ext>
            </a:extLst>
          </p:cNvPr>
          <p:cNvSpPr txBox="1">
            <a:spLocks/>
          </p:cNvSpPr>
          <p:nvPr/>
        </p:nvSpPr>
        <p:spPr>
          <a:xfrm>
            <a:off x="8523903" y="3065806"/>
            <a:ext cx="2625725" cy="3354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b="0" i="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/>
              <a:t>Headline</a:t>
            </a:r>
          </a:p>
        </p:txBody>
      </p:sp>
      <p:sp>
        <p:nvSpPr>
          <p:cNvPr id="23" name="Textplatzhalter 12">
            <a:extLst>
              <a:ext uri="{FF2B5EF4-FFF2-40B4-BE49-F238E27FC236}">
                <a16:creationId xmlns:a16="http://schemas.microsoft.com/office/drawing/2014/main" id="{EDBE6841-27A0-2B26-0F95-1E8C90BE7313}"/>
              </a:ext>
            </a:extLst>
          </p:cNvPr>
          <p:cNvSpPr txBox="1">
            <a:spLocks/>
          </p:cNvSpPr>
          <p:nvPr/>
        </p:nvSpPr>
        <p:spPr>
          <a:xfrm>
            <a:off x="7933858" y="3011808"/>
            <a:ext cx="511567" cy="8384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5000" b="0" i="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>
                <a:solidFill>
                  <a:srgbClr val="383838"/>
                </a:solidFill>
              </a:rPr>
              <a:t>2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D7F25769-931C-5C6B-AB77-64CD86D2F44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45186" y="2186587"/>
            <a:ext cx="2901627" cy="2901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0711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84F79-BB6F-3B05-738E-3B39BAD96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3E8DBC4-71CE-F075-69B4-C78EB8D1931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64E377-B1B3-AB87-32DE-42CE0AC59F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33920278-C5A7-94E6-A66E-DE085DC33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63" y="650591"/>
            <a:ext cx="11447462" cy="553998"/>
          </a:xfrm>
        </p:spPr>
        <p:txBody>
          <a:bodyPr vert="horz"/>
          <a:lstStyle/>
          <a:p>
            <a:r>
              <a:rPr lang="en-US" noProof="0" dirty="0"/>
              <a:t>Cycle diagram III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31FE71C-C5EA-B868-F528-CBA3D468A0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44922" y="6482964"/>
            <a:ext cx="1058860" cy="138499"/>
          </a:xfrm>
        </p:spPr>
        <p:txBody>
          <a:bodyPr/>
          <a:lstStyle/>
          <a:p>
            <a:r>
              <a:rPr lang="en-US" noProof="0" dirty="0"/>
              <a:t>01/01/2026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70B78D7-CB85-8530-2BC8-63D18341B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2318" y="6482964"/>
            <a:ext cx="3527607" cy="138499"/>
          </a:xfrm>
        </p:spPr>
        <p:txBody>
          <a:bodyPr/>
          <a:lstStyle/>
          <a:p>
            <a:r>
              <a:rPr lang="en-US" noProof="0" dirty="0"/>
              <a:t>Please add presentation title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0BCF44F-0D71-EB4B-B87D-F6F4BFC19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3675" y="6482964"/>
            <a:ext cx="196850" cy="138499"/>
          </a:xfrm>
        </p:spPr>
        <p:txBody>
          <a:bodyPr/>
          <a:lstStyle/>
          <a:p>
            <a:fld id="{AFC0DE47-E009-49FD-9AD1-65414DD64D1A}" type="slidenum">
              <a:rPr lang="en-US" noProof="0" smtClean="0"/>
              <a:pPr/>
              <a:t>41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246936-101F-67F4-E3B4-B88705255F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3063" y="373592"/>
            <a:ext cx="11447462" cy="276999"/>
          </a:xfrm>
        </p:spPr>
        <p:txBody>
          <a:bodyPr/>
          <a:lstStyle/>
          <a:p>
            <a:r>
              <a:rPr lang="en-US" noProof="0" dirty="0"/>
              <a:t>Please insert </a:t>
            </a:r>
            <a:r>
              <a:rPr lang="en-US" noProof="0" dirty="0" err="1"/>
              <a:t>Preheadline</a:t>
            </a:r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36964F-D35F-AE3A-5457-917188C267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318" y="6278566"/>
            <a:ext cx="3527607" cy="138112"/>
          </a:xfrm>
        </p:spPr>
        <p:txBody>
          <a:bodyPr>
            <a:noAutofit/>
          </a:bodyPr>
          <a:lstStyle/>
          <a:p>
            <a:pPr lvl="0"/>
            <a:r>
              <a:rPr lang="en-US" noProof="0" dirty="0"/>
              <a:t>Please add chapter title</a:t>
            </a:r>
          </a:p>
        </p:txBody>
      </p:sp>
      <p:sp>
        <p:nvSpPr>
          <p:cNvPr id="21" name="Textplatzhalter 10">
            <a:extLst>
              <a:ext uri="{FF2B5EF4-FFF2-40B4-BE49-F238E27FC236}">
                <a16:creationId xmlns:a16="http://schemas.microsoft.com/office/drawing/2014/main" id="{CB2D83DA-8E21-3D50-C08F-3E3FE750F702}"/>
              </a:ext>
            </a:extLst>
          </p:cNvPr>
          <p:cNvSpPr txBox="1">
            <a:spLocks/>
          </p:cNvSpPr>
          <p:nvPr/>
        </p:nvSpPr>
        <p:spPr>
          <a:xfrm>
            <a:off x="8523903" y="2268543"/>
            <a:ext cx="2625725" cy="8617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pPr>
              <a:lnSpc>
                <a:spcPct val="100000"/>
              </a:lnSpc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ealitr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sed diam </a:t>
            </a:r>
            <a:r>
              <a:rPr lang="en-US" dirty="0" err="1"/>
              <a:t>nonumy</a:t>
            </a:r>
            <a:r>
              <a:rPr lang="en-US" dirty="0"/>
              <a:t> </a:t>
            </a:r>
            <a:r>
              <a:rPr lang="en-US" dirty="0" err="1"/>
              <a:t>eirmod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invidunt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labore.</a:t>
            </a:r>
          </a:p>
        </p:txBody>
      </p:sp>
      <p:sp>
        <p:nvSpPr>
          <p:cNvPr id="22" name="Textplatzhalter 11">
            <a:extLst>
              <a:ext uri="{FF2B5EF4-FFF2-40B4-BE49-F238E27FC236}">
                <a16:creationId xmlns:a16="http://schemas.microsoft.com/office/drawing/2014/main" id="{E6A58A70-2D92-88D9-AB5A-436B66515B0A}"/>
              </a:ext>
            </a:extLst>
          </p:cNvPr>
          <p:cNvSpPr txBox="1">
            <a:spLocks/>
          </p:cNvSpPr>
          <p:nvPr/>
        </p:nvSpPr>
        <p:spPr>
          <a:xfrm>
            <a:off x="8523903" y="1933130"/>
            <a:ext cx="2625725" cy="3354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b="0" i="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/>
              <a:t>Headline</a:t>
            </a:r>
          </a:p>
        </p:txBody>
      </p:sp>
      <p:sp>
        <p:nvSpPr>
          <p:cNvPr id="23" name="Textplatzhalter 12">
            <a:extLst>
              <a:ext uri="{FF2B5EF4-FFF2-40B4-BE49-F238E27FC236}">
                <a16:creationId xmlns:a16="http://schemas.microsoft.com/office/drawing/2014/main" id="{1848B913-2EFA-D565-A3B1-DD389ACCFA55}"/>
              </a:ext>
            </a:extLst>
          </p:cNvPr>
          <p:cNvSpPr txBox="1">
            <a:spLocks/>
          </p:cNvSpPr>
          <p:nvPr/>
        </p:nvSpPr>
        <p:spPr>
          <a:xfrm>
            <a:off x="7933858" y="1879132"/>
            <a:ext cx="511567" cy="8384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5000" b="0" i="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>
                <a:solidFill>
                  <a:srgbClr val="383838"/>
                </a:solidFill>
              </a:rPr>
              <a:t>2</a:t>
            </a:r>
          </a:p>
        </p:txBody>
      </p:sp>
      <p:sp>
        <p:nvSpPr>
          <p:cNvPr id="27" name="Textplatzhalter 16">
            <a:extLst>
              <a:ext uri="{FF2B5EF4-FFF2-40B4-BE49-F238E27FC236}">
                <a16:creationId xmlns:a16="http://schemas.microsoft.com/office/drawing/2014/main" id="{13891A53-81E5-4491-E6EF-4E7220C7F628}"/>
              </a:ext>
            </a:extLst>
          </p:cNvPr>
          <p:cNvSpPr txBox="1">
            <a:spLocks/>
          </p:cNvSpPr>
          <p:nvPr/>
        </p:nvSpPr>
        <p:spPr>
          <a:xfrm>
            <a:off x="8523903" y="4930901"/>
            <a:ext cx="2625725" cy="8617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pPr>
              <a:lnSpc>
                <a:spcPct val="100000"/>
              </a:lnSpc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r>
              <a:rPr lang="en-US" noProof="0" dirty="0"/>
              <a:t>, </a:t>
            </a:r>
            <a:r>
              <a:rPr lang="en-US" noProof="0" dirty="0" err="1"/>
              <a:t>consetetur</a:t>
            </a:r>
            <a:r>
              <a:rPr lang="en-US" noProof="0" dirty="0"/>
              <a:t> </a:t>
            </a:r>
            <a:r>
              <a:rPr lang="en-US" noProof="0" dirty="0" err="1"/>
              <a:t>sadipscing</a:t>
            </a:r>
            <a:r>
              <a:rPr lang="en-US" noProof="0" dirty="0"/>
              <a:t> </a:t>
            </a:r>
            <a:r>
              <a:rPr lang="en-US" noProof="0" dirty="0" err="1"/>
              <a:t>ealitr</a:t>
            </a:r>
            <a:r>
              <a:rPr lang="en-US" noProof="0" dirty="0"/>
              <a:t>, </a:t>
            </a:r>
            <a:br>
              <a:rPr lang="en-US" noProof="0" dirty="0"/>
            </a:br>
            <a:r>
              <a:rPr lang="en-US" noProof="0" dirty="0"/>
              <a:t>sed diam </a:t>
            </a:r>
            <a:r>
              <a:rPr lang="en-US" noProof="0" dirty="0" err="1"/>
              <a:t>nonumy</a:t>
            </a:r>
            <a:r>
              <a:rPr lang="en-US" noProof="0" dirty="0"/>
              <a:t> </a:t>
            </a:r>
            <a:r>
              <a:rPr lang="en-US" noProof="0" dirty="0" err="1"/>
              <a:t>eirmod</a:t>
            </a:r>
            <a:r>
              <a:rPr lang="en-US" noProof="0" dirty="0"/>
              <a:t> </a:t>
            </a:r>
            <a:br>
              <a:rPr lang="en-US" noProof="0" dirty="0"/>
            </a:br>
            <a:r>
              <a:rPr lang="en-US" noProof="0" dirty="0" err="1"/>
              <a:t>tempor</a:t>
            </a:r>
            <a:r>
              <a:rPr lang="en-US" noProof="0" dirty="0"/>
              <a:t> </a:t>
            </a:r>
            <a:r>
              <a:rPr lang="en-US" noProof="0" dirty="0" err="1"/>
              <a:t>invidunt</a:t>
            </a:r>
            <a:r>
              <a:rPr lang="en-US" noProof="0" dirty="0"/>
              <a:t> </a:t>
            </a:r>
            <a:r>
              <a:rPr lang="en-US" noProof="0" dirty="0" err="1"/>
              <a:t>ut</a:t>
            </a:r>
            <a:r>
              <a:rPr lang="en-US" noProof="0" dirty="0"/>
              <a:t> labore.</a:t>
            </a:r>
          </a:p>
        </p:txBody>
      </p:sp>
      <p:sp>
        <p:nvSpPr>
          <p:cNvPr id="28" name="Textplatzhalter 17">
            <a:extLst>
              <a:ext uri="{FF2B5EF4-FFF2-40B4-BE49-F238E27FC236}">
                <a16:creationId xmlns:a16="http://schemas.microsoft.com/office/drawing/2014/main" id="{59482F41-A78D-7BB9-6937-FAC5BC68B32D}"/>
              </a:ext>
            </a:extLst>
          </p:cNvPr>
          <p:cNvSpPr txBox="1">
            <a:spLocks/>
          </p:cNvSpPr>
          <p:nvPr/>
        </p:nvSpPr>
        <p:spPr>
          <a:xfrm>
            <a:off x="8523903" y="4595488"/>
            <a:ext cx="2625725" cy="3354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b="0" i="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/>
              <a:t>Headline</a:t>
            </a:r>
          </a:p>
        </p:txBody>
      </p:sp>
      <p:sp>
        <p:nvSpPr>
          <p:cNvPr id="29" name="Textplatzhalter 18">
            <a:extLst>
              <a:ext uri="{FF2B5EF4-FFF2-40B4-BE49-F238E27FC236}">
                <a16:creationId xmlns:a16="http://schemas.microsoft.com/office/drawing/2014/main" id="{AD0BC470-5BE8-AC13-E198-78372B3476DF}"/>
              </a:ext>
            </a:extLst>
          </p:cNvPr>
          <p:cNvSpPr txBox="1">
            <a:spLocks/>
          </p:cNvSpPr>
          <p:nvPr/>
        </p:nvSpPr>
        <p:spPr>
          <a:xfrm>
            <a:off x="7927138" y="4541490"/>
            <a:ext cx="511567" cy="8384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5000" b="0" i="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dirty="0">
                <a:solidFill>
                  <a:srgbClr val="5D6972"/>
                </a:solidFill>
              </a:rPr>
              <a:t>3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A520BE44-3F47-CA70-09A0-04B96FEBD61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86" y="2186587"/>
            <a:ext cx="2901627" cy="2901627"/>
          </a:xfrm>
          <a:prstGeom prst="rect">
            <a:avLst/>
          </a:prstGeom>
        </p:spPr>
      </p:pic>
      <p:sp>
        <p:nvSpPr>
          <p:cNvPr id="32" name="Textplatzhalter 1">
            <a:extLst>
              <a:ext uri="{FF2B5EF4-FFF2-40B4-BE49-F238E27FC236}">
                <a16:creationId xmlns:a16="http://schemas.microsoft.com/office/drawing/2014/main" id="{F8ADA38E-C501-3BD1-D12E-123581F70045}"/>
              </a:ext>
            </a:extLst>
          </p:cNvPr>
          <p:cNvSpPr txBox="1">
            <a:spLocks/>
          </p:cNvSpPr>
          <p:nvPr/>
        </p:nvSpPr>
        <p:spPr>
          <a:xfrm>
            <a:off x="1594186" y="3401219"/>
            <a:ext cx="2625725" cy="8617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pPr>
              <a:lnSpc>
                <a:spcPct val="100000"/>
              </a:lnSpc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r>
              <a:rPr lang="en-US" noProof="0" dirty="0"/>
              <a:t>, </a:t>
            </a:r>
            <a:r>
              <a:rPr lang="en-US" noProof="0" dirty="0" err="1"/>
              <a:t>consetetur</a:t>
            </a:r>
            <a:r>
              <a:rPr lang="en-US" noProof="0" dirty="0"/>
              <a:t> </a:t>
            </a:r>
            <a:r>
              <a:rPr lang="en-US" noProof="0" dirty="0" err="1"/>
              <a:t>sadipscing</a:t>
            </a:r>
            <a:r>
              <a:rPr lang="en-US" noProof="0" dirty="0"/>
              <a:t> </a:t>
            </a:r>
            <a:r>
              <a:rPr lang="en-US" noProof="0" dirty="0" err="1"/>
              <a:t>ealitr</a:t>
            </a:r>
            <a:r>
              <a:rPr lang="en-US" noProof="0" dirty="0"/>
              <a:t>, </a:t>
            </a:r>
            <a:br>
              <a:rPr lang="en-US" noProof="0" dirty="0"/>
            </a:br>
            <a:r>
              <a:rPr lang="en-US" noProof="0" dirty="0"/>
              <a:t>sed diam </a:t>
            </a:r>
            <a:r>
              <a:rPr lang="en-US" noProof="0" dirty="0" err="1"/>
              <a:t>nonumy</a:t>
            </a:r>
            <a:r>
              <a:rPr lang="en-US" noProof="0" dirty="0"/>
              <a:t> </a:t>
            </a:r>
            <a:r>
              <a:rPr lang="en-US" noProof="0" dirty="0" err="1"/>
              <a:t>eirmod</a:t>
            </a:r>
            <a:r>
              <a:rPr lang="en-US" noProof="0" dirty="0"/>
              <a:t> </a:t>
            </a:r>
            <a:br>
              <a:rPr lang="en-US" noProof="0" dirty="0"/>
            </a:br>
            <a:r>
              <a:rPr lang="en-US" noProof="0" dirty="0" err="1"/>
              <a:t>tempor</a:t>
            </a:r>
            <a:r>
              <a:rPr lang="en-US" noProof="0" dirty="0"/>
              <a:t> </a:t>
            </a:r>
            <a:r>
              <a:rPr lang="en-US" noProof="0" dirty="0" err="1"/>
              <a:t>invidunt</a:t>
            </a:r>
            <a:r>
              <a:rPr lang="en-US" noProof="0" dirty="0"/>
              <a:t> </a:t>
            </a:r>
            <a:r>
              <a:rPr lang="en-US" noProof="0" dirty="0" err="1"/>
              <a:t>ut</a:t>
            </a:r>
            <a:r>
              <a:rPr lang="en-US" noProof="0" dirty="0"/>
              <a:t> labore.</a:t>
            </a:r>
          </a:p>
        </p:txBody>
      </p:sp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B31BC284-3788-17D1-C9F4-F29C25AB4E7D}"/>
              </a:ext>
            </a:extLst>
          </p:cNvPr>
          <p:cNvSpPr txBox="1">
            <a:spLocks/>
          </p:cNvSpPr>
          <p:nvPr/>
        </p:nvSpPr>
        <p:spPr>
          <a:xfrm>
            <a:off x="1594186" y="3065806"/>
            <a:ext cx="2625725" cy="33541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defPPr>
              <a:defRPr lang="de-DE"/>
            </a:defPPr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b="0" i="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/>
              <a:t>Headline</a:t>
            </a:r>
          </a:p>
        </p:txBody>
      </p:sp>
      <p:sp>
        <p:nvSpPr>
          <p:cNvPr id="34" name="Textplatzhalter 3">
            <a:extLst>
              <a:ext uri="{FF2B5EF4-FFF2-40B4-BE49-F238E27FC236}">
                <a16:creationId xmlns:a16="http://schemas.microsoft.com/office/drawing/2014/main" id="{C905A4B1-D0BA-C0A8-1FF8-05516755BB70}"/>
              </a:ext>
            </a:extLst>
          </p:cNvPr>
          <p:cNvSpPr txBox="1">
            <a:spLocks/>
          </p:cNvSpPr>
          <p:nvPr/>
        </p:nvSpPr>
        <p:spPr>
          <a:xfrm>
            <a:off x="1004141" y="3011808"/>
            <a:ext cx="511567" cy="8384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5000" b="0" i="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>
                <a:solidFill>
                  <a:srgbClr val="FF6E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861721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F2B84-3DC3-4045-342E-4EE0E0B7F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C104316-94E9-0FF8-572F-6058E552532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E8DBC4-71CE-F075-69B4-C78EB8D193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69223B46-5F0E-3359-8278-3A9F18C9C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63" y="650591"/>
            <a:ext cx="11447462" cy="553998"/>
          </a:xfrm>
        </p:spPr>
        <p:txBody>
          <a:bodyPr vert="horz"/>
          <a:lstStyle/>
          <a:p>
            <a:r>
              <a:rPr lang="en-US" noProof="0" dirty="0"/>
              <a:t>Cycle diagram IV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DE0A1DC-74F6-0503-2819-65B7700882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44922" y="6482964"/>
            <a:ext cx="1058860" cy="138499"/>
          </a:xfrm>
        </p:spPr>
        <p:txBody>
          <a:bodyPr/>
          <a:lstStyle/>
          <a:p>
            <a:r>
              <a:rPr lang="en-US" noProof="0" dirty="0"/>
              <a:t>01/01/2026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26827DD-5FA0-BBC8-8B50-4387B26E5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2318" y="6482964"/>
            <a:ext cx="3527607" cy="138499"/>
          </a:xfrm>
        </p:spPr>
        <p:txBody>
          <a:bodyPr/>
          <a:lstStyle/>
          <a:p>
            <a:r>
              <a:rPr lang="en-US" noProof="0" dirty="0"/>
              <a:t>Please add presentation title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5642C56-BA10-963C-27E8-F54DEEAA5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3675" y="6482964"/>
            <a:ext cx="196850" cy="138499"/>
          </a:xfrm>
        </p:spPr>
        <p:txBody>
          <a:bodyPr/>
          <a:lstStyle/>
          <a:p>
            <a:fld id="{AFC0DE47-E009-49FD-9AD1-65414DD64D1A}" type="slidenum">
              <a:rPr lang="en-US" noProof="0" smtClean="0"/>
              <a:pPr/>
              <a:t>42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258C60-5C01-CE3C-8A1F-AE73BD1D16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3063" y="373592"/>
            <a:ext cx="11447462" cy="276999"/>
          </a:xfrm>
        </p:spPr>
        <p:txBody>
          <a:bodyPr/>
          <a:lstStyle/>
          <a:p>
            <a:r>
              <a:rPr lang="en-US" noProof="0" dirty="0"/>
              <a:t>Please insert </a:t>
            </a:r>
            <a:r>
              <a:rPr lang="en-US" noProof="0" dirty="0" err="1"/>
              <a:t>Preheadline</a:t>
            </a:r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25CF34E-368F-6871-DCA8-F8C37D0847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318" y="6278566"/>
            <a:ext cx="3527607" cy="138112"/>
          </a:xfrm>
        </p:spPr>
        <p:txBody>
          <a:bodyPr>
            <a:noAutofit/>
          </a:bodyPr>
          <a:lstStyle/>
          <a:p>
            <a:pPr lvl="0"/>
            <a:r>
              <a:rPr lang="en-US" noProof="0" dirty="0"/>
              <a:t>Please add chapter title</a:t>
            </a:r>
          </a:p>
        </p:txBody>
      </p:sp>
      <p:sp>
        <p:nvSpPr>
          <p:cNvPr id="12" name="Textplatzhalter 1">
            <a:extLst>
              <a:ext uri="{FF2B5EF4-FFF2-40B4-BE49-F238E27FC236}">
                <a16:creationId xmlns:a16="http://schemas.microsoft.com/office/drawing/2014/main" id="{BFA7BE30-23E0-658A-1D6B-D3B175A5753A}"/>
              </a:ext>
            </a:extLst>
          </p:cNvPr>
          <p:cNvSpPr txBox="1">
            <a:spLocks/>
          </p:cNvSpPr>
          <p:nvPr/>
        </p:nvSpPr>
        <p:spPr>
          <a:xfrm>
            <a:off x="1594186" y="2268543"/>
            <a:ext cx="2625725" cy="8617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pPr>
              <a:lnSpc>
                <a:spcPct val="100000"/>
              </a:lnSpc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r>
              <a:rPr lang="en-US" noProof="0" dirty="0"/>
              <a:t>, </a:t>
            </a:r>
            <a:r>
              <a:rPr lang="en-US" noProof="0" dirty="0" err="1"/>
              <a:t>consetetur</a:t>
            </a:r>
            <a:r>
              <a:rPr lang="en-US" noProof="0" dirty="0"/>
              <a:t> </a:t>
            </a:r>
            <a:r>
              <a:rPr lang="en-US" noProof="0" dirty="0" err="1"/>
              <a:t>sadipscing</a:t>
            </a:r>
            <a:r>
              <a:rPr lang="en-US" noProof="0" dirty="0"/>
              <a:t> </a:t>
            </a:r>
            <a:r>
              <a:rPr lang="en-US" noProof="0" dirty="0" err="1"/>
              <a:t>ealitr</a:t>
            </a:r>
            <a:r>
              <a:rPr lang="en-US" noProof="0" dirty="0"/>
              <a:t>, </a:t>
            </a:r>
            <a:br>
              <a:rPr lang="en-US" noProof="0" dirty="0"/>
            </a:br>
            <a:r>
              <a:rPr lang="en-US" noProof="0" dirty="0"/>
              <a:t>sed diam </a:t>
            </a:r>
            <a:r>
              <a:rPr lang="en-US" noProof="0" dirty="0" err="1"/>
              <a:t>nonumy</a:t>
            </a:r>
            <a:r>
              <a:rPr lang="en-US" noProof="0" dirty="0"/>
              <a:t> </a:t>
            </a:r>
            <a:r>
              <a:rPr lang="en-US" noProof="0" dirty="0" err="1"/>
              <a:t>eirmod</a:t>
            </a:r>
            <a:r>
              <a:rPr lang="en-US" noProof="0" dirty="0"/>
              <a:t> </a:t>
            </a:r>
            <a:br>
              <a:rPr lang="en-US" noProof="0" dirty="0"/>
            </a:br>
            <a:r>
              <a:rPr lang="en-US" noProof="0" dirty="0" err="1"/>
              <a:t>tempor</a:t>
            </a:r>
            <a:r>
              <a:rPr lang="en-US" noProof="0" dirty="0"/>
              <a:t> </a:t>
            </a:r>
            <a:r>
              <a:rPr lang="en-US" noProof="0" dirty="0" err="1"/>
              <a:t>invidunt</a:t>
            </a:r>
            <a:r>
              <a:rPr lang="en-US" noProof="0" dirty="0"/>
              <a:t> </a:t>
            </a:r>
            <a:r>
              <a:rPr lang="en-US" noProof="0" dirty="0" err="1"/>
              <a:t>ut</a:t>
            </a:r>
            <a:r>
              <a:rPr lang="en-US" noProof="0" dirty="0"/>
              <a:t> labore.</a:t>
            </a:r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701366CA-17F3-B277-C49F-57F520CF5D2D}"/>
              </a:ext>
            </a:extLst>
          </p:cNvPr>
          <p:cNvSpPr txBox="1">
            <a:spLocks/>
          </p:cNvSpPr>
          <p:nvPr/>
        </p:nvSpPr>
        <p:spPr>
          <a:xfrm>
            <a:off x="1594186" y="1933130"/>
            <a:ext cx="2625725" cy="33541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defPPr>
              <a:defRPr lang="de-DE"/>
            </a:defPPr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b="0" i="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/>
              <a:t>Headline</a:t>
            </a:r>
          </a:p>
        </p:txBody>
      </p: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E7337BA5-9281-E4AC-BE4B-4D5C38FBB045}"/>
              </a:ext>
            </a:extLst>
          </p:cNvPr>
          <p:cNvSpPr txBox="1">
            <a:spLocks/>
          </p:cNvSpPr>
          <p:nvPr/>
        </p:nvSpPr>
        <p:spPr>
          <a:xfrm>
            <a:off x="1004141" y="1879132"/>
            <a:ext cx="511567" cy="8384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5000" b="0" i="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>
                <a:solidFill>
                  <a:srgbClr val="FF6E00"/>
                </a:solidFill>
              </a:rPr>
              <a:t>1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B1516BD2-6BA4-0146-1CFD-E9854F527AC0}"/>
              </a:ext>
            </a:extLst>
          </p:cNvPr>
          <p:cNvSpPr txBox="1">
            <a:spLocks/>
          </p:cNvSpPr>
          <p:nvPr/>
        </p:nvSpPr>
        <p:spPr>
          <a:xfrm>
            <a:off x="1594186" y="4930901"/>
            <a:ext cx="2625725" cy="86177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pPr>
              <a:lnSpc>
                <a:spcPct val="100000"/>
              </a:lnSpc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r>
              <a:rPr lang="en-US" noProof="0" dirty="0"/>
              <a:t>, </a:t>
            </a:r>
            <a:r>
              <a:rPr lang="en-US" noProof="0" dirty="0" err="1"/>
              <a:t>consetetur</a:t>
            </a:r>
            <a:r>
              <a:rPr lang="en-US" noProof="0" dirty="0"/>
              <a:t> </a:t>
            </a:r>
            <a:r>
              <a:rPr lang="en-US" noProof="0" dirty="0" err="1"/>
              <a:t>sadipscing</a:t>
            </a:r>
            <a:r>
              <a:rPr lang="en-US" noProof="0" dirty="0"/>
              <a:t> </a:t>
            </a:r>
            <a:r>
              <a:rPr lang="en-US" noProof="0" dirty="0" err="1"/>
              <a:t>ealitr</a:t>
            </a:r>
            <a:r>
              <a:rPr lang="en-US" noProof="0" dirty="0"/>
              <a:t>, </a:t>
            </a:r>
            <a:br>
              <a:rPr lang="en-US" noProof="0" dirty="0"/>
            </a:br>
            <a:r>
              <a:rPr lang="en-US" noProof="0" dirty="0"/>
              <a:t>sed diam </a:t>
            </a:r>
            <a:r>
              <a:rPr lang="en-US" noProof="0" dirty="0" err="1"/>
              <a:t>nonumy</a:t>
            </a:r>
            <a:r>
              <a:rPr lang="en-US" noProof="0" dirty="0"/>
              <a:t> </a:t>
            </a:r>
            <a:r>
              <a:rPr lang="en-US" noProof="0" dirty="0" err="1"/>
              <a:t>eirmod</a:t>
            </a:r>
            <a:r>
              <a:rPr lang="en-US" noProof="0" dirty="0"/>
              <a:t> </a:t>
            </a:r>
            <a:br>
              <a:rPr lang="en-US" noProof="0" dirty="0"/>
            </a:br>
            <a:r>
              <a:rPr lang="en-US" noProof="0" dirty="0" err="1"/>
              <a:t>tempor</a:t>
            </a:r>
            <a:r>
              <a:rPr lang="en-US" noProof="0" dirty="0"/>
              <a:t> </a:t>
            </a:r>
            <a:r>
              <a:rPr lang="en-US" noProof="0" dirty="0" err="1"/>
              <a:t>invidunt</a:t>
            </a:r>
            <a:r>
              <a:rPr lang="en-US" noProof="0" dirty="0"/>
              <a:t> </a:t>
            </a:r>
            <a:r>
              <a:rPr lang="en-US" noProof="0" dirty="0" err="1"/>
              <a:t>ut</a:t>
            </a:r>
            <a:r>
              <a:rPr lang="en-US" noProof="0" dirty="0"/>
              <a:t> labore.</a:t>
            </a:r>
          </a:p>
        </p:txBody>
      </p:sp>
      <p:sp>
        <p:nvSpPr>
          <p:cNvPr id="19" name="Textplatzhalter 8">
            <a:extLst>
              <a:ext uri="{FF2B5EF4-FFF2-40B4-BE49-F238E27FC236}">
                <a16:creationId xmlns:a16="http://schemas.microsoft.com/office/drawing/2014/main" id="{FB4D3790-99A7-330C-6757-458D64B76F95}"/>
              </a:ext>
            </a:extLst>
          </p:cNvPr>
          <p:cNvSpPr txBox="1">
            <a:spLocks/>
          </p:cNvSpPr>
          <p:nvPr/>
        </p:nvSpPr>
        <p:spPr>
          <a:xfrm>
            <a:off x="1594186" y="4595488"/>
            <a:ext cx="2625725" cy="3354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b="0" i="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/>
              <a:t>Headline</a:t>
            </a:r>
          </a:p>
        </p:txBody>
      </p:sp>
      <p:sp>
        <p:nvSpPr>
          <p:cNvPr id="20" name="Textplatzhalter 9">
            <a:extLst>
              <a:ext uri="{FF2B5EF4-FFF2-40B4-BE49-F238E27FC236}">
                <a16:creationId xmlns:a16="http://schemas.microsoft.com/office/drawing/2014/main" id="{AC3D69B3-B15A-D7B0-D3E2-904DB67FB2E5}"/>
              </a:ext>
            </a:extLst>
          </p:cNvPr>
          <p:cNvSpPr txBox="1">
            <a:spLocks/>
          </p:cNvSpPr>
          <p:nvPr/>
        </p:nvSpPr>
        <p:spPr>
          <a:xfrm>
            <a:off x="1004141" y="4541490"/>
            <a:ext cx="511567" cy="8384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5000" b="0" i="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>
                <a:solidFill>
                  <a:srgbClr val="7FB9D2"/>
                </a:solidFill>
              </a:rPr>
              <a:t>4</a:t>
            </a:r>
          </a:p>
        </p:txBody>
      </p:sp>
      <p:sp>
        <p:nvSpPr>
          <p:cNvPr id="21" name="Textplatzhalter 10">
            <a:extLst>
              <a:ext uri="{FF2B5EF4-FFF2-40B4-BE49-F238E27FC236}">
                <a16:creationId xmlns:a16="http://schemas.microsoft.com/office/drawing/2014/main" id="{9FE9F96F-4DC3-6212-1051-1618D5DD0B31}"/>
              </a:ext>
            </a:extLst>
          </p:cNvPr>
          <p:cNvSpPr txBox="1">
            <a:spLocks/>
          </p:cNvSpPr>
          <p:nvPr/>
        </p:nvSpPr>
        <p:spPr>
          <a:xfrm>
            <a:off x="8523903" y="2268543"/>
            <a:ext cx="2625725" cy="8617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pPr>
              <a:lnSpc>
                <a:spcPct val="100000"/>
              </a:lnSpc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r>
              <a:rPr lang="en-US" noProof="0" dirty="0"/>
              <a:t>, </a:t>
            </a:r>
            <a:r>
              <a:rPr lang="en-US" noProof="0" dirty="0" err="1"/>
              <a:t>consetetur</a:t>
            </a:r>
            <a:r>
              <a:rPr lang="en-US" noProof="0" dirty="0"/>
              <a:t> </a:t>
            </a:r>
            <a:r>
              <a:rPr lang="en-US" noProof="0" dirty="0" err="1"/>
              <a:t>sadipscing</a:t>
            </a:r>
            <a:r>
              <a:rPr lang="en-US" noProof="0" dirty="0"/>
              <a:t> </a:t>
            </a:r>
            <a:r>
              <a:rPr lang="en-US" noProof="0" dirty="0" err="1"/>
              <a:t>ealitr</a:t>
            </a:r>
            <a:r>
              <a:rPr lang="en-US" noProof="0" dirty="0"/>
              <a:t>, </a:t>
            </a:r>
            <a:br>
              <a:rPr lang="en-US" noProof="0" dirty="0"/>
            </a:br>
            <a:r>
              <a:rPr lang="en-US" noProof="0" dirty="0"/>
              <a:t>sed diam </a:t>
            </a:r>
            <a:r>
              <a:rPr lang="en-US" noProof="0" dirty="0" err="1"/>
              <a:t>nonumy</a:t>
            </a:r>
            <a:r>
              <a:rPr lang="en-US" noProof="0" dirty="0"/>
              <a:t> </a:t>
            </a:r>
            <a:r>
              <a:rPr lang="en-US" noProof="0" dirty="0" err="1"/>
              <a:t>eirmod</a:t>
            </a:r>
            <a:r>
              <a:rPr lang="en-US" noProof="0" dirty="0"/>
              <a:t> </a:t>
            </a:r>
            <a:br>
              <a:rPr lang="en-US" noProof="0" dirty="0"/>
            </a:br>
            <a:r>
              <a:rPr lang="en-US" noProof="0" dirty="0" err="1"/>
              <a:t>tempor</a:t>
            </a:r>
            <a:r>
              <a:rPr lang="en-US" noProof="0" dirty="0"/>
              <a:t> </a:t>
            </a:r>
            <a:r>
              <a:rPr lang="en-US" noProof="0" dirty="0" err="1"/>
              <a:t>invidunt</a:t>
            </a:r>
            <a:r>
              <a:rPr lang="en-US" noProof="0" dirty="0"/>
              <a:t> </a:t>
            </a:r>
            <a:r>
              <a:rPr lang="en-US" noProof="0" dirty="0" err="1"/>
              <a:t>ut</a:t>
            </a:r>
            <a:r>
              <a:rPr lang="en-US" noProof="0" dirty="0"/>
              <a:t> labore.</a:t>
            </a:r>
          </a:p>
        </p:txBody>
      </p:sp>
      <p:sp>
        <p:nvSpPr>
          <p:cNvPr id="22" name="Textplatzhalter 11">
            <a:extLst>
              <a:ext uri="{FF2B5EF4-FFF2-40B4-BE49-F238E27FC236}">
                <a16:creationId xmlns:a16="http://schemas.microsoft.com/office/drawing/2014/main" id="{FDC39151-4EE1-9F46-000A-581A9891D3C9}"/>
              </a:ext>
            </a:extLst>
          </p:cNvPr>
          <p:cNvSpPr txBox="1">
            <a:spLocks/>
          </p:cNvSpPr>
          <p:nvPr/>
        </p:nvSpPr>
        <p:spPr>
          <a:xfrm>
            <a:off x="8523903" y="1933130"/>
            <a:ext cx="2625725" cy="3354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b="0" i="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/>
              <a:t>Headline</a:t>
            </a:r>
          </a:p>
        </p:txBody>
      </p:sp>
      <p:sp>
        <p:nvSpPr>
          <p:cNvPr id="23" name="Textplatzhalter 12">
            <a:extLst>
              <a:ext uri="{FF2B5EF4-FFF2-40B4-BE49-F238E27FC236}">
                <a16:creationId xmlns:a16="http://schemas.microsoft.com/office/drawing/2014/main" id="{D787A16A-8969-D356-100C-3242480BEB88}"/>
              </a:ext>
            </a:extLst>
          </p:cNvPr>
          <p:cNvSpPr txBox="1">
            <a:spLocks/>
          </p:cNvSpPr>
          <p:nvPr/>
        </p:nvSpPr>
        <p:spPr>
          <a:xfrm>
            <a:off x="7933858" y="1879132"/>
            <a:ext cx="511567" cy="8384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5000" b="0" i="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>
                <a:solidFill>
                  <a:srgbClr val="383838"/>
                </a:solidFill>
              </a:rPr>
              <a:t>2</a:t>
            </a:r>
          </a:p>
        </p:txBody>
      </p:sp>
      <p:sp>
        <p:nvSpPr>
          <p:cNvPr id="27" name="Textplatzhalter 16">
            <a:extLst>
              <a:ext uri="{FF2B5EF4-FFF2-40B4-BE49-F238E27FC236}">
                <a16:creationId xmlns:a16="http://schemas.microsoft.com/office/drawing/2014/main" id="{18635488-BE1E-7A1A-C141-EF64093B6245}"/>
              </a:ext>
            </a:extLst>
          </p:cNvPr>
          <p:cNvSpPr txBox="1">
            <a:spLocks/>
          </p:cNvSpPr>
          <p:nvPr/>
        </p:nvSpPr>
        <p:spPr>
          <a:xfrm>
            <a:off x="8523903" y="4930901"/>
            <a:ext cx="2625725" cy="86177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pPr>
              <a:lnSpc>
                <a:spcPct val="100000"/>
              </a:lnSpc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r>
              <a:rPr lang="en-US" noProof="0" dirty="0"/>
              <a:t>, </a:t>
            </a:r>
            <a:r>
              <a:rPr lang="en-US" noProof="0" dirty="0" err="1"/>
              <a:t>consetetur</a:t>
            </a:r>
            <a:r>
              <a:rPr lang="en-US" noProof="0" dirty="0"/>
              <a:t> </a:t>
            </a:r>
            <a:r>
              <a:rPr lang="en-US" noProof="0" dirty="0" err="1"/>
              <a:t>sadipscing</a:t>
            </a:r>
            <a:r>
              <a:rPr lang="en-US" noProof="0" dirty="0"/>
              <a:t> </a:t>
            </a:r>
            <a:r>
              <a:rPr lang="en-US" noProof="0" dirty="0" err="1"/>
              <a:t>ealitr</a:t>
            </a:r>
            <a:r>
              <a:rPr lang="en-US" noProof="0" dirty="0"/>
              <a:t>, </a:t>
            </a:r>
            <a:br>
              <a:rPr lang="en-US" noProof="0" dirty="0"/>
            </a:br>
            <a:r>
              <a:rPr lang="en-US" noProof="0" dirty="0"/>
              <a:t>sed diam </a:t>
            </a:r>
            <a:r>
              <a:rPr lang="en-US" noProof="0" dirty="0" err="1"/>
              <a:t>nonumy</a:t>
            </a:r>
            <a:r>
              <a:rPr lang="en-US" noProof="0" dirty="0"/>
              <a:t> </a:t>
            </a:r>
            <a:r>
              <a:rPr lang="en-US" noProof="0" dirty="0" err="1"/>
              <a:t>eirmod</a:t>
            </a:r>
            <a:r>
              <a:rPr lang="en-US" noProof="0" dirty="0"/>
              <a:t> </a:t>
            </a:r>
            <a:br>
              <a:rPr lang="en-US" noProof="0" dirty="0"/>
            </a:br>
            <a:r>
              <a:rPr lang="en-US" noProof="0" dirty="0" err="1"/>
              <a:t>tempor</a:t>
            </a:r>
            <a:r>
              <a:rPr lang="en-US" noProof="0" dirty="0"/>
              <a:t> </a:t>
            </a:r>
            <a:r>
              <a:rPr lang="en-US" noProof="0" dirty="0" err="1"/>
              <a:t>invidunt</a:t>
            </a:r>
            <a:r>
              <a:rPr lang="en-US" noProof="0" dirty="0"/>
              <a:t> </a:t>
            </a:r>
            <a:r>
              <a:rPr lang="en-US" noProof="0" dirty="0" err="1"/>
              <a:t>ut</a:t>
            </a:r>
            <a:r>
              <a:rPr lang="en-US" noProof="0" dirty="0"/>
              <a:t> labore.</a:t>
            </a:r>
          </a:p>
        </p:txBody>
      </p:sp>
      <p:sp>
        <p:nvSpPr>
          <p:cNvPr id="28" name="Textplatzhalter 17">
            <a:extLst>
              <a:ext uri="{FF2B5EF4-FFF2-40B4-BE49-F238E27FC236}">
                <a16:creationId xmlns:a16="http://schemas.microsoft.com/office/drawing/2014/main" id="{C40BBF82-4923-CA87-53B8-2E8020841A5E}"/>
              </a:ext>
            </a:extLst>
          </p:cNvPr>
          <p:cNvSpPr txBox="1">
            <a:spLocks/>
          </p:cNvSpPr>
          <p:nvPr/>
        </p:nvSpPr>
        <p:spPr>
          <a:xfrm>
            <a:off x="8523903" y="4595488"/>
            <a:ext cx="2625725" cy="3354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b="0" i="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/>
              <a:t>Headline</a:t>
            </a:r>
          </a:p>
        </p:txBody>
      </p:sp>
      <p:sp>
        <p:nvSpPr>
          <p:cNvPr id="29" name="Textplatzhalter 18">
            <a:extLst>
              <a:ext uri="{FF2B5EF4-FFF2-40B4-BE49-F238E27FC236}">
                <a16:creationId xmlns:a16="http://schemas.microsoft.com/office/drawing/2014/main" id="{32C9A8C8-151A-927F-F12A-6317875A0665}"/>
              </a:ext>
            </a:extLst>
          </p:cNvPr>
          <p:cNvSpPr txBox="1">
            <a:spLocks/>
          </p:cNvSpPr>
          <p:nvPr/>
        </p:nvSpPr>
        <p:spPr>
          <a:xfrm>
            <a:off x="7927138" y="4541490"/>
            <a:ext cx="511567" cy="8384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5000" b="0" i="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dirty="0">
                <a:solidFill>
                  <a:srgbClr val="5D6972"/>
                </a:solidFill>
              </a:rPr>
              <a:t>3</a:t>
            </a: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7C1FA84B-3E23-D9B4-820D-80A2E9F6EDE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rcRect/>
          <a:stretch/>
        </p:blipFill>
        <p:spPr>
          <a:xfrm>
            <a:off x="4645186" y="2186587"/>
            <a:ext cx="2901627" cy="2901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8645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197A5-C65A-5861-730B-036104AB7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E8D07D9-149C-A7E9-7DD0-DE163840574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069380F-1372-6F57-4E3A-9F614943E1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25461C2E-07C4-2F41-4720-1F0F36DBD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63" y="650591"/>
            <a:ext cx="11447462" cy="553998"/>
          </a:xfrm>
        </p:spPr>
        <p:txBody>
          <a:bodyPr vert="horz"/>
          <a:lstStyle/>
          <a:p>
            <a:r>
              <a:rPr lang="en-US" noProof="0" dirty="0"/>
              <a:t>Cycle diagram V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402BAF9-8163-320B-D014-458938D26E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44922" y="6482964"/>
            <a:ext cx="1058860" cy="138499"/>
          </a:xfrm>
        </p:spPr>
        <p:txBody>
          <a:bodyPr/>
          <a:lstStyle/>
          <a:p>
            <a:r>
              <a:rPr lang="en-US" noProof="0" dirty="0"/>
              <a:t>01/01/2026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FA2EA2C-E95C-16BD-71B7-74969F699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2318" y="6482964"/>
            <a:ext cx="3527607" cy="138499"/>
          </a:xfrm>
        </p:spPr>
        <p:txBody>
          <a:bodyPr/>
          <a:lstStyle/>
          <a:p>
            <a:r>
              <a:rPr lang="en-US" noProof="0" dirty="0"/>
              <a:t>Please add presentation title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DBAFDE5-9158-4F4D-D85C-CA8D34144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3675" y="6482964"/>
            <a:ext cx="196850" cy="138499"/>
          </a:xfrm>
        </p:spPr>
        <p:txBody>
          <a:bodyPr/>
          <a:lstStyle/>
          <a:p>
            <a:fld id="{AFC0DE47-E009-49FD-9AD1-65414DD64D1A}" type="slidenum">
              <a:rPr lang="en-US" noProof="0" smtClean="0"/>
              <a:pPr/>
              <a:t>43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87C070-A81E-CD9A-449F-110C9EC568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3063" y="373592"/>
            <a:ext cx="11447462" cy="276999"/>
          </a:xfrm>
        </p:spPr>
        <p:txBody>
          <a:bodyPr/>
          <a:lstStyle/>
          <a:p>
            <a:r>
              <a:rPr lang="en-US" noProof="0" dirty="0"/>
              <a:t>Please insert </a:t>
            </a:r>
            <a:r>
              <a:rPr lang="en-US" noProof="0" dirty="0" err="1"/>
              <a:t>Preheadline</a:t>
            </a:r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35BEFBB-97C5-EC45-0A32-202BFB062C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318" y="6278566"/>
            <a:ext cx="3527607" cy="138112"/>
          </a:xfrm>
        </p:spPr>
        <p:txBody>
          <a:bodyPr>
            <a:noAutofit/>
          </a:bodyPr>
          <a:lstStyle/>
          <a:p>
            <a:pPr lvl="0"/>
            <a:r>
              <a:rPr lang="en-US" noProof="0" dirty="0"/>
              <a:t>Please add chapter title</a:t>
            </a:r>
          </a:p>
        </p:txBody>
      </p:sp>
      <p:sp>
        <p:nvSpPr>
          <p:cNvPr id="12" name="Textplatzhalter 1">
            <a:extLst>
              <a:ext uri="{FF2B5EF4-FFF2-40B4-BE49-F238E27FC236}">
                <a16:creationId xmlns:a16="http://schemas.microsoft.com/office/drawing/2014/main" id="{E6C14E80-96AB-6942-579F-62120CF8DBE3}"/>
              </a:ext>
            </a:extLst>
          </p:cNvPr>
          <p:cNvSpPr txBox="1">
            <a:spLocks/>
          </p:cNvSpPr>
          <p:nvPr/>
        </p:nvSpPr>
        <p:spPr>
          <a:xfrm>
            <a:off x="1594186" y="2268543"/>
            <a:ext cx="2625725" cy="4932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pPr>
              <a:lnSpc>
                <a:spcPct val="100000"/>
              </a:lnSpc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r>
              <a:rPr lang="en-US" noProof="0" dirty="0"/>
              <a:t>, </a:t>
            </a:r>
            <a:r>
              <a:rPr lang="en-US" noProof="0" dirty="0" err="1"/>
              <a:t>consetetur</a:t>
            </a:r>
            <a:r>
              <a:rPr lang="en-US" noProof="0" dirty="0"/>
              <a:t> </a:t>
            </a:r>
            <a:r>
              <a:rPr lang="en-US" noProof="0" dirty="0" err="1"/>
              <a:t>sadipscing</a:t>
            </a:r>
            <a:r>
              <a:rPr lang="en-US" noProof="0" dirty="0"/>
              <a:t> </a:t>
            </a:r>
            <a:r>
              <a:rPr lang="en-US" noProof="0" dirty="0" err="1"/>
              <a:t>elitr</a:t>
            </a:r>
            <a:r>
              <a:rPr lang="en-US" noProof="0" dirty="0"/>
              <a:t>, sed.</a:t>
            </a:r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076EF001-6AD7-59B3-2CC2-CAAB86AFD9AE}"/>
              </a:ext>
            </a:extLst>
          </p:cNvPr>
          <p:cNvSpPr txBox="1">
            <a:spLocks/>
          </p:cNvSpPr>
          <p:nvPr/>
        </p:nvSpPr>
        <p:spPr>
          <a:xfrm>
            <a:off x="1594186" y="1933130"/>
            <a:ext cx="2625725" cy="33541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defPPr>
              <a:defRPr lang="de-DE"/>
            </a:defPPr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b="0" i="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/>
              <a:t>Headline</a:t>
            </a:r>
          </a:p>
        </p:txBody>
      </p: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B092E188-0482-AA86-98BA-6D2E454F1671}"/>
              </a:ext>
            </a:extLst>
          </p:cNvPr>
          <p:cNvSpPr txBox="1">
            <a:spLocks/>
          </p:cNvSpPr>
          <p:nvPr/>
        </p:nvSpPr>
        <p:spPr>
          <a:xfrm>
            <a:off x="1004141" y="1879132"/>
            <a:ext cx="511567" cy="8384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5000" b="0" i="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>
                <a:solidFill>
                  <a:srgbClr val="FF6E00"/>
                </a:solidFill>
              </a:rPr>
              <a:t>1</a:t>
            </a:r>
          </a:p>
        </p:txBody>
      </p:sp>
      <p:sp>
        <p:nvSpPr>
          <p:cNvPr id="15" name="Textplatzhalter 4">
            <a:extLst>
              <a:ext uri="{FF2B5EF4-FFF2-40B4-BE49-F238E27FC236}">
                <a16:creationId xmlns:a16="http://schemas.microsoft.com/office/drawing/2014/main" id="{D8B89452-74FA-164E-F60F-75863A50BB3E}"/>
              </a:ext>
            </a:extLst>
          </p:cNvPr>
          <p:cNvSpPr txBox="1">
            <a:spLocks/>
          </p:cNvSpPr>
          <p:nvPr/>
        </p:nvSpPr>
        <p:spPr>
          <a:xfrm>
            <a:off x="1598441" y="3614943"/>
            <a:ext cx="2625725" cy="4932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pPr>
              <a:lnSpc>
                <a:spcPct val="100000"/>
              </a:lnSpc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r>
              <a:rPr lang="en-US" noProof="0" dirty="0"/>
              <a:t>, </a:t>
            </a:r>
            <a:r>
              <a:rPr lang="en-US" noProof="0" dirty="0" err="1"/>
              <a:t>consetetur</a:t>
            </a:r>
            <a:r>
              <a:rPr lang="en-US" noProof="0" dirty="0"/>
              <a:t> </a:t>
            </a:r>
            <a:r>
              <a:rPr lang="en-US" noProof="0" dirty="0" err="1"/>
              <a:t>sadipscing</a:t>
            </a:r>
            <a:r>
              <a:rPr lang="en-US" noProof="0" dirty="0"/>
              <a:t> </a:t>
            </a:r>
            <a:r>
              <a:rPr lang="en-US" noProof="0" dirty="0" err="1"/>
              <a:t>elitr</a:t>
            </a:r>
            <a:r>
              <a:rPr lang="en-US" noProof="0" dirty="0"/>
              <a:t>, sed.</a:t>
            </a:r>
          </a:p>
        </p:txBody>
      </p:sp>
      <p:sp>
        <p:nvSpPr>
          <p:cNvPr id="16" name="Textplatzhalter 5">
            <a:extLst>
              <a:ext uri="{FF2B5EF4-FFF2-40B4-BE49-F238E27FC236}">
                <a16:creationId xmlns:a16="http://schemas.microsoft.com/office/drawing/2014/main" id="{BB5582AB-273D-F386-38FF-39E43B7F4689}"/>
              </a:ext>
            </a:extLst>
          </p:cNvPr>
          <p:cNvSpPr txBox="1">
            <a:spLocks/>
          </p:cNvSpPr>
          <p:nvPr/>
        </p:nvSpPr>
        <p:spPr>
          <a:xfrm>
            <a:off x="1598441" y="3279530"/>
            <a:ext cx="2625725" cy="3354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b="0" i="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/>
              <a:t>Headline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EB9EA8C3-27EE-53E4-7B72-2D80FC7215EA}"/>
              </a:ext>
            </a:extLst>
          </p:cNvPr>
          <p:cNvSpPr txBox="1">
            <a:spLocks/>
          </p:cNvSpPr>
          <p:nvPr/>
        </p:nvSpPr>
        <p:spPr>
          <a:xfrm>
            <a:off x="1004141" y="3225532"/>
            <a:ext cx="511567" cy="8384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5000" b="0" i="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>
                <a:solidFill>
                  <a:srgbClr val="5D6972"/>
                </a:solidFill>
              </a:rPr>
              <a:t>3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772F4F4D-D7C6-BDA0-C86B-F5E0A8E30CBE}"/>
              </a:ext>
            </a:extLst>
          </p:cNvPr>
          <p:cNvSpPr txBox="1">
            <a:spLocks/>
          </p:cNvSpPr>
          <p:nvPr/>
        </p:nvSpPr>
        <p:spPr>
          <a:xfrm>
            <a:off x="1594186" y="4930901"/>
            <a:ext cx="2625725" cy="4932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pPr>
              <a:lnSpc>
                <a:spcPct val="100000"/>
              </a:lnSpc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r>
              <a:rPr lang="en-US" noProof="0" dirty="0"/>
              <a:t>, </a:t>
            </a:r>
            <a:r>
              <a:rPr lang="en-US" noProof="0" dirty="0" err="1"/>
              <a:t>consetetur</a:t>
            </a:r>
            <a:r>
              <a:rPr lang="en-US" noProof="0" dirty="0"/>
              <a:t> </a:t>
            </a:r>
            <a:r>
              <a:rPr lang="en-US" noProof="0" dirty="0" err="1"/>
              <a:t>sadipscing</a:t>
            </a:r>
            <a:r>
              <a:rPr lang="en-US" noProof="0" dirty="0"/>
              <a:t> </a:t>
            </a:r>
            <a:r>
              <a:rPr lang="en-US" noProof="0" dirty="0" err="1"/>
              <a:t>elitr</a:t>
            </a:r>
            <a:r>
              <a:rPr lang="en-US" noProof="0" dirty="0"/>
              <a:t>, sed.</a:t>
            </a:r>
          </a:p>
        </p:txBody>
      </p:sp>
      <p:sp>
        <p:nvSpPr>
          <p:cNvPr id="19" name="Textplatzhalter 8">
            <a:extLst>
              <a:ext uri="{FF2B5EF4-FFF2-40B4-BE49-F238E27FC236}">
                <a16:creationId xmlns:a16="http://schemas.microsoft.com/office/drawing/2014/main" id="{485A195A-42F6-936A-2B25-006D135A2CAB}"/>
              </a:ext>
            </a:extLst>
          </p:cNvPr>
          <p:cNvSpPr txBox="1">
            <a:spLocks/>
          </p:cNvSpPr>
          <p:nvPr/>
        </p:nvSpPr>
        <p:spPr>
          <a:xfrm>
            <a:off x="1594186" y="4595488"/>
            <a:ext cx="2625725" cy="3354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b="0" i="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/>
              <a:t>Headline</a:t>
            </a:r>
          </a:p>
        </p:txBody>
      </p:sp>
      <p:sp>
        <p:nvSpPr>
          <p:cNvPr id="20" name="Textplatzhalter 9">
            <a:extLst>
              <a:ext uri="{FF2B5EF4-FFF2-40B4-BE49-F238E27FC236}">
                <a16:creationId xmlns:a16="http://schemas.microsoft.com/office/drawing/2014/main" id="{F3B2EDBF-177E-2957-0A4E-4D90163821BB}"/>
              </a:ext>
            </a:extLst>
          </p:cNvPr>
          <p:cNvSpPr txBox="1">
            <a:spLocks/>
          </p:cNvSpPr>
          <p:nvPr/>
        </p:nvSpPr>
        <p:spPr>
          <a:xfrm>
            <a:off x="1004141" y="4541490"/>
            <a:ext cx="511567" cy="8384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5000" b="0" i="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>
                <a:solidFill>
                  <a:srgbClr val="7FB9D2"/>
                </a:solidFill>
              </a:rPr>
              <a:t>5</a:t>
            </a:r>
          </a:p>
        </p:txBody>
      </p:sp>
      <p:sp>
        <p:nvSpPr>
          <p:cNvPr id="21" name="Textplatzhalter 10">
            <a:extLst>
              <a:ext uri="{FF2B5EF4-FFF2-40B4-BE49-F238E27FC236}">
                <a16:creationId xmlns:a16="http://schemas.microsoft.com/office/drawing/2014/main" id="{56689A23-8D2E-8389-94EE-B9555EADC7C5}"/>
              </a:ext>
            </a:extLst>
          </p:cNvPr>
          <p:cNvSpPr txBox="1">
            <a:spLocks/>
          </p:cNvSpPr>
          <p:nvPr/>
        </p:nvSpPr>
        <p:spPr>
          <a:xfrm>
            <a:off x="8523903" y="2268543"/>
            <a:ext cx="2625725" cy="86177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pPr>
              <a:lnSpc>
                <a:spcPct val="100000"/>
              </a:lnSpc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r>
              <a:rPr lang="en-US" noProof="0" dirty="0"/>
              <a:t>, </a:t>
            </a:r>
            <a:r>
              <a:rPr lang="en-US" noProof="0" dirty="0" err="1"/>
              <a:t>consetetur</a:t>
            </a:r>
            <a:r>
              <a:rPr lang="en-US" noProof="0" dirty="0"/>
              <a:t> </a:t>
            </a:r>
            <a:r>
              <a:rPr lang="en-US" noProof="0" dirty="0" err="1"/>
              <a:t>sadipscing</a:t>
            </a:r>
            <a:r>
              <a:rPr lang="en-US" noProof="0" dirty="0"/>
              <a:t> </a:t>
            </a:r>
            <a:r>
              <a:rPr lang="en-US" noProof="0" dirty="0" err="1"/>
              <a:t>ealitr</a:t>
            </a:r>
            <a:r>
              <a:rPr lang="en-US" noProof="0" dirty="0"/>
              <a:t>, </a:t>
            </a:r>
            <a:br>
              <a:rPr lang="en-US" noProof="0" dirty="0"/>
            </a:br>
            <a:r>
              <a:rPr lang="en-US" noProof="0" dirty="0"/>
              <a:t>sed diam </a:t>
            </a:r>
            <a:r>
              <a:rPr lang="en-US" noProof="0" dirty="0" err="1"/>
              <a:t>nonumy</a:t>
            </a:r>
            <a:r>
              <a:rPr lang="en-US" noProof="0" dirty="0"/>
              <a:t> </a:t>
            </a:r>
            <a:r>
              <a:rPr lang="en-US" noProof="0" dirty="0" err="1"/>
              <a:t>eirmod</a:t>
            </a:r>
            <a:r>
              <a:rPr lang="en-US" noProof="0" dirty="0"/>
              <a:t> </a:t>
            </a:r>
            <a:br>
              <a:rPr lang="en-US" noProof="0" dirty="0"/>
            </a:br>
            <a:r>
              <a:rPr lang="en-US" noProof="0" dirty="0" err="1"/>
              <a:t>tempor</a:t>
            </a:r>
            <a:r>
              <a:rPr lang="en-US" noProof="0" dirty="0"/>
              <a:t> </a:t>
            </a:r>
            <a:r>
              <a:rPr lang="en-US" noProof="0" dirty="0" err="1"/>
              <a:t>invidunt</a:t>
            </a:r>
            <a:r>
              <a:rPr lang="en-US" noProof="0" dirty="0"/>
              <a:t> </a:t>
            </a:r>
            <a:r>
              <a:rPr lang="en-US" noProof="0" dirty="0" err="1"/>
              <a:t>ut</a:t>
            </a:r>
            <a:r>
              <a:rPr lang="en-US" noProof="0" dirty="0"/>
              <a:t> labore.</a:t>
            </a:r>
          </a:p>
        </p:txBody>
      </p:sp>
      <p:sp>
        <p:nvSpPr>
          <p:cNvPr id="22" name="Textplatzhalter 11">
            <a:extLst>
              <a:ext uri="{FF2B5EF4-FFF2-40B4-BE49-F238E27FC236}">
                <a16:creationId xmlns:a16="http://schemas.microsoft.com/office/drawing/2014/main" id="{4A023F88-2710-A912-5130-73C8060186CD}"/>
              </a:ext>
            </a:extLst>
          </p:cNvPr>
          <p:cNvSpPr txBox="1">
            <a:spLocks/>
          </p:cNvSpPr>
          <p:nvPr/>
        </p:nvSpPr>
        <p:spPr>
          <a:xfrm>
            <a:off x="8523903" y="1933130"/>
            <a:ext cx="2625725" cy="3354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b="0" i="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/>
              <a:t>Headline</a:t>
            </a:r>
          </a:p>
        </p:txBody>
      </p:sp>
      <p:sp>
        <p:nvSpPr>
          <p:cNvPr id="23" name="Textplatzhalter 12">
            <a:extLst>
              <a:ext uri="{FF2B5EF4-FFF2-40B4-BE49-F238E27FC236}">
                <a16:creationId xmlns:a16="http://schemas.microsoft.com/office/drawing/2014/main" id="{12118F40-F23D-C798-D0F2-1A43EE9D2454}"/>
              </a:ext>
            </a:extLst>
          </p:cNvPr>
          <p:cNvSpPr txBox="1">
            <a:spLocks/>
          </p:cNvSpPr>
          <p:nvPr/>
        </p:nvSpPr>
        <p:spPr>
          <a:xfrm>
            <a:off x="7933858" y="1879132"/>
            <a:ext cx="511567" cy="8384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5000" b="0" i="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>
                <a:solidFill>
                  <a:srgbClr val="383838"/>
                </a:solidFill>
              </a:rPr>
              <a:t>2</a:t>
            </a:r>
          </a:p>
        </p:txBody>
      </p:sp>
      <p:sp>
        <p:nvSpPr>
          <p:cNvPr id="27" name="Textplatzhalter 16">
            <a:extLst>
              <a:ext uri="{FF2B5EF4-FFF2-40B4-BE49-F238E27FC236}">
                <a16:creationId xmlns:a16="http://schemas.microsoft.com/office/drawing/2014/main" id="{321D9D63-6A11-8968-F3BD-C642676290F8}"/>
              </a:ext>
            </a:extLst>
          </p:cNvPr>
          <p:cNvSpPr txBox="1">
            <a:spLocks/>
          </p:cNvSpPr>
          <p:nvPr/>
        </p:nvSpPr>
        <p:spPr>
          <a:xfrm>
            <a:off x="8523903" y="4930901"/>
            <a:ext cx="2625725" cy="86177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pPr>
              <a:lnSpc>
                <a:spcPct val="100000"/>
              </a:lnSpc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r>
              <a:rPr lang="en-US" noProof="0" dirty="0"/>
              <a:t>, </a:t>
            </a:r>
            <a:r>
              <a:rPr lang="en-US" noProof="0" dirty="0" err="1"/>
              <a:t>consetetur</a:t>
            </a:r>
            <a:r>
              <a:rPr lang="en-US" noProof="0" dirty="0"/>
              <a:t> </a:t>
            </a:r>
            <a:r>
              <a:rPr lang="en-US" noProof="0" dirty="0" err="1"/>
              <a:t>sadipscing</a:t>
            </a:r>
            <a:r>
              <a:rPr lang="en-US" noProof="0" dirty="0"/>
              <a:t> </a:t>
            </a:r>
            <a:r>
              <a:rPr lang="en-US" noProof="0" dirty="0" err="1"/>
              <a:t>ealitr</a:t>
            </a:r>
            <a:r>
              <a:rPr lang="en-US" noProof="0" dirty="0"/>
              <a:t>, </a:t>
            </a:r>
            <a:br>
              <a:rPr lang="en-US" noProof="0" dirty="0"/>
            </a:br>
            <a:r>
              <a:rPr lang="en-US" noProof="0" dirty="0"/>
              <a:t>sed diam </a:t>
            </a:r>
            <a:r>
              <a:rPr lang="en-US" noProof="0" dirty="0" err="1"/>
              <a:t>nonumy</a:t>
            </a:r>
            <a:r>
              <a:rPr lang="en-US" noProof="0" dirty="0"/>
              <a:t> </a:t>
            </a:r>
            <a:r>
              <a:rPr lang="en-US" noProof="0" dirty="0" err="1"/>
              <a:t>eirmod</a:t>
            </a:r>
            <a:r>
              <a:rPr lang="en-US" noProof="0" dirty="0"/>
              <a:t> </a:t>
            </a:r>
            <a:br>
              <a:rPr lang="en-US" noProof="0" dirty="0"/>
            </a:br>
            <a:r>
              <a:rPr lang="en-US" noProof="0" dirty="0" err="1"/>
              <a:t>tempor</a:t>
            </a:r>
            <a:r>
              <a:rPr lang="en-US" noProof="0" dirty="0"/>
              <a:t> </a:t>
            </a:r>
            <a:r>
              <a:rPr lang="en-US" noProof="0" dirty="0" err="1"/>
              <a:t>invidunt</a:t>
            </a:r>
            <a:r>
              <a:rPr lang="en-US" noProof="0" dirty="0"/>
              <a:t> </a:t>
            </a:r>
            <a:r>
              <a:rPr lang="en-US" noProof="0" dirty="0" err="1"/>
              <a:t>ut</a:t>
            </a:r>
            <a:r>
              <a:rPr lang="en-US" noProof="0" dirty="0"/>
              <a:t> labore.</a:t>
            </a:r>
          </a:p>
        </p:txBody>
      </p:sp>
      <p:sp>
        <p:nvSpPr>
          <p:cNvPr id="28" name="Textplatzhalter 17">
            <a:extLst>
              <a:ext uri="{FF2B5EF4-FFF2-40B4-BE49-F238E27FC236}">
                <a16:creationId xmlns:a16="http://schemas.microsoft.com/office/drawing/2014/main" id="{5F5B2836-FCEE-7AB6-DAFC-8587242E5E71}"/>
              </a:ext>
            </a:extLst>
          </p:cNvPr>
          <p:cNvSpPr txBox="1">
            <a:spLocks/>
          </p:cNvSpPr>
          <p:nvPr/>
        </p:nvSpPr>
        <p:spPr>
          <a:xfrm>
            <a:off x="8523903" y="4595488"/>
            <a:ext cx="2625725" cy="3354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b="0" i="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/>
              <a:t>Headline</a:t>
            </a:r>
          </a:p>
        </p:txBody>
      </p:sp>
      <p:sp>
        <p:nvSpPr>
          <p:cNvPr id="29" name="Textplatzhalter 18">
            <a:extLst>
              <a:ext uri="{FF2B5EF4-FFF2-40B4-BE49-F238E27FC236}">
                <a16:creationId xmlns:a16="http://schemas.microsoft.com/office/drawing/2014/main" id="{74243AEB-14F3-76BD-5592-4B7307E130E7}"/>
              </a:ext>
            </a:extLst>
          </p:cNvPr>
          <p:cNvSpPr txBox="1">
            <a:spLocks/>
          </p:cNvSpPr>
          <p:nvPr/>
        </p:nvSpPr>
        <p:spPr>
          <a:xfrm>
            <a:off x="7927138" y="4541490"/>
            <a:ext cx="511567" cy="8384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5000" b="0" i="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dirty="0">
                <a:solidFill>
                  <a:srgbClr val="7D878E"/>
                </a:solidFill>
              </a:rPr>
              <a:t>4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7801576D-F33A-A0FE-2E18-BDF1E810B6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rcRect/>
          <a:stretch/>
        </p:blipFill>
        <p:spPr>
          <a:xfrm>
            <a:off x="4645186" y="2186587"/>
            <a:ext cx="2901627" cy="2901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6162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6C6C3-B455-2B8C-C979-1B646ADB9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069380F-1372-6F57-4E3A-9F614943E1E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104316-94E9-0FF8-572F-6058E55253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2C7064B9-7963-FD26-F643-FE17CFE0B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63" y="650591"/>
            <a:ext cx="11447462" cy="553998"/>
          </a:xfrm>
        </p:spPr>
        <p:txBody>
          <a:bodyPr vert="horz"/>
          <a:lstStyle/>
          <a:p>
            <a:r>
              <a:rPr lang="en-US" noProof="0" dirty="0"/>
              <a:t>Cycle diagram VI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B6ADD8C-1FE8-4512-32B3-E16D772D67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44922" y="6482964"/>
            <a:ext cx="1058860" cy="138499"/>
          </a:xfrm>
        </p:spPr>
        <p:txBody>
          <a:bodyPr/>
          <a:lstStyle/>
          <a:p>
            <a:r>
              <a:rPr lang="en-US" noProof="0" dirty="0"/>
              <a:t>01/01/2026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1969B11-DDE6-9F70-FF79-79989DF4A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2318" y="6482964"/>
            <a:ext cx="3527607" cy="138499"/>
          </a:xfrm>
        </p:spPr>
        <p:txBody>
          <a:bodyPr/>
          <a:lstStyle/>
          <a:p>
            <a:r>
              <a:rPr lang="en-US" noProof="0" dirty="0"/>
              <a:t>Please add presentation title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CCB52E1-8870-4B18-C984-43E16C683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3675" y="6482964"/>
            <a:ext cx="196850" cy="138499"/>
          </a:xfrm>
        </p:spPr>
        <p:txBody>
          <a:bodyPr/>
          <a:lstStyle/>
          <a:p>
            <a:fld id="{AFC0DE47-E009-49FD-9AD1-65414DD64D1A}" type="slidenum">
              <a:rPr lang="en-US" noProof="0" smtClean="0"/>
              <a:pPr/>
              <a:t>44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A9760A-DAD7-BFF5-A0C4-B720754FBB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3063" y="373592"/>
            <a:ext cx="11447462" cy="276999"/>
          </a:xfrm>
        </p:spPr>
        <p:txBody>
          <a:bodyPr/>
          <a:lstStyle/>
          <a:p>
            <a:r>
              <a:rPr lang="en-US" noProof="0" dirty="0"/>
              <a:t>Please insert </a:t>
            </a:r>
            <a:r>
              <a:rPr lang="en-US" noProof="0" dirty="0" err="1"/>
              <a:t>Preheadline</a:t>
            </a:r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254C8-CB1F-A73D-D1C2-CB77ED4A10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318" y="6278566"/>
            <a:ext cx="3527607" cy="138112"/>
          </a:xfrm>
        </p:spPr>
        <p:txBody>
          <a:bodyPr>
            <a:noAutofit/>
          </a:bodyPr>
          <a:lstStyle/>
          <a:p>
            <a:pPr lvl="0"/>
            <a:r>
              <a:rPr lang="en-US" noProof="0" dirty="0"/>
              <a:t>Please add chapter title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C3E1A60-F42A-9C01-BDA9-361ABE978D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rcRect/>
          <a:stretch/>
        </p:blipFill>
        <p:spPr>
          <a:xfrm>
            <a:off x="4645186" y="2186587"/>
            <a:ext cx="2901627" cy="2901627"/>
          </a:xfrm>
          <a:prstGeom prst="rect">
            <a:avLst/>
          </a:prstGeom>
        </p:spPr>
      </p:pic>
      <p:sp>
        <p:nvSpPr>
          <p:cNvPr id="12" name="Textplatzhalter 1">
            <a:extLst>
              <a:ext uri="{FF2B5EF4-FFF2-40B4-BE49-F238E27FC236}">
                <a16:creationId xmlns:a16="http://schemas.microsoft.com/office/drawing/2014/main" id="{1967B2FF-370F-DF14-8EDD-1DA98262AF09}"/>
              </a:ext>
            </a:extLst>
          </p:cNvPr>
          <p:cNvSpPr txBox="1">
            <a:spLocks/>
          </p:cNvSpPr>
          <p:nvPr/>
        </p:nvSpPr>
        <p:spPr>
          <a:xfrm>
            <a:off x="1594186" y="2268543"/>
            <a:ext cx="2625725" cy="4932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pPr>
              <a:lnSpc>
                <a:spcPct val="100000"/>
              </a:lnSpc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r>
              <a:rPr lang="en-US" noProof="0" dirty="0"/>
              <a:t>, </a:t>
            </a:r>
            <a:r>
              <a:rPr lang="en-US" noProof="0" dirty="0" err="1"/>
              <a:t>consetetur</a:t>
            </a:r>
            <a:r>
              <a:rPr lang="en-US" noProof="0" dirty="0"/>
              <a:t> </a:t>
            </a:r>
            <a:r>
              <a:rPr lang="en-US" noProof="0" dirty="0" err="1"/>
              <a:t>sadipscing</a:t>
            </a:r>
            <a:r>
              <a:rPr lang="en-US" noProof="0" dirty="0"/>
              <a:t> </a:t>
            </a:r>
            <a:r>
              <a:rPr lang="en-US" noProof="0" dirty="0" err="1"/>
              <a:t>elitr</a:t>
            </a:r>
            <a:r>
              <a:rPr lang="en-US" noProof="0" dirty="0"/>
              <a:t>, sed.</a:t>
            </a:r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4680D31B-8F3D-41EE-95D8-322E6833B1C0}"/>
              </a:ext>
            </a:extLst>
          </p:cNvPr>
          <p:cNvSpPr txBox="1">
            <a:spLocks/>
          </p:cNvSpPr>
          <p:nvPr/>
        </p:nvSpPr>
        <p:spPr>
          <a:xfrm>
            <a:off x="1594186" y="1933130"/>
            <a:ext cx="2625725" cy="33541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defPPr>
              <a:defRPr lang="de-DE"/>
            </a:defPPr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b="0" i="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/>
              <a:t>Headline</a:t>
            </a:r>
          </a:p>
        </p:txBody>
      </p: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A6FC80E1-445C-DA99-9210-6BFE23997A71}"/>
              </a:ext>
            </a:extLst>
          </p:cNvPr>
          <p:cNvSpPr txBox="1">
            <a:spLocks/>
          </p:cNvSpPr>
          <p:nvPr/>
        </p:nvSpPr>
        <p:spPr>
          <a:xfrm>
            <a:off x="1004141" y="1879132"/>
            <a:ext cx="511567" cy="8384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5000" b="0" i="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>
                <a:solidFill>
                  <a:srgbClr val="FF6E00"/>
                </a:solidFill>
              </a:rPr>
              <a:t>1</a:t>
            </a:r>
          </a:p>
        </p:txBody>
      </p:sp>
      <p:sp>
        <p:nvSpPr>
          <p:cNvPr id="15" name="Textplatzhalter 4">
            <a:extLst>
              <a:ext uri="{FF2B5EF4-FFF2-40B4-BE49-F238E27FC236}">
                <a16:creationId xmlns:a16="http://schemas.microsoft.com/office/drawing/2014/main" id="{9A7364AC-C5FB-F2E0-C128-8DBF22A32D54}"/>
              </a:ext>
            </a:extLst>
          </p:cNvPr>
          <p:cNvSpPr txBox="1">
            <a:spLocks/>
          </p:cNvSpPr>
          <p:nvPr/>
        </p:nvSpPr>
        <p:spPr>
          <a:xfrm>
            <a:off x="1598441" y="3614943"/>
            <a:ext cx="2625725" cy="4932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pPr>
              <a:lnSpc>
                <a:spcPct val="100000"/>
              </a:lnSpc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r>
              <a:rPr lang="en-US" noProof="0" dirty="0"/>
              <a:t>, </a:t>
            </a:r>
            <a:r>
              <a:rPr lang="en-US" noProof="0" dirty="0" err="1"/>
              <a:t>consetetur</a:t>
            </a:r>
            <a:r>
              <a:rPr lang="en-US" noProof="0" dirty="0"/>
              <a:t> </a:t>
            </a:r>
            <a:r>
              <a:rPr lang="en-US" noProof="0" dirty="0" err="1"/>
              <a:t>sadipscing</a:t>
            </a:r>
            <a:r>
              <a:rPr lang="en-US" noProof="0" dirty="0"/>
              <a:t> </a:t>
            </a:r>
            <a:r>
              <a:rPr lang="en-US" noProof="0" dirty="0" err="1"/>
              <a:t>elitr</a:t>
            </a:r>
            <a:r>
              <a:rPr lang="en-US" noProof="0" dirty="0"/>
              <a:t>, sed.</a:t>
            </a:r>
          </a:p>
        </p:txBody>
      </p:sp>
      <p:sp>
        <p:nvSpPr>
          <p:cNvPr id="16" name="Textplatzhalter 5">
            <a:extLst>
              <a:ext uri="{FF2B5EF4-FFF2-40B4-BE49-F238E27FC236}">
                <a16:creationId xmlns:a16="http://schemas.microsoft.com/office/drawing/2014/main" id="{31FF6D34-BEDF-01BA-751C-05B507FFAA93}"/>
              </a:ext>
            </a:extLst>
          </p:cNvPr>
          <p:cNvSpPr txBox="1">
            <a:spLocks/>
          </p:cNvSpPr>
          <p:nvPr/>
        </p:nvSpPr>
        <p:spPr>
          <a:xfrm>
            <a:off x="1598441" y="3279530"/>
            <a:ext cx="2625725" cy="3354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b="0" i="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/>
              <a:t>Headline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92B4CAA-7E15-B689-B475-87601F2ED311}"/>
              </a:ext>
            </a:extLst>
          </p:cNvPr>
          <p:cNvSpPr txBox="1">
            <a:spLocks/>
          </p:cNvSpPr>
          <p:nvPr/>
        </p:nvSpPr>
        <p:spPr>
          <a:xfrm>
            <a:off x="1004141" y="3225532"/>
            <a:ext cx="511567" cy="8384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5000" b="0" i="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>
                <a:solidFill>
                  <a:srgbClr val="5D6972"/>
                </a:solidFill>
              </a:rPr>
              <a:t>3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05ADAF08-97CF-1546-25B0-EFFAD361B0A2}"/>
              </a:ext>
            </a:extLst>
          </p:cNvPr>
          <p:cNvSpPr txBox="1">
            <a:spLocks/>
          </p:cNvSpPr>
          <p:nvPr/>
        </p:nvSpPr>
        <p:spPr>
          <a:xfrm>
            <a:off x="1594186" y="4930901"/>
            <a:ext cx="2625725" cy="4932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pPr>
              <a:lnSpc>
                <a:spcPct val="100000"/>
              </a:lnSpc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r>
              <a:rPr lang="en-US" noProof="0" dirty="0"/>
              <a:t>, </a:t>
            </a:r>
            <a:r>
              <a:rPr lang="en-US" noProof="0" dirty="0" err="1"/>
              <a:t>consetetur</a:t>
            </a:r>
            <a:r>
              <a:rPr lang="en-US" noProof="0" dirty="0"/>
              <a:t> </a:t>
            </a:r>
            <a:r>
              <a:rPr lang="en-US" noProof="0" dirty="0" err="1"/>
              <a:t>sadipscing</a:t>
            </a:r>
            <a:r>
              <a:rPr lang="en-US" noProof="0" dirty="0"/>
              <a:t> </a:t>
            </a:r>
            <a:r>
              <a:rPr lang="en-US" noProof="0" dirty="0" err="1"/>
              <a:t>elitr</a:t>
            </a:r>
            <a:r>
              <a:rPr lang="en-US" noProof="0" dirty="0"/>
              <a:t>, sed.</a:t>
            </a:r>
          </a:p>
        </p:txBody>
      </p:sp>
      <p:sp>
        <p:nvSpPr>
          <p:cNvPr id="19" name="Textplatzhalter 8">
            <a:extLst>
              <a:ext uri="{FF2B5EF4-FFF2-40B4-BE49-F238E27FC236}">
                <a16:creationId xmlns:a16="http://schemas.microsoft.com/office/drawing/2014/main" id="{85B9639C-258B-178A-CC93-38F46E12273A}"/>
              </a:ext>
            </a:extLst>
          </p:cNvPr>
          <p:cNvSpPr txBox="1">
            <a:spLocks/>
          </p:cNvSpPr>
          <p:nvPr/>
        </p:nvSpPr>
        <p:spPr>
          <a:xfrm>
            <a:off x="1594186" y="4595488"/>
            <a:ext cx="2625725" cy="3354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b="0" i="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/>
              <a:t>Headline</a:t>
            </a:r>
          </a:p>
        </p:txBody>
      </p:sp>
      <p:sp>
        <p:nvSpPr>
          <p:cNvPr id="20" name="Textplatzhalter 9">
            <a:extLst>
              <a:ext uri="{FF2B5EF4-FFF2-40B4-BE49-F238E27FC236}">
                <a16:creationId xmlns:a16="http://schemas.microsoft.com/office/drawing/2014/main" id="{8FE65F8F-9718-FEDC-9ACB-FF2A7547BF50}"/>
              </a:ext>
            </a:extLst>
          </p:cNvPr>
          <p:cNvSpPr txBox="1">
            <a:spLocks/>
          </p:cNvSpPr>
          <p:nvPr/>
        </p:nvSpPr>
        <p:spPr>
          <a:xfrm>
            <a:off x="1004141" y="4541490"/>
            <a:ext cx="511567" cy="8384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5000" b="0" i="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>
                <a:solidFill>
                  <a:srgbClr val="7FB9D2"/>
                </a:solidFill>
              </a:rPr>
              <a:t>5</a:t>
            </a:r>
          </a:p>
        </p:txBody>
      </p:sp>
      <p:sp>
        <p:nvSpPr>
          <p:cNvPr id="21" name="Textplatzhalter 10">
            <a:extLst>
              <a:ext uri="{FF2B5EF4-FFF2-40B4-BE49-F238E27FC236}">
                <a16:creationId xmlns:a16="http://schemas.microsoft.com/office/drawing/2014/main" id="{38B430E6-57FB-690B-9B0E-DF9A6C8FE1C3}"/>
              </a:ext>
            </a:extLst>
          </p:cNvPr>
          <p:cNvSpPr txBox="1">
            <a:spLocks/>
          </p:cNvSpPr>
          <p:nvPr/>
        </p:nvSpPr>
        <p:spPr>
          <a:xfrm>
            <a:off x="8523903" y="2268543"/>
            <a:ext cx="2625725" cy="4932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pPr>
              <a:lnSpc>
                <a:spcPct val="100000"/>
              </a:lnSpc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r>
              <a:rPr lang="en-US" noProof="0" dirty="0"/>
              <a:t>, </a:t>
            </a:r>
            <a:r>
              <a:rPr lang="en-US" noProof="0" dirty="0" err="1"/>
              <a:t>consetetur</a:t>
            </a:r>
            <a:r>
              <a:rPr lang="en-US" noProof="0" dirty="0"/>
              <a:t> </a:t>
            </a:r>
            <a:r>
              <a:rPr lang="en-US" noProof="0" dirty="0" err="1"/>
              <a:t>sadipscing</a:t>
            </a:r>
            <a:r>
              <a:rPr lang="en-US" noProof="0" dirty="0"/>
              <a:t> </a:t>
            </a:r>
            <a:r>
              <a:rPr lang="en-US" noProof="0" dirty="0" err="1"/>
              <a:t>elitr</a:t>
            </a:r>
            <a:r>
              <a:rPr lang="en-US" noProof="0" dirty="0"/>
              <a:t>, sed.</a:t>
            </a:r>
          </a:p>
        </p:txBody>
      </p:sp>
      <p:sp>
        <p:nvSpPr>
          <p:cNvPr id="22" name="Textplatzhalter 11">
            <a:extLst>
              <a:ext uri="{FF2B5EF4-FFF2-40B4-BE49-F238E27FC236}">
                <a16:creationId xmlns:a16="http://schemas.microsoft.com/office/drawing/2014/main" id="{04DBCDF0-9F77-3C07-FE34-8D11A6EECD31}"/>
              </a:ext>
            </a:extLst>
          </p:cNvPr>
          <p:cNvSpPr txBox="1">
            <a:spLocks/>
          </p:cNvSpPr>
          <p:nvPr/>
        </p:nvSpPr>
        <p:spPr>
          <a:xfrm>
            <a:off x="8523903" y="1933130"/>
            <a:ext cx="2625725" cy="3354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b="0" i="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/>
              <a:t>Headline</a:t>
            </a:r>
          </a:p>
        </p:txBody>
      </p:sp>
      <p:sp>
        <p:nvSpPr>
          <p:cNvPr id="23" name="Textplatzhalter 12">
            <a:extLst>
              <a:ext uri="{FF2B5EF4-FFF2-40B4-BE49-F238E27FC236}">
                <a16:creationId xmlns:a16="http://schemas.microsoft.com/office/drawing/2014/main" id="{A0CBFFA2-C60A-89CA-A59E-72609FB205E5}"/>
              </a:ext>
            </a:extLst>
          </p:cNvPr>
          <p:cNvSpPr txBox="1">
            <a:spLocks/>
          </p:cNvSpPr>
          <p:nvPr/>
        </p:nvSpPr>
        <p:spPr>
          <a:xfrm>
            <a:off x="7933858" y="1879132"/>
            <a:ext cx="511567" cy="8384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5000" b="0" i="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>
                <a:solidFill>
                  <a:srgbClr val="383838"/>
                </a:solidFill>
              </a:rPr>
              <a:t>2</a:t>
            </a:r>
          </a:p>
        </p:txBody>
      </p:sp>
      <p:sp>
        <p:nvSpPr>
          <p:cNvPr id="24" name="Textplatzhalter 13">
            <a:extLst>
              <a:ext uri="{FF2B5EF4-FFF2-40B4-BE49-F238E27FC236}">
                <a16:creationId xmlns:a16="http://schemas.microsoft.com/office/drawing/2014/main" id="{32DFEBAD-8FC2-A93B-958A-8C5D15C3EA55}"/>
              </a:ext>
            </a:extLst>
          </p:cNvPr>
          <p:cNvSpPr txBox="1">
            <a:spLocks/>
          </p:cNvSpPr>
          <p:nvPr/>
        </p:nvSpPr>
        <p:spPr>
          <a:xfrm>
            <a:off x="8528158" y="3614943"/>
            <a:ext cx="2625725" cy="4932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pPr>
              <a:lnSpc>
                <a:spcPct val="100000"/>
              </a:lnSpc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r>
              <a:rPr lang="en-US" noProof="0" dirty="0"/>
              <a:t>, </a:t>
            </a:r>
            <a:r>
              <a:rPr lang="en-US" noProof="0" dirty="0" err="1"/>
              <a:t>consetetur</a:t>
            </a:r>
            <a:r>
              <a:rPr lang="en-US" noProof="0" dirty="0"/>
              <a:t> </a:t>
            </a:r>
            <a:r>
              <a:rPr lang="en-US" noProof="0" dirty="0" err="1"/>
              <a:t>sadipscing</a:t>
            </a:r>
            <a:r>
              <a:rPr lang="en-US" noProof="0" dirty="0"/>
              <a:t> </a:t>
            </a:r>
            <a:r>
              <a:rPr lang="en-US" noProof="0" dirty="0" err="1"/>
              <a:t>elitr</a:t>
            </a:r>
            <a:r>
              <a:rPr lang="en-US" noProof="0" dirty="0"/>
              <a:t>, sed.</a:t>
            </a:r>
          </a:p>
        </p:txBody>
      </p:sp>
      <p:sp>
        <p:nvSpPr>
          <p:cNvPr id="25" name="Textplatzhalter 14">
            <a:extLst>
              <a:ext uri="{FF2B5EF4-FFF2-40B4-BE49-F238E27FC236}">
                <a16:creationId xmlns:a16="http://schemas.microsoft.com/office/drawing/2014/main" id="{0680945F-7284-5D61-E1B9-680C9F8C6A04}"/>
              </a:ext>
            </a:extLst>
          </p:cNvPr>
          <p:cNvSpPr txBox="1">
            <a:spLocks/>
          </p:cNvSpPr>
          <p:nvPr/>
        </p:nvSpPr>
        <p:spPr>
          <a:xfrm>
            <a:off x="8528158" y="3279530"/>
            <a:ext cx="2625725" cy="3354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b="0" i="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/>
              <a:t>Headline</a:t>
            </a:r>
          </a:p>
        </p:txBody>
      </p:sp>
      <p:sp>
        <p:nvSpPr>
          <p:cNvPr id="26" name="Textplatzhalter 15">
            <a:extLst>
              <a:ext uri="{FF2B5EF4-FFF2-40B4-BE49-F238E27FC236}">
                <a16:creationId xmlns:a16="http://schemas.microsoft.com/office/drawing/2014/main" id="{5A800E3D-4768-65D7-FDAF-ADBD28D3D05F}"/>
              </a:ext>
            </a:extLst>
          </p:cNvPr>
          <p:cNvSpPr txBox="1">
            <a:spLocks/>
          </p:cNvSpPr>
          <p:nvPr/>
        </p:nvSpPr>
        <p:spPr>
          <a:xfrm>
            <a:off x="7931393" y="3225532"/>
            <a:ext cx="511567" cy="8384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5000" b="0" i="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>
                <a:solidFill>
                  <a:srgbClr val="7D878E"/>
                </a:solidFill>
              </a:rPr>
              <a:t>4</a:t>
            </a:r>
          </a:p>
        </p:txBody>
      </p:sp>
      <p:sp>
        <p:nvSpPr>
          <p:cNvPr id="27" name="Textplatzhalter 16">
            <a:extLst>
              <a:ext uri="{FF2B5EF4-FFF2-40B4-BE49-F238E27FC236}">
                <a16:creationId xmlns:a16="http://schemas.microsoft.com/office/drawing/2014/main" id="{F9FF0ABE-9F81-5141-6280-A4E3F13F668E}"/>
              </a:ext>
            </a:extLst>
          </p:cNvPr>
          <p:cNvSpPr txBox="1">
            <a:spLocks/>
          </p:cNvSpPr>
          <p:nvPr/>
        </p:nvSpPr>
        <p:spPr>
          <a:xfrm>
            <a:off x="8523903" y="4930901"/>
            <a:ext cx="2625725" cy="4932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pPr>
              <a:lnSpc>
                <a:spcPct val="100000"/>
              </a:lnSpc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r>
              <a:rPr lang="en-US" noProof="0" dirty="0"/>
              <a:t>, </a:t>
            </a:r>
            <a:r>
              <a:rPr lang="en-US" noProof="0" dirty="0" err="1"/>
              <a:t>consetetur</a:t>
            </a:r>
            <a:r>
              <a:rPr lang="en-US" noProof="0" dirty="0"/>
              <a:t> </a:t>
            </a:r>
            <a:r>
              <a:rPr lang="en-US" noProof="0" dirty="0" err="1"/>
              <a:t>sadipscing</a:t>
            </a:r>
            <a:r>
              <a:rPr lang="en-US" noProof="0" dirty="0"/>
              <a:t> </a:t>
            </a:r>
            <a:r>
              <a:rPr lang="en-US" noProof="0" dirty="0" err="1"/>
              <a:t>elitr</a:t>
            </a:r>
            <a:r>
              <a:rPr lang="en-US" noProof="0" dirty="0"/>
              <a:t>, sed.</a:t>
            </a:r>
          </a:p>
        </p:txBody>
      </p:sp>
      <p:sp>
        <p:nvSpPr>
          <p:cNvPr id="28" name="Textplatzhalter 17">
            <a:extLst>
              <a:ext uri="{FF2B5EF4-FFF2-40B4-BE49-F238E27FC236}">
                <a16:creationId xmlns:a16="http://schemas.microsoft.com/office/drawing/2014/main" id="{E21BAEB5-E2AB-F37A-9835-4B43DD7A2DF7}"/>
              </a:ext>
            </a:extLst>
          </p:cNvPr>
          <p:cNvSpPr txBox="1">
            <a:spLocks/>
          </p:cNvSpPr>
          <p:nvPr/>
        </p:nvSpPr>
        <p:spPr>
          <a:xfrm>
            <a:off x="8523903" y="4595488"/>
            <a:ext cx="2625725" cy="3354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b="0" i="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/>
              <a:t>Headline</a:t>
            </a:r>
          </a:p>
        </p:txBody>
      </p:sp>
      <p:sp>
        <p:nvSpPr>
          <p:cNvPr id="29" name="Textplatzhalter 18">
            <a:extLst>
              <a:ext uri="{FF2B5EF4-FFF2-40B4-BE49-F238E27FC236}">
                <a16:creationId xmlns:a16="http://schemas.microsoft.com/office/drawing/2014/main" id="{5465D4C6-F868-09C0-0A38-8E376C0A63B6}"/>
              </a:ext>
            </a:extLst>
          </p:cNvPr>
          <p:cNvSpPr txBox="1">
            <a:spLocks/>
          </p:cNvSpPr>
          <p:nvPr/>
        </p:nvSpPr>
        <p:spPr>
          <a:xfrm>
            <a:off x="7927138" y="4541490"/>
            <a:ext cx="511567" cy="8384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5000" b="0" i="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>
                <a:solidFill>
                  <a:srgbClr val="64A7B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700054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B95BD877-6165-FDF2-4CDA-77CD9992645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1967428" y="2845551"/>
            <a:ext cx="6927627" cy="314300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FF2BBFE-F312-0958-B00B-3A191DF49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chart I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B5B1602-F93E-1D47-1BAE-FCB9E5EC1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F03CD56-9503-DF4A-33A8-91D2975C4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Please add presentation title</a:t>
            </a:r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ABC9564-83DB-48EC-5C58-F87A2AD5E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770E1E8-E159-325D-BF73-42CCBBD095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301BEE9-450C-6782-7BAF-1A8E0B53CD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platzhalter 1">
            <a:extLst>
              <a:ext uri="{FF2B5EF4-FFF2-40B4-BE49-F238E27FC236}">
                <a16:creationId xmlns:a16="http://schemas.microsoft.com/office/drawing/2014/main" id="{B2DC87C9-4C5F-61A9-FF64-05A1BBE65AC9}"/>
              </a:ext>
            </a:extLst>
          </p:cNvPr>
          <p:cNvSpPr txBox="1">
            <a:spLocks/>
          </p:cNvSpPr>
          <p:nvPr/>
        </p:nvSpPr>
        <p:spPr>
          <a:xfrm>
            <a:off x="1967428" y="2228032"/>
            <a:ext cx="2519691" cy="36933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Lorem ipsum </a:t>
            </a:r>
            <a:r>
              <a:rPr lang="en-GB" sz="1200" dirty="0" err="1"/>
              <a:t>dolor</a:t>
            </a:r>
            <a:r>
              <a:rPr lang="en-GB" sz="1200" dirty="0"/>
              <a:t> sit </a:t>
            </a:r>
            <a:r>
              <a:rPr lang="en-GB" sz="1200" dirty="0" err="1"/>
              <a:t>amet</a:t>
            </a:r>
            <a:r>
              <a:rPr lang="en-GB" sz="1200" dirty="0"/>
              <a:t>, </a:t>
            </a:r>
            <a:r>
              <a:rPr lang="en-GB" sz="1200" dirty="0" err="1"/>
              <a:t>consetetur</a:t>
            </a:r>
            <a:r>
              <a:rPr lang="en-GB" sz="1200" dirty="0"/>
              <a:t> </a:t>
            </a:r>
            <a:r>
              <a:rPr lang="en-GB" sz="1200" dirty="0" err="1"/>
              <a:t>sadipscing</a:t>
            </a:r>
            <a:r>
              <a:rPr lang="en-GB" sz="1200" dirty="0"/>
              <a:t> </a:t>
            </a:r>
            <a:r>
              <a:rPr lang="en-GB" sz="1200" dirty="0" err="1"/>
              <a:t>elitr</a:t>
            </a:r>
            <a:r>
              <a:rPr lang="en-GB" sz="1200" dirty="0"/>
              <a:t>, sed.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73D53EBE-3C6E-2428-DF07-AD52EEFEFB93}"/>
              </a:ext>
            </a:extLst>
          </p:cNvPr>
          <p:cNvSpPr txBox="1">
            <a:spLocks/>
          </p:cNvSpPr>
          <p:nvPr/>
        </p:nvSpPr>
        <p:spPr>
          <a:xfrm>
            <a:off x="3946402" y="3260966"/>
            <a:ext cx="2519691" cy="36933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Lorem ipsum </a:t>
            </a:r>
            <a:r>
              <a:rPr lang="en-GB" sz="1200" dirty="0" err="1"/>
              <a:t>dolor</a:t>
            </a:r>
            <a:r>
              <a:rPr lang="en-GB" sz="1200" dirty="0"/>
              <a:t> sit </a:t>
            </a:r>
            <a:r>
              <a:rPr lang="en-GB" sz="1200" dirty="0" err="1"/>
              <a:t>amet</a:t>
            </a:r>
            <a:r>
              <a:rPr lang="en-GB" sz="1200" dirty="0"/>
              <a:t>, </a:t>
            </a:r>
            <a:r>
              <a:rPr lang="en-GB" sz="1200" dirty="0" err="1"/>
              <a:t>consetetur</a:t>
            </a:r>
            <a:r>
              <a:rPr lang="en-GB" sz="1200" dirty="0"/>
              <a:t> </a:t>
            </a:r>
            <a:r>
              <a:rPr lang="en-GB" sz="1200" dirty="0" err="1"/>
              <a:t>sadipscing</a:t>
            </a:r>
            <a:r>
              <a:rPr lang="en-GB" sz="1200" dirty="0"/>
              <a:t> </a:t>
            </a:r>
            <a:r>
              <a:rPr lang="en-GB" sz="1200" dirty="0" err="1"/>
              <a:t>elitr</a:t>
            </a:r>
            <a:r>
              <a:rPr lang="en-GB" sz="1200" dirty="0"/>
              <a:t>, sed.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6C85BD6E-99EF-D706-1403-0B4853F67E21}"/>
              </a:ext>
            </a:extLst>
          </p:cNvPr>
          <p:cNvSpPr txBox="1">
            <a:spLocks/>
          </p:cNvSpPr>
          <p:nvPr/>
        </p:nvSpPr>
        <p:spPr>
          <a:xfrm>
            <a:off x="3946402" y="2881189"/>
            <a:ext cx="2519692" cy="3077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>
                <a:solidFill>
                  <a:schemeClr val="tx2"/>
                </a:solidFill>
              </a:rPr>
              <a:t>Headline</a:t>
            </a:r>
          </a:p>
        </p:txBody>
      </p:sp>
      <p:sp>
        <p:nvSpPr>
          <p:cNvPr id="11" name="Textplatzhalter 5">
            <a:extLst>
              <a:ext uri="{FF2B5EF4-FFF2-40B4-BE49-F238E27FC236}">
                <a16:creationId xmlns:a16="http://schemas.microsoft.com/office/drawing/2014/main" id="{D7D947AE-7121-F8A7-1C18-C3303B13F4DC}"/>
              </a:ext>
            </a:extLst>
          </p:cNvPr>
          <p:cNvSpPr txBox="1">
            <a:spLocks/>
          </p:cNvSpPr>
          <p:nvPr/>
        </p:nvSpPr>
        <p:spPr>
          <a:xfrm>
            <a:off x="5662489" y="4293899"/>
            <a:ext cx="2519691" cy="36933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Lorem ipsum </a:t>
            </a:r>
            <a:r>
              <a:rPr lang="en-GB" sz="1200" dirty="0" err="1"/>
              <a:t>dolor</a:t>
            </a:r>
            <a:r>
              <a:rPr lang="en-GB" sz="1200" dirty="0"/>
              <a:t> sit </a:t>
            </a:r>
            <a:r>
              <a:rPr lang="en-GB" sz="1200" dirty="0" err="1"/>
              <a:t>amet</a:t>
            </a:r>
            <a:r>
              <a:rPr lang="en-GB" sz="1200" dirty="0"/>
              <a:t>, </a:t>
            </a:r>
            <a:r>
              <a:rPr lang="en-GB" sz="1200" dirty="0" err="1"/>
              <a:t>consetetur</a:t>
            </a:r>
            <a:r>
              <a:rPr lang="en-GB" sz="1200" dirty="0"/>
              <a:t> </a:t>
            </a:r>
            <a:r>
              <a:rPr lang="en-GB" sz="1200" dirty="0" err="1"/>
              <a:t>sadipscing</a:t>
            </a:r>
            <a:r>
              <a:rPr lang="en-GB" sz="1200" dirty="0"/>
              <a:t> </a:t>
            </a:r>
            <a:r>
              <a:rPr lang="en-GB" sz="1200" dirty="0" err="1"/>
              <a:t>elitr</a:t>
            </a:r>
            <a:r>
              <a:rPr lang="en-GB" sz="1200" dirty="0"/>
              <a:t>, sed.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E1F16444-D245-83C2-8610-D631D59F054E}"/>
              </a:ext>
            </a:extLst>
          </p:cNvPr>
          <p:cNvSpPr txBox="1">
            <a:spLocks/>
          </p:cNvSpPr>
          <p:nvPr/>
        </p:nvSpPr>
        <p:spPr>
          <a:xfrm>
            <a:off x="5662489" y="3914122"/>
            <a:ext cx="2519692" cy="3077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>
                <a:solidFill>
                  <a:schemeClr val="tx2"/>
                </a:solidFill>
              </a:rPr>
              <a:t>Headline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F33B93AD-9E6E-182D-09AF-05F84DDF2309}"/>
              </a:ext>
            </a:extLst>
          </p:cNvPr>
          <p:cNvSpPr txBox="1">
            <a:spLocks/>
          </p:cNvSpPr>
          <p:nvPr/>
        </p:nvSpPr>
        <p:spPr>
          <a:xfrm>
            <a:off x="7382808" y="5326832"/>
            <a:ext cx="2519691" cy="36933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Lorem ipsum </a:t>
            </a:r>
            <a:r>
              <a:rPr lang="en-GB" sz="1200" dirty="0" err="1"/>
              <a:t>dolor</a:t>
            </a:r>
            <a:r>
              <a:rPr lang="en-GB" sz="1200" dirty="0"/>
              <a:t> sit </a:t>
            </a:r>
            <a:r>
              <a:rPr lang="en-GB" sz="1200" dirty="0" err="1"/>
              <a:t>amet</a:t>
            </a:r>
            <a:r>
              <a:rPr lang="en-GB" sz="1200" dirty="0"/>
              <a:t>, </a:t>
            </a:r>
            <a:r>
              <a:rPr lang="en-GB" sz="1200" dirty="0" err="1"/>
              <a:t>consetetur</a:t>
            </a:r>
            <a:r>
              <a:rPr lang="en-GB" sz="1200" dirty="0"/>
              <a:t> </a:t>
            </a:r>
            <a:r>
              <a:rPr lang="en-GB" sz="1200" dirty="0" err="1"/>
              <a:t>sadipscing</a:t>
            </a:r>
            <a:r>
              <a:rPr lang="en-GB" sz="1200" dirty="0"/>
              <a:t> </a:t>
            </a:r>
            <a:r>
              <a:rPr lang="en-GB" sz="1200" dirty="0" err="1"/>
              <a:t>elitr</a:t>
            </a:r>
            <a:r>
              <a:rPr lang="en-GB" sz="1200" dirty="0"/>
              <a:t>, sed.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F4E52A35-3C0E-E11F-318E-9780CB6BB8E2}"/>
              </a:ext>
            </a:extLst>
          </p:cNvPr>
          <p:cNvSpPr txBox="1">
            <a:spLocks/>
          </p:cNvSpPr>
          <p:nvPr/>
        </p:nvSpPr>
        <p:spPr>
          <a:xfrm>
            <a:off x="7382808" y="4947055"/>
            <a:ext cx="2519692" cy="3077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>
                <a:solidFill>
                  <a:schemeClr val="tx2"/>
                </a:solidFill>
              </a:rPr>
              <a:t>Headline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BA9F03F4-5747-D1E7-DB79-005353DE836E}"/>
              </a:ext>
            </a:extLst>
          </p:cNvPr>
          <p:cNvSpPr txBox="1">
            <a:spLocks/>
          </p:cNvSpPr>
          <p:nvPr/>
        </p:nvSpPr>
        <p:spPr>
          <a:xfrm>
            <a:off x="1967428" y="1848255"/>
            <a:ext cx="2519692" cy="3077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>
                <a:solidFill>
                  <a:schemeClr val="tx2"/>
                </a:solidFill>
              </a:rPr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40252857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A41BE-F516-0902-47C9-973CDB9CB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EA73D1-8FC0-D464-CF92-8A3772280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chart II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F7CE7AB-D0BD-C6CC-6E73-72141B119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A27104-A9A7-8BD4-AD89-500FBD3D6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Please add presentation title</a:t>
            </a:r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7A765DF-D2A0-9547-49C2-A50AB16D5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1270D560-D458-7347-4B26-8F95EA42BE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1AD0B27-3629-885F-5407-BFAD91BE9E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2BD1E7B0-A868-7404-1890-FFEB62C6240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 flipH="1">
            <a:off x="2974873" y="2845551"/>
            <a:ext cx="6927627" cy="3143004"/>
          </a:xfrm>
          <a:prstGeom prst="rect">
            <a:avLst/>
          </a:prstGeom>
        </p:spPr>
      </p:pic>
      <p:sp>
        <p:nvSpPr>
          <p:cNvPr id="8" name="Textplatzhalter 1">
            <a:extLst>
              <a:ext uri="{FF2B5EF4-FFF2-40B4-BE49-F238E27FC236}">
                <a16:creationId xmlns:a16="http://schemas.microsoft.com/office/drawing/2014/main" id="{33FC7DFB-A711-EF75-C9A7-E0BA94FE47DC}"/>
              </a:ext>
            </a:extLst>
          </p:cNvPr>
          <p:cNvSpPr txBox="1">
            <a:spLocks/>
          </p:cNvSpPr>
          <p:nvPr/>
        </p:nvSpPr>
        <p:spPr>
          <a:xfrm flipH="1">
            <a:off x="7382809" y="2228032"/>
            <a:ext cx="2519691" cy="36933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Lorem ipsum </a:t>
            </a:r>
            <a:r>
              <a:rPr lang="en-GB" sz="1200" dirty="0" err="1"/>
              <a:t>dolor</a:t>
            </a:r>
            <a:r>
              <a:rPr lang="en-GB" sz="1200" dirty="0"/>
              <a:t> sit </a:t>
            </a:r>
            <a:r>
              <a:rPr lang="en-GB" sz="1200" dirty="0" err="1"/>
              <a:t>amet</a:t>
            </a:r>
            <a:r>
              <a:rPr lang="en-GB" sz="1200" dirty="0"/>
              <a:t>, </a:t>
            </a:r>
            <a:r>
              <a:rPr lang="en-GB" sz="1200" dirty="0" err="1"/>
              <a:t>consetetur</a:t>
            </a:r>
            <a:r>
              <a:rPr lang="en-GB" sz="1200" dirty="0"/>
              <a:t> </a:t>
            </a:r>
            <a:r>
              <a:rPr lang="en-GB" sz="1200" dirty="0" err="1"/>
              <a:t>sadipscing</a:t>
            </a:r>
            <a:r>
              <a:rPr lang="en-GB" sz="1200" dirty="0"/>
              <a:t> </a:t>
            </a:r>
            <a:r>
              <a:rPr lang="en-GB" sz="1200" dirty="0" err="1"/>
              <a:t>elitr</a:t>
            </a:r>
            <a:r>
              <a:rPr lang="en-GB" sz="1200" dirty="0"/>
              <a:t>, sed.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3AFA1B59-852E-6B64-1FA2-AC45E52440C0}"/>
              </a:ext>
            </a:extLst>
          </p:cNvPr>
          <p:cNvSpPr txBox="1">
            <a:spLocks/>
          </p:cNvSpPr>
          <p:nvPr/>
        </p:nvSpPr>
        <p:spPr>
          <a:xfrm flipH="1">
            <a:off x="5403835" y="3260966"/>
            <a:ext cx="2519691" cy="36933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Lorem ipsum </a:t>
            </a:r>
            <a:r>
              <a:rPr lang="en-GB" sz="1200" dirty="0" err="1"/>
              <a:t>dolor</a:t>
            </a:r>
            <a:r>
              <a:rPr lang="en-GB" sz="1200" dirty="0"/>
              <a:t> sit </a:t>
            </a:r>
            <a:r>
              <a:rPr lang="en-GB" sz="1200" dirty="0" err="1"/>
              <a:t>amet</a:t>
            </a:r>
            <a:r>
              <a:rPr lang="en-GB" sz="1200" dirty="0"/>
              <a:t>, </a:t>
            </a:r>
            <a:r>
              <a:rPr lang="en-GB" sz="1200" dirty="0" err="1"/>
              <a:t>consetetur</a:t>
            </a:r>
            <a:r>
              <a:rPr lang="en-GB" sz="1200" dirty="0"/>
              <a:t> </a:t>
            </a:r>
            <a:r>
              <a:rPr lang="en-GB" sz="1200" dirty="0" err="1"/>
              <a:t>sadipscing</a:t>
            </a:r>
            <a:r>
              <a:rPr lang="en-GB" sz="1200" dirty="0"/>
              <a:t> </a:t>
            </a:r>
            <a:r>
              <a:rPr lang="en-GB" sz="1200" dirty="0" err="1"/>
              <a:t>elitr</a:t>
            </a:r>
            <a:r>
              <a:rPr lang="en-GB" sz="1200" dirty="0"/>
              <a:t>, sed.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39E080EE-A3E0-DDB3-8DA0-7035E935A2BE}"/>
              </a:ext>
            </a:extLst>
          </p:cNvPr>
          <p:cNvSpPr txBox="1">
            <a:spLocks/>
          </p:cNvSpPr>
          <p:nvPr/>
        </p:nvSpPr>
        <p:spPr>
          <a:xfrm flipH="1">
            <a:off x="5403834" y="2881189"/>
            <a:ext cx="2519692" cy="3077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>
                <a:solidFill>
                  <a:schemeClr val="tx2"/>
                </a:solidFill>
              </a:rPr>
              <a:t>Headline</a:t>
            </a:r>
          </a:p>
        </p:txBody>
      </p:sp>
      <p:sp>
        <p:nvSpPr>
          <p:cNvPr id="11" name="Textplatzhalter 5">
            <a:extLst>
              <a:ext uri="{FF2B5EF4-FFF2-40B4-BE49-F238E27FC236}">
                <a16:creationId xmlns:a16="http://schemas.microsoft.com/office/drawing/2014/main" id="{9E301D47-3B74-04F6-3C64-1AD117657AFD}"/>
              </a:ext>
            </a:extLst>
          </p:cNvPr>
          <p:cNvSpPr txBox="1">
            <a:spLocks/>
          </p:cNvSpPr>
          <p:nvPr/>
        </p:nvSpPr>
        <p:spPr>
          <a:xfrm flipH="1">
            <a:off x="3687748" y="4293899"/>
            <a:ext cx="2519691" cy="36933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Lorem ipsum </a:t>
            </a:r>
            <a:r>
              <a:rPr lang="en-GB" sz="1200" dirty="0" err="1"/>
              <a:t>dolor</a:t>
            </a:r>
            <a:r>
              <a:rPr lang="en-GB" sz="1200" dirty="0"/>
              <a:t> sit </a:t>
            </a:r>
            <a:r>
              <a:rPr lang="en-GB" sz="1200" dirty="0" err="1"/>
              <a:t>amet</a:t>
            </a:r>
            <a:r>
              <a:rPr lang="en-GB" sz="1200" dirty="0"/>
              <a:t>, </a:t>
            </a:r>
            <a:r>
              <a:rPr lang="en-GB" sz="1200" dirty="0" err="1"/>
              <a:t>consetetur</a:t>
            </a:r>
            <a:r>
              <a:rPr lang="en-GB" sz="1200" dirty="0"/>
              <a:t> </a:t>
            </a:r>
            <a:r>
              <a:rPr lang="en-GB" sz="1200" dirty="0" err="1"/>
              <a:t>sadipscing</a:t>
            </a:r>
            <a:r>
              <a:rPr lang="en-GB" sz="1200" dirty="0"/>
              <a:t> </a:t>
            </a:r>
            <a:r>
              <a:rPr lang="en-GB" sz="1200" dirty="0" err="1"/>
              <a:t>elitr</a:t>
            </a:r>
            <a:r>
              <a:rPr lang="en-GB" sz="1200" dirty="0"/>
              <a:t>, sed.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C777119B-D13E-0C38-46AC-B5CBF44D435D}"/>
              </a:ext>
            </a:extLst>
          </p:cNvPr>
          <p:cNvSpPr txBox="1">
            <a:spLocks/>
          </p:cNvSpPr>
          <p:nvPr/>
        </p:nvSpPr>
        <p:spPr>
          <a:xfrm flipH="1">
            <a:off x="3687747" y="3914122"/>
            <a:ext cx="2519692" cy="3077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>
                <a:solidFill>
                  <a:schemeClr val="tx2"/>
                </a:solidFill>
              </a:rPr>
              <a:t>Headline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BC320BCC-5748-37EE-0769-487E0E441BB6}"/>
              </a:ext>
            </a:extLst>
          </p:cNvPr>
          <p:cNvSpPr txBox="1">
            <a:spLocks/>
          </p:cNvSpPr>
          <p:nvPr/>
        </p:nvSpPr>
        <p:spPr>
          <a:xfrm flipH="1">
            <a:off x="1967429" y="5326832"/>
            <a:ext cx="2519691" cy="36933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Lorem ipsum </a:t>
            </a:r>
            <a:r>
              <a:rPr lang="en-GB" sz="1200" dirty="0" err="1"/>
              <a:t>dolor</a:t>
            </a:r>
            <a:r>
              <a:rPr lang="en-GB" sz="1200" dirty="0"/>
              <a:t> sit </a:t>
            </a:r>
            <a:r>
              <a:rPr lang="en-GB" sz="1200" dirty="0" err="1"/>
              <a:t>amet</a:t>
            </a:r>
            <a:r>
              <a:rPr lang="en-GB" sz="1200" dirty="0"/>
              <a:t>, </a:t>
            </a:r>
            <a:r>
              <a:rPr lang="en-GB" sz="1200" dirty="0" err="1"/>
              <a:t>consetetur</a:t>
            </a:r>
            <a:r>
              <a:rPr lang="en-GB" sz="1200" dirty="0"/>
              <a:t> </a:t>
            </a:r>
            <a:r>
              <a:rPr lang="en-GB" sz="1200" dirty="0" err="1"/>
              <a:t>sadipscing</a:t>
            </a:r>
            <a:r>
              <a:rPr lang="en-GB" sz="1200" dirty="0"/>
              <a:t> </a:t>
            </a:r>
            <a:r>
              <a:rPr lang="en-GB" sz="1200" dirty="0" err="1"/>
              <a:t>elitr</a:t>
            </a:r>
            <a:r>
              <a:rPr lang="en-GB" sz="1200" dirty="0"/>
              <a:t>, sed.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D36D2477-9DD4-83D8-B500-FAB1BE503714}"/>
              </a:ext>
            </a:extLst>
          </p:cNvPr>
          <p:cNvSpPr txBox="1">
            <a:spLocks/>
          </p:cNvSpPr>
          <p:nvPr/>
        </p:nvSpPr>
        <p:spPr>
          <a:xfrm flipH="1">
            <a:off x="1967428" y="4947055"/>
            <a:ext cx="2519692" cy="3077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>
                <a:solidFill>
                  <a:schemeClr val="tx2"/>
                </a:solidFill>
              </a:rPr>
              <a:t>Headline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576A5A8B-F45E-8405-206B-57C563816AFC}"/>
              </a:ext>
            </a:extLst>
          </p:cNvPr>
          <p:cNvSpPr txBox="1">
            <a:spLocks/>
          </p:cNvSpPr>
          <p:nvPr/>
        </p:nvSpPr>
        <p:spPr>
          <a:xfrm flipH="1">
            <a:off x="7382808" y="1848255"/>
            <a:ext cx="2519692" cy="3077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>
                <a:solidFill>
                  <a:schemeClr val="tx2"/>
                </a:solidFill>
              </a:rPr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25273490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554DBE-5364-FFFB-CB11-05FF88303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Flowchart I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94CD7D4-C823-AD0A-7365-3C4AFE6C9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E207EBE-74C1-7939-9F64-C795AE2DD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Please add presentation title</a:t>
            </a:r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0EA2D8A-9DEC-AE4A-B0F0-E03B12CCC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105883D-FD2E-A50A-280D-2CE927998C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F2D6A2C-0FD5-67B9-5A5F-1CDFCA2C01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0C97482-47AA-9A1C-08DB-E7E3AA6577E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4161" y="3083286"/>
            <a:ext cx="693156" cy="69142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02DBC4D-0596-CF0D-85E3-4934DA0264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192" y="3083286"/>
            <a:ext cx="693156" cy="691427"/>
          </a:xfrm>
          <a:prstGeom prst="rect">
            <a:avLst/>
          </a:prstGeom>
        </p:spPr>
      </p:pic>
      <p:sp>
        <p:nvSpPr>
          <p:cNvPr id="10" name="Textplatzhalter 1">
            <a:extLst>
              <a:ext uri="{FF2B5EF4-FFF2-40B4-BE49-F238E27FC236}">
                <a16:creationId xmlns:a16="http://schemas.microsoft.com/office/drawing/2014/main" id="{CFACB002-B0DD-05B8-4DC7-21687D77F112}"/>
              </a:ext>
            </a:extLst>
          </p:cNvPr>
          <p:cNvSpPr txBox="1">
            <a:spLocks/>
          </p:cNvSpPr>
          <p:nvPr/>
        </p:nvSpPr>
        <p:spPr>
          <a:xfrm>
            <a:off x="371475" y="3210846"/>
            <a:ext cx="2625725" cy="20909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pPr>
              <a:lnSpc>
                <a:spcPct val="100000"/>
              </a:lnSpc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r>
              <a:rPr lang="en-US" noProof="0" dirty="0"/>
              <a:t>, </a:t>
            </a:r>
            <a:r>
              <a:rPr lang="en-US" noProof="0" dirty="0" err="1"/>
              <a:t>consetetur</a:t>
            </a:r>
            <a:r>
              <a:rPr lang="en-US" noProof="0" dirty="0"/>
              <a:t> </a:t>
            </a:r>
            <a:r>
              <a:rPr lang="en-US" noProof="0" dirty="0" err="1"/>
              <a:t>sadipscing</a:t>
            </a:r>
            <a:r>
              <a:rPr lang="en-US" noProof="0" dirty="0"/>
              <a:t> </a:t>
            </a:r>
            <a:r>
              <a:rPr lang="en-US" noProof="0" dirty="0" err="1"/>
              <a:t>elitr</a:t>
            </a:r>
            <a:r>
              <a:rPr lang="en-US" noProof="0" dirty="0"/>
              <a:t>, sed.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A412B106-0A9A-3AD2-B3CA-2F2DDECB6286}"/>
              </a:ext>
            </a:extLst>
          </p:cNvPr>
          <p:cNvSpPr txBox="1">
            <a:spLocks/>
          </p:cNvSpPr>
          <p:nvPr/>
        </p:nvSpPr>
        <p:spPr>
          <a:xfrm>
            <a:off x="371475" y="2875433"/>
            <a:ext cx="2625725" cy="33541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defPPr>
              <a:defRPr lang="de-DE"/>
            </a:defPPr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b="0" i="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>
                <a:solidFill>
                  <a:schemeClr val="tx2"/>
                </a:solidFill>
              </a:rPr>
              <a:t>Headline</a:t>
            </a:r>
          </a:p>
        </p:txBody>
      </p:sp>
      <p:sp>
        <p:nvSpPr>
          <p:cNvPr id="12" name="Textplatzhalter 1">
            <a:extLst>
              <a:ext uri="{FF2B5EF4-FFF2-40B4-BE49-F238E27FC236}">
                <a16:creationId xmlns:a16="http://schemas.microsoft.com/office/drawing/2014/main" id="{28A7C228-A0E0-4425-83BA-0150B2FA17D2}"/>
              </a:ext>
            </a:extLst>
          </p:cNvPr>
          <p:cNvSpPr txBox="1">
            <a:spLocks/>
          </p:cNvSpPr>
          <p:nvPr/>
        </p:nvSpPr>
        <p:spPr>
          <a:xfrm>
            <a:off x="4320392" y="3210846"/>
            <a:ext cx="2625725" cy="20909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pPr>
              <a:lnSpc>
                <a:spcPct val="100000"/>
              </a:lnSpc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r>
              <a:rPr lang="en-US" noProof="0" dirty="0"/>
              <a:t>, </a:t>
            </a:r>
            <a:r>
              <a:rPr lang="en-US" noProof="0" dirty="0" err="1"/>
              <a:t>consetetur</a:t>
            </a:r>
            <a:r>
              <a:rPr lang="en-US" noProof="0" dirty="0"/>
              <a:t> </a:t>
            </a:r>
            <a:r>
              <a:rPr lang="en-US" noProof="0" dirty="0" err="1"/>
              <a:t>sadipscing</a:t>
            </a:r>
            <a:r>
              <a:rPr lang="en-US" noProof="0" dirty="0"/>
              <a:t> </a:t>
            </a:r>
            <a:r>
              <a:rPr lang="en-US" noProof="0" dirty="0" err="1"/>
              <a:t>elitr</a:t>
            </a:r>
            <a:r>
              <a:rPr lang="en-US" noProof="0" dirty="0"/>
              <a:t>, sed.</a:t>
            </a:r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392C473A-90C3-74BA-F970-D7D0FE0A0524}"/>
              </a:ext>
            </a:extLst>
          </p:cNvPr>
          <p:cNvSpPr txBox="1">
            <a:spLocks/>
          </p:cNvSpPr>
          <p:nvPr/>
        </p:nvSpPr>
        <p:spPr>
          <a:xfrm>
            <a:off x="4320392" y="2875433"/>
            <a:ext cx="2625725" cy="33541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defPPr>
              <a:defRPr lang="de-DE"/>
            </a:defPPr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b="0" i="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>
                <a:solidFill>
                  <a:schemeClr val="tx2"/>
                </a:solidFill>
              </a:rPr>
              <a:t>Headline</a:t>
            </a:r>
          </a:p>
        </p:txBody>
      </p:sp>
      <p:sp>
        <p:nvSpPr>
          <p:cNvPr id="14" name="Textplatzhalter 1">
            <a:extLst>
              <a:ext uri="{FF2B5EF4-FFF2-40B4-BE49-F238E27FC236}">
                <a16:creationId xmlns:a16="http://schemas.microsoft.com/office/drawing/2014/main" id="{604609C9-7852-A824-2A6D-45B741C0130E}"/>
              </a:ext>
            </a:extLst>
          </p:cNvPr>
          <p:cNvSpPr txBox="1">
            <a:spLocks/>
          </p:cNvSpPr>
          <p:nvPr/>
        </p:nvSpPr>
        <p:spPr>
          <a:xfrm>
            <a:off x="8269309" y="3210846"/>
            <a:ext cx="2625725" cy="20909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pPr>
              <a:lnSpc>
                <a:spcPct val="100000"/>
              </a:lnSpc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r>
              <a:rPr lang="en-US" noProof="0" dirty="0"/>
              <a:t>, </a:t>
            </a:r>
            <a:r>
              <a:rPr lang="en-US" noProof="0" dirty="0" err="1"/>
              <a:t>consetetur</a:t>
            </a:r>
            <a:r>
              <a:rPr lang="en-US" noProof="0" dirty="0"/>
              <a:t> </a:t>
            </a:r>
            <a:r>
              <a:rPr lang="en-US" noProof="0" dirty="0" err="1"/>
              <a:t>sadipscing</a:t>
            </a:r>
            <a:r>
              <a:rPr lang="en-US" noProof="0" dirty="0"/>
              <a:t> </a:t>
            </a:r>
            <a:r>
              <a:rPr lang="en-US" noProof="0" dirty="0" err="1"/>
              <a:t>elitr</a:t>
            </a:r>
            <a:r>
              <a:rPr lang="en-US" noProof="0" dirty="0"/>
              <a:t>, sed.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DB8B99A8-560B-9C85-30F2-2C2BD03B9E7D}"/>
              </a:ext>
            </a:extLst>
          </p:cNvPr>
          <p:cNvSpPr txBox="1">
            <a:spLocks/>
          </p:cNvSpPr>
          <p:nvPr/>
        </p:nvSpPr>
        <p:spPr>
          <a:xfrm>
            <a:off x="8269309" y="2875433"/>
            <a:ext cx="2625725" cy="33541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defPPr>
              <a:defRPr lang="de-DE"/>
            </a:defPPr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b="0" i="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>
                <a:solidFill>
                  <a:schemeClr val="tx2"/>
                </a:solidFill>
              </a:rPr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13408420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969FB-801C-D233-227C-64364B29E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53B8BE-7747-4825-E6B6-D9D405DDE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Flowchart II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8102D59-1566-0911-4C8B-4EA1C5244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045793-B03F-2E36-D7AF-EF0BD7C05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Please add presentation title</a:t>
            </a:r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F1F648F-DECF-98B7-40E0-6C24CD8C8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D3F1E07-A082-E631-3EB5-58E7B8B74C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66DF136-4940-6506-819E-42E619E019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1">
            <a:extLst>
              <a:ext uri="{FF2B5EF4-FFF2-40B4-BE49-F238E27FC236}">
                <a16:creationId xmlns:a16="http://schemas.microsoft.com/office/drawing/2014/main" id="{FEF59808-A73F-7FB3-EC7D-3D6EA1D2D4FC}"/>
              </a:ext>
            </a:extLst>
          </p:cNvPr>
          <p:cNvSpPr txBox="1">
            <a:spLocks/>
          </p:cNvSpPr>
          <p:nvPr/>
        </p:nvSpPr>
        <p:spPr>
          <a:xfrm>
            <a:off x="371475" y="1891999"/>
            <a:ext cx="1729887" cy="39583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pPr>
              <a:lnSpc>
                <a:spcPct val="100000"/>
              </a:lnSpc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r>
              <a:rPr lang="en-US" noProof="0" dirty="0"/>
              <a:t>, </a:t>
            </a:r>
            <a:r>
              <a:rPr lang="en-US" noProof="0" dirty="0" err="1"/>
              <a:t>consetetur</a:t>
            </a:r>
            <a:r>
              <a:rPr lang="en-US" noProof="0" dirty="0"/>
              <a:t> </a:t>
            </a:r>
            <a:r>
              <a:rPr lang="en-US" noProof="0" dirty="0" err="1"/>
              <a:t>sadipscing</a:t>
            </a:r>
            <a:r>
              <a:rPr lang="en-US" noProof="0" dirty="0"/>
              <a:t> </a:t>
            </a:r>
            <a:r>
              <a:rPr lang="en-US" noProof="0" dirty="0" err="1"/>
              <a:t>elitr</a:t>
            </a:r>
            <a:r>
              <a:rPr lang="en-US" noProof="0" dirty="0"/>
              <a:t>, sed.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sed.</a:t>
            </a:r>
          </a:p>
          <a:p>
            <a:pPr>
              <a:lnSpc>
                <a:spcPct val="100000"/>
              </a:lnSpc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sed.</a:t>
            </a:r>
          </a:p>
          <a:p>
            <a:pPr>
              <a:lnSpc>
                <a:spcPct val="100000"/>
              </a:lnSpc>
            </a:pPr>
            <a:endParaRPr lang="en-US" noProof="0" dirty="0"/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6505B08B-9FF8-2F87-8B7B-F554F5A7A983}"/>
              </a:ext>
            </a:extLst>
          </p:cNvPr>
          <p:cNvSpPr txBox="1">
            <a:spLocks/>
          </p:cNvSpPr>
          <p:nvPr/>
        </p:nvSpPr>
        <p:spPr>
          <a:xfrm>
            <a:off x="371475" y="1556586"/>
            <a:ext cx="1729887" cy="335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de-DE"/>
            </a:defPPr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b="0" i="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>
                <a:solidFill>
                  <a:schemeClr val="tx2"/>
                </a:solidFill>
              </a:rPr>
              <a:t>Headline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A607C710-1CE7-F154-B759-B6EAE1C5CBA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499" y="1628775"/>
            <a:ext cx="693156" cy="691427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7E32EBAB-6008-EA4E-3D56-2C8085CC50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6317" y="1628775"/>
            <a:ext cx="693156" cy="691427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1E236C78-E5A2-BD6D-3A09-602FED22165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2135" y="1628775"/>
            <a:ext cx="693156" cy="691427"/>
          </a:xfrm>
          <a:prstGeom prst="rect">
            <a:avLst/>
          </a:prstGeom>
        </p:spPr>
      </p:pic>
      <p:sp>
        <p:nvSpPr>
          <p:cNvPr id="19" name="Textplatzhalter 1">
            <a:extLst>
              <a:ext uri="{FF2B5EF4-FFF2-40B4-BE49-F238E27FC236}">
                <a16:creationId xmlns:a16="http://schemas.microsoft.com/office/drawing/2014/main" id="{B765DC4A-4C19-0DBF-80C6-677D89FFB7B6}"/>
              </a:ext>
            </a:extLst>
          </p:cNvPr>
          <p:cNvSpPr txBox="1">
            <a:spLocks/>
          </p:cNvSpPr>
          <p:nvPr/>
        </p:nvSpPr>
        <p:spPr>
          <a:xfrm>
            <a:off x="3330042" y="1938394"/>
            <a:ext cx="1729887" cy="39583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pPr>
              <a:lnSpc>
                <a:spcPct val="100000"/>
              </a:lnSpc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r>
              <a:rPr lang="en-US" noProof="0" dirty="0"/>
              <a:t>, </a:t>
            </a:r>
            <a:r>
              <a:rPr lang="en-US" noProof="0" dirty="0" err="1"/>
              <a:t>consetetur</a:t>
            </a:r>
            <a:r>
              <a:rPr lang="en-US" noProof="0" dirty="0"/>
              <a:t> </a:t>
            </a:r>
            <a:r>
              <a:rPr lang="en-US" noProof="0" dirty="0" err="1"/>
              <a:t>sadipscing</a:t>
            </a:r>
            <a:r>
              <a:rPr lang="en-US" noProof="0" dirty="0"/>
              <a:t> </a:t>
            </a:r>
            <a:r>
              <a:rPr lang="en-US" noProof="0" dirty="0" err="1"/>
              <a:t>elitr</a:t>
            </a:r>
            <a:r>
              <a:rPr lang="en-US" noProof="0" dirty="0"/>
              <a:t>, sed.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sed.</a:t>
            </a:r>
          </a:p>
          <a:p>
            <a:pPr>
              <a:lnSpc>
                <a:spcPct val="100000"/>
              </a:lnSpc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sed.</a:t>
            </a:r>
          </a:p>
          <a:p>
            <a:pPr>
              <a:lnSpc>
                <a:spcPct val="100000"/>
              </a:lnSpc>
            </a:pPr>
            <a:endParaRPr lang="en-US" noProof="0" dirty="0"/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8FE2CB62-F7B9-3A65-C53E-B401873DC1CE}"/>
              </a:ext>
            </a:extLst>
          </p:cNvPr>
          <p:cNvSpPr txBox="1">
            <a:spLocks/>
          </p:cNvSpPr>
          <p:nvPr/>
        </p:nvSpPr>
        <p:spPr>
          <a:xfrm>
            <a:off x="3330042" y="1602981"/>
            <a:ext cx="1729887" cy="335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de-DE"/>
            </a:defPPr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b="0" i="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>
                <a:solidFill>
                  <a:schemeClr val="tx2"/>
                </a:solidFill>
              </a:rPr>
              <a:t>Headline</a:t>
            </a:r>
          </a:p>
        </p:txBody>
      </p:sp>
      <p:sp>
        <p:nvSpPr>
          <p:cNvPr id="21" name="Textplatzhalter 1">
            <a:extLst>
              <a:ext uri="{FF2B5EF4-FFF2-40B4-BE49-F238E27FC236}">
                <a16:creationId xmlns:a16="http://schemas.microsoft.com/office/drawing/2014/main" id="{087CB9D9-25BF-7458-84B4-DEA9CFEB78E6}"/>
              </a:ext>
            </a:extLst>
          </p:cNvPr>
          <p:cNvSpPr txBox="1">
            <a:spLocks/>
          </p:cNvSpPr>
          <p:nvPr/>
        </p:nvSpPr>
        <p:spPr>
          <a:xfrm>
            <a:off x="6325860" y="1891999"/>
            <a:ext cx="1729887" cy="39583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pPr>
              <a:lnSpc>
                <a:spcPct val="100000"/>
              </a:lnSpc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r>
              <a:rPr lang="en-US" noProof="0" dirty="0"/>
              <a:t>, </a:t>
            </a:r>
            <a:r>
              <a:rPr lang="en-US" noProof="0" dirty="0" err="1"/>
              <a:t>consetetur</a:t>
            </a:r>
            <a:r>
              <a:rPr lang="en-US" noProof="0" dirty="0"/>
              <a:t> </a:t>
            </a:r>
            <a:r>
              <a:rPr lang="en-US" noProof="0" dirty="0" err="1"/>
              <a:t>sadipscing</a:t>
            </a:r>
            <a:r>
              <a:rPr lang="en-US" noProof="0" dirty="0"/>
              <a:t> </a:t>
            </a:r>
            <a:r>
              <a:rPr lang="en-US" noProof="0" dirty="0" err="1"/>
              <a:t>elitr</a:t>
            </a:r>
            <a:r>
              <a:rPr lang="en-US" noProof="0" dirty="0"/>
              <a:t>, sed.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sed.</a:t>
            </a:r>
          </a:p>
          <a:p>
            <a:pPr>
              <a:lnSpc>
                <a:spcPct val="100000"/>
              </a:lnSpc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sed.</a:t>
            </a:r>
          </a:p>
          <a:p>
            <a:pPr>
              <a:lnSpc>
                <a:spcPct val="100000"/>
              </a:lnSpc>
            </a:pPr>
            <a:endParaRPr lang="en-US" noProof="0" dirty="0"/>
          </a:p>
        </p:txBody>
      </p:sp>
      <p:sp>
        <p:nvSpPr>
          <p:cNvPr id="22" name="Textplatzhalter 2">
            <a:extLst>
              <a:ext uri="{FF2B5EF4-FFF2-40B4-BE49-F238E27FC236}">
                <a16:creationId xmlns:a16="http://schemas.microsoft.com/office/drawing/2014/main" id="{EBF3980E-647C-8255-D112-FD5732878F3D}"/>
              </a:ext>
            </a:extLst>
          </p:cNvPr>
          <p:cNvSpPr txBox="1">
            <a:spLocks/>
          </p:cNvSpPr>
          <p:nvPr/>
        </p:nvSpPr>
        <p:spPr>
          <a:xfrm>
            <a:off x="6325860" y="1556586"/>
            <a:ext cx="1729887" cy="335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de-DE"/>
            </a:defPPr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b="0" i="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>
                <a:solidFill>
                  <a:schemeClr val="tx2"/>
                </a:solidFill>
              </a:rPr>
              <a:t>Headline</a:t>
            </a:r>
          </a:p>
        </p:txBody>
      </p:sp>
      <p:sp>
        <p:nvSpPr>
          <p:cNvPr id="23" name="Textplatzhalter 1">
            <a:extLst>
              <a:ext uri="{FF2B5EF4-FFF2-40B4-BE49-F238E27FC236}">
                <a16:creationId xmlns:a16="http://schemas.microsoft.com/office/drawing/2014/main" id="{2208F5F0-3590-5AB3-433A-17A5E8ABF837}"/>
              </a:ext>
            </a:extLst>
          </p:cNvPr>
          <p:cNvSpPr txBox="1">
            <a:spLocks/>
          </p:cNvSpPr>
          <p:nvPr/>
        </p:nvSpPr>
        <p:spPr>
          <a:xfrm>
            <a:off x="9321678" y="1891999"/>
            <a:ext cx="1729887" cy="39583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500" baseline="0">
                <a:latin typeface="Arial" panose="020B0604020202020204" pitchFamily="34" charset="0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pPr>
              <a:lnSpc>
                <a:spcPct val="100000"/>
              </a:lnSpc>
            </a:pPr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r>
              <a:rPr lang="en-US" noProof="0" dirty="0"/>
              <a:t>, </a:t>
            </a:r>
            <a:r>
              <a:rPr lang="en-US" noProof="0" dirty="0" err="1"/>
              <a:t>consetetur</a:t>
            </a:r>
            <a:r>
              <a:rPr lang="en-US" noProof="0" dirty="0"/>
              <a:t> </a:t>
            </a:r>
            <a:r>
              <a:rPr lang="en-US" noProof="0" dirty="0" err="1"/>
              <a:t>sadipscing</a:t>
            </a:r>
            <a:r>
              <a:rPr lang="en-US" noProof="0" dirty="0"/>
              <a:t> </a:t>
            </a:r>
            <a:r>
              <a:rPr lang="en-US" noProof="0" dirty="0" err="1"/>
              <a:t>elitr</a:t>
            </a:r>
            <a:r>
              <a:rPr lang="en-US" noProof="0" dirty="0"/>
              <a:t>, sed.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sed.</a:t>
            </a:r>
          </a:p>
          <a:p>
            <a:pPr>
              <a:lnSpc>
                <a:spcPct val="100000"/>
              </a:lnSpc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sed.</a:t>
            </a:r>
          </a:p>
          <a:p>
            <a:pPr>
              <a:lnSpc>
                <a:spcPct val="100000"/>
              </a:lnSpc>
            </a:pPr>
            <a:endParaRPr lang="en-US" noProof="0" dirty="0"/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2F1F7CF4-65A9-83FC-72F9-239B410DAB50}"/>
              </a:ext>
            </a:extLst>
          </p:cNvPr>
          <p:cNvSpPr txBox="1">
            <a:spLocks/>
          </p:cNvSpPr>
          <p:nvPr/>
        </p:nvSpPr>
        <p:spPr>
          <a:xfrm>
            <a:off x="9321678" y="1556586"/>
            <a:ext cx="1729887" cy="335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de-DE"/>
            </a:defPPr>
            <a:lvl1pPr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b="0" i="0" baseline="0">
                <a:latin typeface="Arial" panose="020B0604020202020204" pitchFamily="34" charset="0"/>
              </a:defRPr>
            </a:lvl1pPr>
            <a:lvl2pPr marL="7429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2pPr>
            <a:lvl3pPr marL="10858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3pPr>
            <a:lvl4pPr marL="15430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4pPr>
            <a:lvl5pPr marL="200025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b="1" i="0" baseline="0">
                <a:solidFill>
                  <a:schemeClr val="tx2"/>
                </a:solidFill>
                <a:latin typeface="Abadi MT Condensed Extra Bold" panose="020B0306030101010103" pitchFamily="34" charset="77"/>
              </a:defRPr>
            </a:lvl5pPr>
            <a:lvl6pPr marL="25146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6pPr>
            <a:lvl7pPr marL="29718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7pPr>
            <a:lvl8pPr marL="34290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8pPr>
            <a:lvl9pPr marL="3886200" indent="-180000">
              <a:lnSpc>
                <a:spcPct val="12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9pPr>
          </a:lstStyle>
          <a:p>
            <a:r>
              <a:rPr lang="en-US" noProof="0" dirty="0">
                <a:solidFill>
                  <a:schemeClr val="tx2"/>
                </a:solidFill>
              </a:rPr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40354417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022ACE8B-EF12-3A7C-9C08-0D1D5D3D5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table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B80B58C-DCBF-6DF5-1390-A71B9BEF3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87B396E-5E81-53F9-EE8C-E4E1EFBCC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Please add presentation title</a:t>
            </a:r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53FBBC9-9544-BD57-A0D7-6126B1BF5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6A04DE2-1289-CEA9-D741-382382502A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35E4801-1583-E698-B043-EF14CBE9DB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2" name="Inhaltsplatzhalter 11">
            <a:extLst>
              <a:ext uri="{FF2B5EF4-FFF2-40B4-BE49-F238E27FC236}">
                <a16:creationId xmlns:a16="http://schemas.microsoft.com/office/drawing/2014/main" id="{985CD283-4390-A675-29B5-43E3F3FE23DD}"/>
              </a:ext>
            </a:extLst>
          </p:cNvPr>
          <p:cNvGraphicFramePr>
            <a:graphicFrameLocks noGrp="1"/>
          </p:cNvGraphicFramePr>
          <p:nvPr>
            <p:ph sz="quarter" idx="20"/>
            <p:extLst>
              <p:ext uri="{D42A27DB-BD31-4B8C-83A1-F6EECF244321}">
                <p14:modId xmlns:p14="http://schemas.microsoft.com/office/powerpoint/2010/main" val="1702645998"/>
              </p:ext>
            </p:extLst>
          </p:nvPr>
        </p:nvGraphicFramePr>
        <p:xfrm>
          <a:off x="371475" y="1633538"/>
          <a:ext cx="11447457" cy="445008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635351">
                  <a:extLst>
                    <a:ext uri="{9D8B030D-6E8A-4147-A177-3AD203B41FA5}">
                      <a16:colId xmlns:a16="http://schemas.microsoft.com/office/drawing/2014/main" val="4067960765"/>
                    </a:ext>
                  </a:extLst>
                </a:gridCol>
                <a:gridCol w="1635351">
                  <a:extLst>
                    <a:ext uri="{9D8B030D-6E8A-4147-A177-3AD203B41FA5}">
                      <a16:colId xmlns:a16="http://schemas.microsoft.com/office/drawing/2014/main" val="3320565121"/>
                    </a:ext>
                  </a:extLst>
                </a:gridCol>
                <a:gridCol w="1635351">
                  <a:extLst>
                    <a:ext uri="{9D8B030D-6E8A-4147-A177-3AD203B41FA5}">
                      <a16:colId xmlns:a16="http://schemas.microsoft.com/office/drawing/2014/main" val="2711519995"/>
                    </a:ext>
                  </a:extLst>
                </a:gridCol>
                <a:gridCol w="1635351">
                  <a:extLst>
                    <a:ext uri="{9D8B030D-6E8A-4147-A177-3AD203B41FA5}">
                      <a16:colId xmlns:a16="http://schemas.microsoft.com/office/drawing/2014/main" val="2667365019"/>
                    </a:ext>
                  </a:extLst>
                </a:gridCol>
                <a:gridCol w="1635351">
                  <a:extLst>
                    <a:ext uri="{9D8B030D-6E8A-4147-A177-3AD203B41FA5}">
                      <a16:colId xmlns:a16="http://schemas.microsoft.com/office/drawing/2014/main" val="1627297500"/>
                    </a:ext>
                  </a:extLst>
                </a:gridCol>
                <a:gridCol w="1635351">
                  <a:extLst>
                    <a:ext uri="{9D8B030D-6E8A-4147-A177-3AD203B41FA5}">
                      <a16:colId xmlns:a16="http://schemas.microsoft.com/office/drawing/2014/main" val="4249949755"/>
                    </a:ext>
                  </a:extLst>
                </a:gridCol>
                <a:gridCol w="1635351">
                  <a:extLst>
                    <a:ext uri="{9D8B030D-6E8A-4147-A177-3AD203B41FA5}">
                      <a16:colId xmlns:a16="http://schemas.microsoft.com/office/drawing/2014/main" val="41980588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 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 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 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 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 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 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621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8194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4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963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1418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 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364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 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402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228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739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3459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 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48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 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78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53859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2AF78-1CFB-ED48-36B9-7896F08FF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569FE0FB-404D-DF33-6ECA-6ADA3302F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manual </a:t>
            </a:r>
            <a:r>
              <a:rPr lang="en-US" dirty="0" err="1"/>
              <a:t>colouring</a:t>
            </a:r>
            <a:endParaRPr lang="en-US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9726377-FB69-52A4-52FF-3AABFCBB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01/01/2026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5E39596-22E8-A3E7-7B03-B99A6496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Please add presentation title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3AED276-B915-B838-521A-B4D94F7BB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0DE47-E009-49FD-9AD1-65414DD64D1A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FED425A-FF9E-0228-AE5F-B543834D71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464BF61-4B09-067B-041C-95E4A6E319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2" name="Inhaltsplatzhalter 11">
            <a:extLst>
              <a:ext uri="{FF2B5EF4-FFF2-40B4-BE49-F238E27FC236}">
                <a16:creationId xmlns:a16="http://schemas.microsoft.com/office/drawing/2014/main" id="{DBEA4AC2-615A-FB7D-9CDC-785123A0D4A4}"/>
              </a:ext>
            </a:extLst>
          </p:cNvPr>
          <p:cNvGraphicFramePr>
            <a:graphicFrameLocks noGrp="1"/>
          </p:cNvGraphicFramePr>
          <p:nvPr>
            <p:ph sz="quarter" idx="20"/>
            <p:extLst>
              <p:ext uri="{D42A27DB-BD31-4B8C-83A1-F6EECF244321}">
                <p14:modId xmlns:p14="http://schemas.microsoft.com/office/powerpoint/2010/main" val="4047759136"/>
              </p:ext>
            </p:extLst>
          </p:nvPr>
        </p:nvGraphicFramePr>
        <p:xfrm>
          <a:off x="371475" y="1633538"/>
          <a:ext cx="11447457" cy="445008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635351">
                  <a:extLst>
                    <a:ext uri="{9D8B030D-6E8A-4147-A177-3AD203B41FA5}">
                      <a16:colId xmlns:a16="http://schemas.microsoft.com/office/drawing/2014/main" val="4067960765"/>
                    </a:ext>
                  </a:extLst>
                </a:gridCol>
                <a:gridCol w="1635351">
                  <a:extLst>
                    <a:ext uri="{9D8B030D-6E8A-4147-A177-3AD203B41FA5}">
                      <a16:colId xmlns:a16="http://schemas.microsoft.com/office/drawing/2014/main" val="3320565121"/>
                    </a:ext>
                  </a:extLst>
                </a:gridCol>
                <a:gridCol w="1635351">
                  <a:extLst>
                    <a:ext uri="{9D8B030D-6E8A-4147-A177-3AD203B41FA5}">
                      <a16:colId xmlns:a16="http://schemas.microsoft.com/office/drawing/2014/main" val="2711519995"/>
                    </a:ext>
                  </a:extLst>
                </a:gridCol>
                <a:gridCol w="1635351">
                  <a:extLst>
                    <a:ext uri="{9D8B030D-6E8A-4147-A177-3AD203B41FA5}">
                      <a16:colId xmlns:a16="http://schemas.microsoft.com/office/drawing/2014/main" val="2667365019"/>
                    </a:ext>
                  </a:extLst>
                </a:gridCol>
                <a:gridCol w="1635351">
                  <a:extLst>
                    <a:ext uri="{9D8B030D-6E8A-4147-A177-3AD203B41FA5}">
                      <a16:colId xmlns:a16="http://schemas.microsoft.com/office/drawing/2014/main" val="1627297500"/>
                    </a:ext>
                  </a:extLst>
                </a:gridCol>
                <a:gridCol w="1635351">
                  <a:extLst>
                    <a:ext uri="{9D8B030D-6E8A-4147-A177-3AD203B41FA5}">
                      <a16:colId xmlns:a16="http://schemas.microsoft.com/office/drawing/2014/main" val="4249949755"/>
                    </a:ext>
                  </a:extLst>
                </a:gridCol>
                <a:gridCol w="1635351">
                  <a:extLst>
                    <a:ext uri="{9D8B030D-6E8A-4147-A177-3AD203B41FA5}">
                      <a16:colId xmlns:a16="http://schemas.microsoft.com/office/drawing/2014/main" val="41980588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Text 01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Text 02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Text 03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Text 04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Text 05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Text 06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621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 A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1A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2A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3A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4A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5A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6A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8194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 B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1B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2B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3B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4B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5B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6B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4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 C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1C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2C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3C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4C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5C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6C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963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 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1D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2D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3D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4D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5D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6D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418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 E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364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 F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1F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2F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3F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4F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5F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6F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402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 G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1G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2G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3G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4G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5G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6G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228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 H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1H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2H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3H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4H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5H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6H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631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 I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1I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2I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3I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4I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5I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6I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701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 J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1J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2J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3J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4J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5J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6J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990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 K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1K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2K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3K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4K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5K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6K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002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63969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66F52F2C-FFAB-7114-A63C-CFCB727997B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09033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el 7">
            <a:extLst>
              <a:ext uri="{FF2B5EF4-FFF2-40B4-BE49-F238E27FC236}">
                <a16:creationId xmlns:a16="http://schemas.microsoft.com/office/drawing/2014/main" id="{5A9294C5-5138-9FFA-65E0-7E36DBB76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noProof="0" dirty="0"/>
              <a:t>Quote Slide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5E08233-5AE6-11F4-5091-478C35A22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01/01/2026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024690-45C6-2A6F-965F-8BB85EC5A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2318" y="6482964"/>
            <a:ext cx="3527607" cy="138499"/>
          </a:xfrm>
        </p:spPr>
        <p:txBody>
          <a:bodyPr/>
          <a:lstStyle/>
          <a:p>
            <a:r>
              <a:rPr lang="en-US" noProof="0" dirty="0"/>
              <a:t>Please add presentation title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D50C202-E359-E4BA-1AE9-CF294366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3675" y="6482964"/>
            <a:ext cx="196850" cy="138499"/>
          </a:xfrm>
        </p:spPr>
        <p:txBody>
          <a:bodyPr/>
          <a:lstStyle/>
          <a:p>
            <a:fld id="{AFC0DE47-E009-49FD-9AD1-65414DD64D1A}" type="slidenum">
              <a:rPr lang="en-US" noProof="0" smtClean="0"/>
              <a:pPr/>
              <a:t>51</a:t>
            </a:fld>
            <a:endParaRPr lang="en-US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4568ED1-9E5A-3362-A93F-828011B6FF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3063" y="373592"/>
            <a:ext cx="11447462" cy="276999"/>
          </a:xfrm>
        </p:spPr>
        <p:txBody>
          <a:bodyPr/>
          <a:lstStyle/>
          <a:p>
            <a:r>
              <a:rPr lang="en-US" noProof="0" dirty="0"/>
              <a:t>Please insert </a:t>
            </a:r>
            <a:r>
              <a:rPr lang="en-US" noProof="0" dirty="0" err="1"/>
              <a:t>Preheadline</a:t>
            </a:r>
            <a:endParaRPr lang="en-US" noProof="0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0696E74D-5AFC-6F74-BFEE-90B901637F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Please add chapter title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F0C2710E-C59A-9AD0-C1E5-362D2AFF11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r>
              <a:rPr lang="en-US" noProof="0" dirty="0"/>
              <a:t>, </a:t>
            </a:r>
            <a:r>
              <a:rPr lang="en-US" noProof="0" dirty="0" err="1"/>
              <a:t>consetetur</a:t>
            </a:r>
            <a:r>
              <a:rPr lang="en-US" noProof="0" dirty="0"/>
              <a:t> </a:t>
            </a:r>
            <a:br>
              <a:rPr lang="en-US" noProof="0" dirty="0"/>
            </a:br>
            <a:r>
              <a:rPr lang="en-US" noProof="0" dirty="0" err="1"/>
              <a:t>sadipscing</a:t>
            </a:r>
            <a:r>
              <a:rPr lang="en-US" noProof="0" dirty="0"/>
              <a:t> </a:t>
            </a:r>
            <a:r>
              <a:rPr lang="en-US" noProof="0" dirty="0" err="1"/>
              <a:t>elitr</a:t>
            </a:r>
            <a:r>
              <a:rPr lang="en-US" noProof="0" dirty="0"/>
              <a:t>, sed diam </a:t>
            </a:r>
            <a:r>
              <a:rPr lang="en-US" noProof="0" dirty="0" err="1"/>
              <a:t>nonumy</a:t>
            </a:r>
            <a:r>
              <a:rPr lang="en-US" noProof="0" dirty="0"/>
              <a:t> </a:t>
            </a:r>
            <a:r>
              <a:rPr lang="en-US" noProof="0" dirty="0" err="1"/>
              <a:t>eirmod</a:t>
            </a:r>
            <a:r>
              <a:rPr lang="en-US" noProof="0" dirty="0"/>
              <a:t> </a:t>
            </a:r>
            <a:br>
              <a:rPr lang="en-US" noProof="0" dirty="0"/>
            </a:br>
            <a:r>
              <a:rPr lang="en-US" noProof="0" dirty="0" err="1"/>
              <a:t>tempor</a:t>
            </a:r>
            <a:r>
              <a:rPr lang="en-US" noProof="0" dirty="0"/>
              <a:t> </a:t>
            </a:r>
            <a:r>
              <a:rPr lang="en-US" noProof="0" dirty="0" err="1"/>
              <a:t>invidunt</a:t>
            </a:r>
            <a:r>
              <a:rPr lang="en-US" noProof="0" dirty="0"/>
              <a:t> </a:t>
            </a:r>
            <a:r>
              <a:rPr lang="en-US" noProof="0" dirty="0" err="1"/>
              <a:t>ut</a:t>
            </a:r>
            <a:r>
              <a:rPr lang="en-US" noProof="0" dirty="0"/>
              <a:t> labore et dolore magna </a:t>
            </a:r>
            <a:r>
              <a:rPr lang="en-US" noProof="0" dirty="0" err="1"/>
              <a:t>aliquyam</a:t>
            </a:r>
            <a:r>
              <a:rPr lang="en-US" noProof="0" dirty="0"/>
              <a:t> </a:t>
            </a:r>
            <a:r>
              <a:rPr lang="en-US" noProof="0" dirty="0" err="1"/>
              <a:t>erat</a:t>
            </a:r>
            <a:r>
              <a:rPr lang="en-US" noProof="0" dirty="0"/>
              <a:t>, sed diam </a:t>
            </a:r>
            <a:r>
              <a:rPr lang="en-US" noProof="0" dirty="0" err="1"/>
              <a:t>voluptua</a:t>
            </a:r>
            <a:r>
              <a:rPr lang="en-US" noProof="0" dirty="0"/>
              <a:t>.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DBA89CD8-B46E-48D7-9648-AC1B2BC406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86851"/>
            <a:ext cx="5724525" cy="307777"/>
          </a:xfrm>
        </p:spPr>
        <p:txBody>
          <a:bodyPr/>
          <a:lstStyle/>
          <a:p>
            <a:r>
              <a:rPr lang="en-US" noProof="0" dirty="0"/>
              <a:t>Name, Surname</a:t>
            </a:r>
          </a:p>
        </p:txBody>
      </p:sp>
    </p:spTree>
    <p:extLst>
      <p:ext uri="{BB962C8B-B14F-4D97-AF65-F5344CB8AC3E}">
        <p14:creationId xmlns:p14="http://schemas.microsoft.com/office/powerpoint/2010/main" val="52838248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CB6771DC-6CD4-DE4E-110A-7A1066A207C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758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el 9">
            <a:extLst>
              <a:ext uri="{FF2B5EF4-FFF2-40B4-BE49-F238E27FC236}">
                <a16:creationId xmlns:a16="http://schemas.microsoft.com/office/drawing/2014/main" id="{A9ACC2F4-F8F3-163F-BD1C-309E4D1CB3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 noProof="0" dirty="0"/>
              <a:t>Thank you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5D010421-5B9A-C714-C7A2-7BEFB3527B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Nathalie Nuber</a:t>
            </a:r>
          </a:p>
        </p:txBody>
      </p:sp>
    </p:spTree>
    <p:extLst>
      <p:ext uri="{BB962C8B-B14F-4D97-AF65-F5344CB8AC3E}">
        <p14:creationId xmlns:p14="http://schemas.microsoft.com/office/powerpoint/2010/main" val="28990435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fm powerpoint Master">
  <a:themeElements>
    <a:clrScheme name="ifm_Colours">
      <a:dk1>
        <a:srgbClr val="FFFFFF"/>
      </a:dk1>
      <a:lt1>
        <a:srgbClr val="000000"/>
      </a:lt1>
      <a:dk2>
        <a:srgbClr val="D9D9D9"/>
      </a:dk2>
      <a:lt2>
        <a:srgbClr val="FF6E00"/>
      </a:lt2>
      <a:accent1>
        <a:srgbClr val="30343A"/>
      </a:accent1>
      <a:accent2>
        <a:srgbClr val="5B666F"/>
      </a:accent2>
      <a:accent3>
        <a:srgbClr val="808890"/>
      </a:accent3>
      <a:accent4>
        <a:srgbClr val="C1C5C8"/>
      </a:accent4>
      <a:accent5>
        <a:srgbClr val="FF6E00"/>
      </a:accent5>
      <a:accent6>
        <a:srgbClr val="83B7CD"/>
      </a:accent6>
      <a:hlink>
        <a:srgbClr val="FF6E00"/>
      </a:hlink>
      <a:folHlink>
        <a:srgbClr val="FF6E00"/>
      </a:folHlink>
    </a:clrScheme>
    <a:fontScheme name="ifm_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9525">
          <a:noFill/>
        </a:ln>
      </a:spPr>
      <a:bodyPr lIns="108000" tIns="72000" rIns="108000" bIns="72000" rtlCol="0" anchor="ctr"/>
      <a:lstStyle>
        <a:defPPr marL="180000" indent="-180000" algn="ctr">
          <a:buFont typeface="Arial" panose="020B0604020202020204" pitchFamily="34" charset="0"/>
          <a:buChar char="•"/>
          <a:defRPr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2"/>
          </a:solidFill>
          <a:tailEnd type="non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180000" indent="-180000" algn="l">
          <a:buClr>
            <a:schemeClr val="tx2"/>
          </a:buClr>
          <a:buFont typeface="Arial" panose="020B0604020202020204" pitchFamily="34" charset="0"/>
          <a:buChar char="•"/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78DB20B6-635E-481C-9A4E-5E1792BC3942}" vid="{3CBFD050-F2C8-471F-827C-5DF794ECC23B}"/>
    </a:ext>
  </a:extLst>
</a:theme>
</file>

<file path=ppt/theme/theme2.xml><?xml version="1.0" encoding="utf-8"?>
<a:theme xmlns:a="http://schemas.openxmlformats.org/drawingml/2006/main" name="Office Theme">
  <a:themeElements>
    <a:clrScheme name="ifm_Colours">
      <a:dk1>
        <a:srgbClr val="FFFFFF"/>
      </a:dk1>
      <a:lt1>
        <a:srgbClr val="000000"/>
      </a:lt1>
      <a:dk2>
        <a:srgbClr val="D9D9D9"/>
      </a:dk2>
      <a:lt2>
        <a:srgbClr val="FF6E00"/>
      </a:lt2>
      <a:accent1>
        <a:srgbClr val="30343A"/>
      </a:accent1>
      <a:accent2>
        <a:srgbClr val="5B666F"/>
      </a:accent2>
      <a:accent3>
        <a:srgbClr val="808890"/>
      </a:accent3>
      <a:accent4>
        <a:srgbClr val="C1C5C8"/>
      </a:accent4>
      <a:accent5>
        <a:srgbClr val="FF6E00"/>
      </a:accent5>
      <a:accent6>
        <a:srgbClr val="83B7CD"/>
      </a:accent6>
      <a:hlink>
        <a:srgbClr val="FF6E00"/>
      </a:hlink>
      <a:folHlink>
        <a:srgbClr val="FF6E00"/>
      </a:folHlink>
    </a:clrScheme>
    <a:fontScheme name="ifm_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ifm_Colours">
      <a:dk1>
        <a:srgbClr val="FFFFFF"/>
      </a:dk1>
      <a:lt1>
        <a:srgbClr val="000000"/>
      </a:lt1>
      <a:dk2>
        <a:srgbClr val="D9D9D9"/>
      </a:dk2>
      <a:lt2>
        <a:srgbClr val="FF6E00"/>
      </a:lt2>
      <a:accent1>
        <a:srgbClr val="30343A"/>
      </a:accent1>
      <a:accent2>
        <a:srgbClr val="5B666F"/>
      </a:accent2>
      <a:accent3>
        <a:srgbClr val="808890"/>
      </a:accent3>
      <a:accent4>
        <a:srgbClr val="C1C5C8"/>
      </a:accent4>
      <a:accent5>
        <a:srgbClr val="FF6E00"/>
      </a:accent5>
      <a:accent6>
        <a:srgbClr val="83B7CD"/>
      </a:accent6>
      <a:hlink>
        <a:srgbClr val="FF6E00"/>
      </a:hlink>
      <a:folHlink>
        <a:srgbClr val="FF6E00"/>
      </a:folHlink>
    </a:clrScheme>
    <a:fontScheme name="ifm_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45B52553D98B5429EF075933278D318" ma:contentTypeVersion="6" ma:contentTypeDescription="Ein neues Dokument erstellen." ma:contentTypeScope="" ma:versionID="920a476a874636e752190e44ec6087ab">
  <xsd:schema xmlns:xsd="http://www.w3.org/2001/XMLSchema" xmlns:xs="http://www.w3.org/2001/XMLSchema" xmlns:p="http://schemas.microsoft.com/office/2006/metadata/properties" xmlns:ns2="edebd399-61bb-41a3-a170-08dbff6e2386" xmlns:ns3="8d2a1563-0d9d-4259-bc57-467924f57fad" targetNamespace="http://schemas.microsoft.com/office/2006/metadata/properties" ma:root="true" ma:fieldsID="248b788c19ba11a52e368a5e490347fa" ns2:_="" ns3:_="">
    <xsd:import namespace="edebd399-61bb-41a3-a170-08dbff6e2386"/>
    <xsd:import namespace="8d2a1563-0d9d-4259-bc57-467924f57f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ebd399-61bb-41a3-a170-08dbff6e23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2a1563-0d9d-4259-bc57-467924f57fa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71E76F4-69AA-4864-850C-BF69620C2B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ebd399-61bb-41a3-a170-08dbff6e2386"/>
    <ds:schemaRef ds:uri="8d2a1563-0d9d-4259-bc57-467924f57f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F063D64-694F-4BCC-9DC6-30202EC975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C0EA16-CD53-4F37-BD65-CCA94DB53305}">
  <ds:schemaRefs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e97c528e-e8db-4a71-b5cb-4edd5b40a06c}" enabled="1" method="Standard" siteId="{2782ef14-4849-46b4-b90d-d7e83fc425ca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ifm_powerpoint_toolbox_classic_2.1</Template>
  <TotalTime>0</TotalTime>
  <Words>3079</Words>
  <Application>Microsoft Office PowerPoint</Application>
  <PresentationFormat>Breitbild</PresentationFormat>
  <Paragraphs>979</Paragraphs>
  <Slides>52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52</vt:i4>
      </vt:variant>
    </vt:vector>
  </HeadingPairs>
  <TitlesOfParts>
    <vt:vector size="57" baseType="lpstr">
      <vt:lpstr>Arial</vt:lpstr>
      <vt:lpstr>Calibri</vt:lpstr>
      <vt:lpstr>Symbol</vt:lpstr>
      <vt:lpstr>ifm powerpoint Master</vt:lpstr>
      <vt:lpstr>think-cell Folie</vt:lpstr>
      <vt:lpstr>Funktionales Testen von Security bei industriellen Gateways unter der neuen Maschinenrichtlinie</vt:lpstr>
      <vt:lpstr>Zwei Welten, ein Übersetzer</vt:lpstr>
      <vt:lpstr>2006/42/EG → (EU) 2023/1230</vt:lpstr>
      <vt:lpstr>Validierung ≠ Verifikation</vt:lpstr>
      <vt:lpstr>Die Lücke</vt:lpstr>
      <vt:lpstr>CIA wird zu AIC</vt:lpstr>
      <vt:lpstr>Drei Ziele reichen nicht</vt:lpstr>
      <vt:lpstr>Bedrohung = negiertes Schutzziel</vt:lpstr>
      <vt:lpstr>Von der Pflicht zur Prüfvorschrift</vt:lpstr>
      <vt:lpstr>Vom Rechtstext zur prüfbaren Anforderung</vt:lpstr>
      <vt:lpstr>Ein Beispiel: RQ-003</vt:lpstr>
      <vt:lpstr>Neun Glieder bis zum Ergebnis</vt:lpstr>
      <vt:lpstr>Passt das Werkzeug überhaupt?</vt:lpstr>
      <vt:lpstr>Ausführung ≠ Verdikt</vt:lpstr>
      <vt:lpstr>Der Prüfstand</vt:lpstr>
      <vt:lpstr>10 Werkzeuge, 4 Ergebnisse</vt:lpstr>
      <vt:lpstr>Der Kaltstart löscht die Spur</vt:lpstr>
      <vt:lpstr>Zwei Verbindungen genügen</vt:lpstr>
      <vt:lpstr>14 Anforderungen, ein Zwischenstand</vt:lpstr>
      <vt:lpstr>Agenda</vt:lpstr>
      <vt:lpstr>Agenda Bubble I</vt:lpstr>
      <vt:lpstr>Agenda Bubble II</vt:lpstr>
      <vt:lpstr>Blanco Slide</vt:lpstr>
      <vt:lpstr>One column – Bullets</vt:lpstr>
      <vt:lpstr>Two columns – Bullets</vt:lpstr>
      <vt:lpstr>Two columns – Numbers</vt:lpstr>
      <vt:lpstr>Two columns – Text</vt:lpstr>
      <vt:lpstr>Three columns – Bullets</vt:lpstr>
      <vt:lpstr>Four columns – Bullets</vt:lpstr>
      <vt:lpstr>Text and Image</vt:lpstr>
      <vt:lpstr>Image</vt:lpstr>
      <vt:lpstr>Image – Full screen</vt:lpstr>
      <vt:lpstr>Content</vt:lpstr>
      <vt:lpstr>Keywords I</vt:lpstr>
      <vt:lpstr>Keywords II</vt:lpstr>
      <vt:lpstr>Pro &amp; Contra I</vt:lpstr>
      <vt:lpstr>Pro &amp; Contra II</vt:lpstr>
      <vt:lpstr>Bar chart</vt:lpstr>
      <vt:lpstr>Bar chart</vt:lpstr>
      <vt:lpstr>Cycle diagram II</vt:lpstr>
      <vt:lpstr>Cycle diagram III</vt:lpstr>
      <vt:lpstr>Cycle diagram IV</vt:lpstr>
      <vt:lpstr>Cycle diagram V</vt:lpstr>
      <vt:lpstr>Cycle diagram VI</vt:lpstr>
      <vt:lpstr>Waterfall chart I</vt:lpstr>
      <vt:lpstr>Waterfall chart II</vt:lpstr>
      <vt:lpstr>Flowchart I</vt:lpstr>
      <vt:lpstr>Flowchart II</vt:lpstr>
      <vt:lpstr>Standard table</vt:lpstr>
      <vt:lpstr>Table manual colouring</vt:lpstr>
      <vt:lpstr>Quote Slide</vt:lpstr>
      <vt:lpstr>Thank you</vt:lpstr>
    </vt:vector>
  </TitlesOfParts>
  <Company>ifm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Nuber, Nathalie</dc:creator>
  <cp:lastModifiedBy>Nuber, Nathalie</cp:lastModifiedBy>
  <cp:revision>1</cp:revision>
  <dcterms:created xsi:type="dcterms:W3CDTF">2026-09-19T15:15:15Z</dcterms:created>
  <dcterms:modified xsi:type="dcterms:W3CDTF">2026-09-19T22:08:31Z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97c528e-e8db-4a71-b5cb-4edd5b40a06c_Enabled">
    <vt:lpwstr>true</vt:lpwstr>
  </property>
  <property fmtid="{D5CDD505-2E9C-101B-9397-08002B2CF9AE}" pid="3" name="MSIP_Label_e97c528e-e8db-4a71-b5cb-4edd5b40a06c_SetDate">
    <vt:lpwstr>2025-12-08T09:04:56Z</vt:lpwstr>
  </property>
  <property fmtid="{D5CDD505-2E9C-101B-9397-08002B2CF9AE}" pid="4" name="MSIP_Label_e97c528e-e8db-4a71-b5cb-4edd5b40a06c_Method">
    <vt:lpwstr>Standard</vt:lpwstr>
  </property>
  <property fmtid="{D5CDD505-2E9C-101B-9397-08002B2CF9AE}" pid="5" name="MSIP_Label_e97c528e-e8db-4a71-b5cb-4edd5b40a06c_Name">
    <vt:lpwstr>ifminternal</vt:lpwstr>
  </property>
  <property fmtid="{D5CDD505-2E9C-101B-9397-08002B2CF9AE}" pid="6" name="MSIP_Label_e97c528e-e8db-4a71-b5cb-4edd5b40a06c_SiteId">
    <vt:lpwstr>2782ef14-4849-46b4-b90d-d7e83fc425ca</vt:lpwstr>
  </property>
  <property fmtid="{D5CDD505-2E9C-101B-9397-08002B2CF9AE}" pid="7" name="MSIP_Label_e97c528e-e8db-4a71-b5cb-4edd5b40a06c_ActionId">
    <vt:lpwstr>0ca1b76d-039d-4412-9861-cba0282812d2</vt:lpwstr>
  </property>
  <property fmtid="{D5CDD505-2E9C-101B-9397-08002B2CF9AE}" pid="8" name="MSIP_Label_e97c528e-e8db-4a71-b5cb-4edd5b40a06c_ContentBits">
    <vt:lpwstr>2</vt:lpwstr>
  </property>
  <property fmtid="{D5CDD505-2E9C-101B-9397-08002B2CF9AE}" pid="9" name="MSIP_Label_e97c528e-e8db-4a71-b5cb-4edd5b40a06c_Tag">
    <vt:lpwstr>10, 3, 0, 1</vt:lpwstr>
  </property>
  <property fmtid="{D5CDD505-2E9C-101B-9397-08002B2CF9AE}" pid="10" name="ClassificationContentMarkingFooterLocations">
    <vt:lpwstr>ifm_powerpoint_Master:9</vt:lpwstr>
  </property>
  <property fmtid="{D5CDD505-2E9C-101B-9397-08002B2CF9AE}" pid="11" name="ClassificationContentMarkingFooterText">
    <vt:lpwstr>INTERNAL</vt:lpwstr>
  </property>
  <property fmtid="{D5CDD505-2E9C-101B-9397-08002B2CF9AE}" pid="12" name="ContentTypeId">
    <vt:lpwstr>0x010100B45B52553D98B5429EF075933278D318</vt:lpwstr>
  </property>
</Properties>
</file>