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7" r:id="rId5"/>
    <p:sldId id="261" r:id="rId6"/>
    <p:sldId id="340" r:id="rId7"/>
    <p:sldId id="341" r:id="rId8"/>
    <p:sldId id="342" r:id="rId9"/>
    <p:sldId id="343" r:id="rId10"/>
    <p:sldId id="344" r:id="rId11"/>
    <p:sldId id="351" r:id="rId12"/>
    <p:sldId id="352" r:id="rId13"/>
    <p:sldId id="361" r:id="rId14"/>
    <p:sldId id="362" r:id="rId15"/>
    <p:sldId id="353" r:id="rId16"/>
    <p:sldId id="364" r:id="rId17"/>
    <p:sldId id="355" r:id="rId18"/>
    <p:sldId id="363" r:id="rId19"/>
    <p:sldId id="357" r:id="rId20"/>
    <p:sldId id="358" r:id="rId21"/>
    <p:sldId id="359" r:id="rId22"/>
    <p:sldId id="3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stertemplate_White" id="{8EC53384-1762-4595-9AD3-3F1B9D99300F}">
          <p14:sldIdLst>
            <p14:sldId id="257"/>
          </p14:sldIdLst>
        </p14:section>
        <p14:section name="User information" id="{C15D2390-C5B5-440D-8F49-0F3ED501EA7E}">
          <p14:sldIdLst>
            <p14:sldId id="261"/>
            <p14:sldId id="340"/>
            <p14:sldId id="341"/>
            <p14:sldId id="342"/>
            <p14:sldId id="343"/>
            <p14:sldId id="344"/>
            <p14:sldId id="351"/>
            <p14:sldId id="352"/>
            <p14:sldId id="361"/>
            <p14:sldId id="362"/>
            <p14:sldId id="353"/>
            <p14:sldId id="364"/>
            <p14:sldId id="355"/>
            <p14:sldId id="363"/>
            <p14:sldId id="357"/>
            <p14:sldId id="358"/>
            <p14:sldId id="359"/>
            <p14:sldId id="3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47CC0-99DB-4932-BBE8-32F6F7432A6B}" v="291" dt="2026-09-22T07:54:03.430"/>
  </p1510:revLst>
</p1510:revInfo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4" autoAdjust="0"/>
    <p:restoredTop sz="70352" autoAdjust="0"/>
  </p:normalViewPr>
  <p:slideViewPr>
    <p:cSldViewPr snapToGrid="0" showGuides="1">
      <p:cViewPr varScale="1">
        <p:scale>
          <a:sx n="52" d="100"/>
          <a:sy n="52" d="100"/>
        </p:scale>
        <p:origin x="1104" y="6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1940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ber, Nathalie" userId="64826a5e-75fc-44e6-a073-417b106d7220" providerId="ADAL" clId="{2D240D19-45E2-4320-A1B7-FEF1D055401D}"/>
    <pc:docChg chg="undo custSel addSld delSld modSld sldOrd modMainMaster modSection">
      <pc:chgData name="Nuber, Nathalie" userId="64826a5e-75fc-44e6-a073-417b106d7220" providerId="ADAL" clId="{2D240D19-45E2-4320-A1B7-FEF1D055401D}" dt="2026-09-22T08:33:56.634" v="4531" actId="368"/>
      <pc:docMkLst>
        <pc:docMk/>
      </pc:docMkLst>
      <pc:sldChg chg="addSp delSp modSp mod modNotes modNotesTx">
        <pc:chgData name="Nuber, Nathalie" userId="64826a5e-75fc-44e6-a073-417b106d7220" providerId="ADAL" clId="{2D240D19-45E2-4320-A1B7-FEF1D055401D}" dt="2026-09-22T08:33:56.209" v="4495" actId="368"/>
        <pc:sldMkLst>
          <pc:docMk/>
          <pc:sldMk cId="322736504" sldId="257"/>
        </pc:sldMkLst>
        <pc:spChg chg="mod">
          <ac:chgData name="Nuber, Nathalie" userId="64826a5e-75fc-44e6-a073-417b106d7220" providerId="ADAL" clId="{2D240D19-45E2-4320-A1B7-FEF1D055401D}" dt="2026-09-20T17:09:57.673" v="204" actId="26606"/>
          <ac:spMkLst>
            <pc:docMk/>
            <pc:sldMk cId="322736504" sldId="257"/>
            <ac:spMk id="2" creationId="{60D8FCC8-2D2D-9A7B-20F3-97E87C38D8BB}"/>
          </ac:spMkLst>
        </pc:spChg>
        <pc:spChg chg="mod">
          <ac:chgData name="Nuber, Nathalie" userId="64826a5e-75fc-44e6-a073-417b106d7220" providerId="ADAL" clId="{2D240D19-45E2-4320-A1B7-FEF1D055401D}" dt="2026-09-21T09:08:45.797" v="1450" actId="20577"/>
          <ac:spMkLst>
            <pc:docMk/>
            <pc:sldMk cId="322736504" sldId="257"/>
            <ac:spMk id="3" creationId="{AC8966D1-86EC-D96F-3FE7-3AAF5B8CB21C}"/>
          </ac:spMkLst>
        </pc:spChg>
        <pc:spChg chg="mod">
          <ac:chgData name="Nuber, Nathalie" userId="64826a5e-75fc-44e6-a073-417b106d7220" providerId="ADAL" clId="{2D240D19-45E2-4320-A1B7-FEF1D055401D}" dt="2026-09-20T17:13:36.754" v="224" actId="20577"/>
          <ac:spMkLst>
            <pc:docMk/>
            <pc:sldMk cId="322736504" sldId="257"/>
            <ac:spMk id="4" creationId="{EDD1E42B-3899-70F4-E49E-8EFAB5F04DE1}"/>
          </ac:spMkLst>
        </pc:spChg>
        <pc:spChg chg="mod">
          <ac:chgData name="Nuber, Nathalie" userId="64826a5e-75fc-44e6-a073-417b106d7220" providerId="ADAL" clId="{2D240D19-45E2-4320-A1B7-FEF1D055401D}" dt="2026-09-20T14:43:30.080" v="0"/>
          <ac:spMkLst>
            <pc:docMk/>
            <pc:sldMk cId="322736504" sldId="257"/>
            <ac:spMk id="5" creationId="{8EB822ED-6D0F-9018-1045-7C6E314E674E}"/>
          </ac:spMkLst>
        </pc:spChg>
      </pc:sldChg>
      <pc:sldChg chg="addSp delSp modSp add del mod ord delAnim modNotes modNotesTx">
        <pc:chgData name="Nuber, Nathalie" userId="64826a5e-75fc-44e6-a073-417b106d7220" providerId="ADAL" clId="{2D240D19-45E2-4320-A1B7-FEF1D055401D}" dt="2026-09-22T08:33:56.243" v="4497" actId="368"/>
        <pc:sldMkLst>
          <pc:docMk/>
          <pc:sldMk cId="3108043199" sldId="261"/>
        </pc:sldMkLst>
        <pc:spChg chg="mod">
          <ac:chgData name="Nuber, Nathalie" userId="64826a5e-75fc-44e6-a073-417b106d7220" providerId="ADAL" clId="{2D240D19-45E2-4320-A1B7-FEF1D055401D}" dt="2026-09-20T17:14:37.744" v="232" actId="20577"/>
          <ac:spMkLst>
            <pc:docMk/>
            <pc:sldMk cId="3108043199" sldId="261"/>
            <ac:spMk id="4" creationId="{E1CBE85C-D6EF-0AC1-871B-FD3E0DC23C5D}"/>
          </ac:spMkLst>
        </pc:spChg>
        <pc:spChg chg="mod">
          <ac:chgData name="Nuber, Nathalie" userId="64826a5e-75fc-44e6-a073-417b106d7220" providerId="ADAL" clId="{2D240D19-45E2-4320-A1B7-FEF1D055401D}" dt="2026-09-20T14:53:46.886" v="112" actId="26606"/>
          <ac:spMkLst>
            <pc:docMk/>
            <pc:sldMk cId="3108043199" sldId="261"/>
            <ac:spMk id="5" creationId="{5C1ED7AE-7FE4-9AF6-6AA8-5251FF0F1298}"/>
          </ac:spMkLst>
        </pc:spChg>
        <pc:spChg chg="mod">
          <ac:chgData name="Nuber, Nathalie" userId="64826a5e-75fc-44e6-a073-417b106d7220" providerId="ADAL" clId="{2D240D19-45E2-4320-A1B7-FEF1D055401D}" dt="2026-09-20T14:53:46.886" v="112" actId="26606"/>
          <ac:spMkLst>
            <pc:docMk/>
            <pc:sldMk cId="3108043199" sldId="261"/>
            <ac:spMk id="14" creationId="{131E2C5C-6DA1-E39E-43E6-0749C0EE911B}"/>
          </ac:spMkLst>
        </pc:spChg>
        <pc:spChg chg="mod">
          <ac:chgData name="Nuber, Nathalie" userId="64826a5e-75fc-44e6-a073-417b106d7220" providerId="ADAL" clId="{2D240D19-45E2-4320-A1B7-FEF1D055401D}" dt="2026-09-20T14:53:46.886" v="112" actId="26606"/>
          <ac:spMkLst>
            <pc:docMk/>
            <pc:sldMk cId="3108043199" sldId="261"/>
            <ac:spMk id="22" creationId="{C4E9FEF3-553A-56D6-83C1-5AFF042A8B11}"/>
          </ac:spMkLst>
        </pc:spChg>
        <pc:spChg chg="mod">
          <ac:chgData name="Nuber, Nathalie" userId="64826a5e-75fc-44e6-a073-417b106d7220" providerId="ADAL" clId="{2D240D19-45E2-4320-A1B7-FEF1D055401D}" dt="2026-09-21T08:00:37.030" v="615" actId="1076"/>
          <ac:spMkLst>
            <pc:docMk/>
            <pc:sldMk cId="3108043199" sldId="261"/>
            <ac:spMk id="6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9:51.405" v="365" actId="27636"/>
          <ac:spMkLst>
            <pc:docMk/>
            <pc:sldMk cId="3108043199" sldId="261"/>
            <ac:spMk id="2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6" v="391" actId="27636"/>
          <ac:spMkLst>
            <pc:docMk/>
            <pc:sldMk cId="3108043199" sldId="261"/>
            <ac:spMk id="20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7" v="392" actId="27636"/>
          <ac:spMkLst>
            <pc:docMk/>
            <pc:sldMk cId="3108043199" sldId="261"/>
            <ac:spMk id="20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9:51.404" v="364" actId="27636"/>
          <ac:spMkLst>
            <pc:docMk/>
            <pc:sldMk cId="3108043199" sldId="261"/>
            <ac:spMk id="20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3" v="388" actId="27636"/>
          <ac:spMkLst>
            <pc:docMk/>
            <pc:sldMk cId="3108043199" sldId="261"/>
            <ac:spMk id="20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6" v="390" actId="27636"/>
          <ac:spMkLst>
            <pc:docMk/>
            <pc:sldMk cId="3108043199" sldId="261"/>
            <ac:spMk id="207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9:51.413" v="370" actId="27636"/>
          <ac:spMkLst>
            <pc:docMk/>
            <pc:sldMk cId="3108043199" sldId="261"/>
            <ac:spMk id="20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099" v="385" actId="27636"/>
          <ac:spMkLst>
            <pc:docMk/>
            <pc:sldMk cId="3108043199" sldId="261"/>
            <ac:spMk id="2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8" v="393" actId="27636"/>
          <ac:spMkLst>
            <pc:docMk/>
            <pc:sldMk cId="3108043199" sldId="261"/>
            <ac:spMk id="21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9:51.401" v="362" actId="27636"/>
          <ac:spMkLst>
            <pc:docMk/>
            <pc:sldMk cId="3108043199" sldId="261"/>
            <ac:spMk id="21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2" v="386" actId="27636"/>
          <ac:spMkLst>
            <pc:docMk/>
            <pc:sldMk cId="3108043199" sldId="261"/>
            <ac:spMk id="21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9" v="394" actId="27636"/>
          <ac:spMkLst>
            <pc:docMk/>
            <pc:sldMk cId="3108043199" sldId="261"/>
            <ac:spMk id="2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9:51.418" v="373" actId="27636"/>
          <ac:spMkLst>
            <pc:docMk/>
            <pc:sldMk cId="3108043199" sldId="261"/>
            <ac:spMk id="217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3" v="387" actId="27636"/>
          <ac:spMkLst>
            <pc:docMk/>
            <pc:sldMk cId="3108043199" sldId="261"/>
            <ac:spMk id="2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2:59.105" v="389" actId="27636"/>
          <ac:spMkLst>
            <pc:docMk/>
            <pc:sldMk cId="3108043199" sldId="261"/>
            <ac:spMk id="219" creationId="{00000000-0000-0000-0000-000000000000}"/>
          </ac:spMkLst>
        </pc:spChg>
      </pc:sldChg>
      <pc:sldChg chg="addSp delSp modSp add del mod modTransition modClrScheme modAnim chgLayout modNotes modNotesTx">
        <pc:chgData name="Nuber, Nathalie" userId="64826a5e-75fc-44e6-a073-417b106d7220" providerId="ADAL" clId="{2D240D19-45E2-4320-A1B7-FEF1D055401D}" dt="2026-09-22T08:33:56.265" v="4499" actId="368"/>
        <pc:sldMkLst>
          <pc:docMk/>
          <pc:sldMk cId="0" sldId="340"/>
        </pc:sldMkLst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0"/>
            <ac:spMk id="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2:31.683" v="652" actId="478"/>
          <ac:spMkLst>
            <pc:docMk/>
            <pc:sldMk cId="0" sldId="340"/>
            <ac:spMk id="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0"/>
            <ac:spMk id="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0"/>
            <ac:spMk id="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0"/>
            <ac:spMk id="7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0:43.795" v="616" actId="478"/>
          <ac:spMkLst>
            <pc:docMk/>
            <pc:sldMk cId="0" sldId="340"/>
            <ac:spMk id="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12:04:43.761" v="1864" actId="22"/>
          <ac:spMkLst>
            <pc:docMk/>
            <pc:sldMk cId="0" sldId="340"/>
            <ac:spMk id="8" creationId="{A1B19D14-AC43-C063-932F-FA6B568D9253}"/>
          </ac:spMkLst>
        </pc:spChg>
        <pc:spChg chg="add del">
          <ac:chgData name="Nuber, Nathalie" userId="64826a5e-75fc-44e6-a073-417b106d7220" providerId="ADAL" clId="{2D240D19-45E2-4320-A1B7-FEF1D055401D}" dt="2026-09-21T07:08:58.071" v="424" actId="478"/>
          <ac:spMkLst>
            <pc:docMk/>
            <pc:sldMk cId="0" sldId="340"/>
            <ac:spMk id="10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7:08:56.812" v="423" actId="478"/>
          <ac:spMkLst>
            <pc:docMk/>
            <pc:sldMk cId="0" sldId="340"/>
            <ac:spMk id="11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08:00:44.932" v="617" actId="22"/>
          <ac:spMkLst>
            <pc:docMk/>
            <pc:sldMk cId="0" sldId="340"/>
            <ac:spMk id="11" creationId="{BF65664E-7B25-BDFE-C7B5-428F43386A3F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11" creationId="{C30631AF-0E2A-428A-07CB-E642C4C55567}"/>
          </ac:spMkLst>
        </pc:spChg>
        <pc:spChg chg="add mod">
          <ac:chgData name="Nuber, Nathalie" userId="64826a5e-75fc-44e6-a073-417b106d7220" providerId="ADAL" clId="{2D240D19-45E2-4320-A1B7-FEF1D055401D}" dt="2026-09-21T08:02:32.573" v="653"/>
          <ac:spMkLst>
            <pc:docMk/>
            <pc:sldMk cId="0" sldId="340"/>
            <ac:spMk id="12" creationId="{7DA7E8BF-B855-A267-8DD9-DA8C551B0408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13" creationId="{C8F4B09F-6D28-25CA-D055-536C2876F6FF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15" creationId="{DC4D895C-FA4F-BD10-1C06-093B608D71CA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17" creationId="{D9272A77-4681-BD81-B7FF-2F0A48A805F4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19" creationId="{02DC610B-647F-9600-E5AD-741F24E702C9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21" creationId="{E9242824-9901-BEC8-3D05-15AECFA6793B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23" creationId="{4EF01AC5-2C5A-5639-EAEF-0FFC55B91C1E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25" creationId="{23052AF6-C0FD-3DBB-13D9-756C89421DD8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27" creationId="{51C08218-82AE-92B4-9810-AC3253668DE5}"/>
          </ac:spMkLst>
        </pc:spChg>
        <pc:spChg chg="add del">
          <ac:chgData name="Nuber, Nathalie" userId="64826a5e-75fc-44e6-a073-417b106d7220" providerId="ADAL" clId="{2D240D19-45E2-4320-A1B7-FEF1D055401D}" dt="2026-09-21T07:16:18.105" v="447" actId="22"/>
          <ac:spMkLst>
            <pc:docMk/>
            <pc:sldMk cId="0" sldId="340"/>
            <ac:spMk id="29" creationId="{A00E9B4A-A187-259A-A242-EF742EFCF0C8}"/>
          </ac:spMkLst>
        </pc:spChg>
        <pc:spChg chg="add del">
          <ac:chgData name="Nuber, Nathalie" userId="64826a5e-75fc-44e6-a073-417b106d7220" providerId="ADAL" clId="{2D240D19-45E2-4320-A1B7-FEF1D055401D}" dt="2026-09-21T12:04:40.643" v="1862" actId="478"/>
          <ac:spMkLst>
            <pc:docMk/>
            <pc:sldMk cId="0" sldId="340"/>
            <ac:spMk id="31" creationId="{CD686358-DF8E-CEDF-AA04-F7694E10449E}"/>
          </ac:spMkLst>
        </pc:spChg>
        <pc:spChg chg="add">
          <ac:chgData name="Nuber, Nathalie" userId="64826a5e-75fc-44e6-a073-417b106d7220" providerId="ADAL" clId="{2D240D19-45E2-4320-A1B7-FEF1D055401D}" dt="2026-09-21T07:16:33.545" v="450" actId="22"/>
          <ac:spMkLst>
            <pc:docMk/>
            <pc:sldMk cId="0" sldId="340"/>
            <ac:spMk id="33" creationId="{6E8E013F-7166-0F4C-3D33-B51370155872}"/>
          </ac:spMkLst>
        </pc:spChg>
        <pc:spChg chg="add">
          <ac:chgData name="Nuber, Nathalie" userId="64826a5e-75fc-44e6-a073-417b106d7220" providerId="ADAL" clId="{2D240D19-45E2-4320-A1B7-FEF1D055401D}" dt="2026-09-21T07:16:33.545" v="450" actId="22"/>
          <ac:spMkLst>
            <pc:docMk/>
            <pc:sldMk cId="0" sldId="340"/>
            <ac:spMk id="35" creationId="{C221F941-D958-49D8-5AA4-5CE2730CA36B}"/>
          </ac:spMkLst>
        </pc:spChg>
        <pc:spChg chg="add">
          <ac:chgData name="Nuber, Nathalie" userId="64826a5e-75fc-44e6-a073-417b106d7220" providerId="ADAL" clId="{2D240D19-45E2-4320-A1B7-FEF1D055401D}" dt="2026-09-21T07:16:33.545" v="450" actId="22"/>
          <ac:spMkLst>
            <pc:docMk/>
            <pc:sldMk cId="0" sldId="340"/>
            <ac:spMk id="37" creationId="{FAC516BF-3DE1-062E-2202-010F65179FA7}"/>
          </ac:spMkLst>
        </pc:spChg>
        <pc:spChg chg="add del mod">
          <ac:chgData name="Nuber, Nathalie" userId="64826a5e-75fc-44e6-a073-417b106d7220" providerId="ADAL" clId="{2D240D19-45E2-4320-A1B7-FEF1D055401D}" dt="2026-09-21T12:04:42.372" v="1863" actId="478"/>
          <ac:spMkLst>
            <pc:docMk/>
            <pc:sldMk cId="0" sldId="340"/>
            <ac:spMk id="39" creationId="{DAB448AE-4BE1-3003-5E18-D139A1D0BA11}"/>
          </ac:spMkLst>
        </pc:spChg>
        <pc:spChg chg="add">
          <ac:chgData name="Nuber, Nathalie" userId="64826a5e-75fc-44e6-a073-417b106d7220" providerId="ADAL" clId="{2D240D19-45E2-4320-A1B7-FEF1D055401D}" dt="2026-09-21T07:16:33.545" v="450" actId="22"/>
          <ac:spMkLst>
            <pc:docMk/>
            <pc:sldMk cId="0" sldId="340"/>
            <ac:spMk id="43" creationId="{10721603-EAC4-8789-65F1-BD6C61274D3C}"/>
          </ac:spMkLst>
        </pc:spChg>
        <pc:spChg chg="add">
          <ac:chgData name="Nuber, Nathalie" userId="64826a5e-75fc-44e6-a073-417b106d7220" providerId="ADAL" clId="{2D240D19-45E2-4320-A1B7-FEF1D055401D}" dt="2026-09-21T07:16:33.545" v="450" actId="22"/>
          <ac:spMkLst>
            <pc:docMk/>
            <pc:sldMk cId="0" sldId="340"/>
            <ac:spMk id="45" creationId="{B8CFB04D-1A70-327A-BD8D-928EE86C85A6}"/>
          </ac:spMkLst>
        </pc:spChg>
        <pc:spChg chg="add">
          <ac:chgData name="Nuber, Nathalie" userId="64826a5e-75fc-44e6-a073-417b106d7220" providerId="ADAL" clId="{2D240D19-45E2-4320-A1B7-FEF1D055401D}" dt="2026-09-21T07:16:33.545" v="450" actId="22"/>
          <ac:spMkLst>
            <pc:docMk/>
            <pc:sldMk cId="0" sldId="340"/>
            <ac:spMk id="47" creationId="{9649C337-42CB-98D2-73B7-F54BE5BC97E3}"/>
          </ac:spMkLst>
        </pc:spChg>
        <pc:spChg chg="add">
          <ac:chgData name="Nuber, Nathalie" userId="64826a5e-75fc-44e6-a073-417b106d7220" providerId="ADAL" clId="{2D240D19-45E2-4320-A1B7-FEF1D055401D}" dt="2026-09-21T07:16:33.545" v="450" actId="22"/>
          <ac:spMkLst>
            <pc:docMk/>
            <pc:sldMk cId="0" sldId="340"/>
            <ac:spMk id="49" creationId="{65EF22A3-F618-B98A-E0AE-B27C1AB6373E}"/>
          </ac:spMkLst>
        </pc:spChg>
        <pc:spChg chg="add">
          <ac:chgData name="Nuber, Nathalie" userId="64826a5e-75fc-44e6-a073-417b106d7220" providerId="ADAL" clId="{2D240D19-45E2-4320-A1B7-FEF1D055401D}" dt="2026-09-21T07:16:33.545" v="450" actId="22"/>
          <ac:spMkLst>
            <pc:docMk/>
            <pc:sldMk cId="0" sldId="340"/>
            <ac:spMk id="51" creationId="{C693EE1D-EB1B-A9E4-8EC3-6FF70EFE2C35}"/>
          </ac:spMkLst>
        </pc:spChg>
        <pc:spChg chg="add del mod">
          <ac:chgData name="Nuber, Nathalie" userId="64826a5e-75fc-44e6-a073-417b106d7220" providerId="ADAL" clId="{2D240D19-45E2-4320-A1B7-FEF1D055401D}" dt="2026-09-21T07:09:00.167" v="426" actId="478"/>
          <ac:spMkLst>
            <pc:docMk/>
            <pc:sldMk cId="0" sldId="340"/>
            <ac:spMk id="210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9:00.698" v="427" actId="478"/>
          <ac:spMkLst>
            <pc:docMk/>
            <pc:sldMk cId="0" sldId="340"/>
            <ac:spMk id="213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07:08:49.048" v="418" actId="478"/>
          <ac:spMkLst>
            <pc:docMk/>
            <pc:sldMk cId="0" sldId="340"/>
            <ac:spMk id="215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9:01.533" v="428" actId="478"/>
          <ac:spMkLst>
            <pc:docMk/>
            <pc:sldMk cId="0" sldId="340"/>
            <ac:spMk id="216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8:51.032" v="419" actId="478"/>
          <ac:spMkLst>
            <pc:docMk/>
            <pc:sldMk cId="0" sldId="340"/>
            <ac:spMk id="218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9:02.457" v="429" actId="478"/>
          <ac:spMkLst>
            <pc:docMk/>
            <pc:sldMk cId="0" sldId="340"/>
            <ac:spMk id="219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8:52.427" v="420" actId="478"/>
          <ac:spMkLst>
            <pc:docMk/>
            <pc:sldMk cId="0" sldId="340"/>
            <ac:spMk id="221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9:03.483" v="430" actId="478"/>
          <ac:spMkLst>
            <pc:docMk/>
            <pc:sldMk cId="0" sldId="340"/>
            <ac:spMk id="22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8:53.675" v="421" actId="478"/>
          <ac:spMkLst>
            <pc:docMk/>
            <pc:sldMk cId="0" sldId="340"/>
            <ac:spMk id="224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9:04.263" v="431" actId="478"/>
          <ac:spMkLst>
            <pc:docMk/>
            <pc:sldMk cId="0" sldId="340"/>
            <ac:spMk id="225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8:55.148" v="422" actId="478"/>
          <ac:spMkLst>
            <pc:docMk/>
            <pc:sldMk cId="0" sldId="340"/>
            <ac:spMk id="227" creationId="{00000000-0000-0000-0000-000000000000}"/>
          </ac:spMkLst>
        </pc:spChg>
      </pc:sldChg>
      <pc:sldChg chg="addSp delSp modSp add del mod modClrScheme delAnim modAnim chgLayout modNotes modNotesTx">
        <pc:chgData name="Nuber, Nathalie" userId="64826a5e-75fc-44e6-a073-417b106d7220" providerId="ADAL" clId="{2D240D19-45E2-4320-A1B7-FEF1D055401D}" dt="2026-09-22T08:33:56.282" v="4501" actId="368"/>
        <pc:sldMkLst>
          <pc:docMk/>
          <pc:sldMk cId="0" sldId="341"/>
        </pc:sldMkLst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1"/>
            <ac:spMk id="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2:37.617" v="654" actId="478"/>
          <ac:spMkLst>
            <pc:docMk/>
            <pc:sldMk cId="0" sldId="341"/>
            <ac:spMk id="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1"/>
            <ac:spMk id="4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12:04:53.389" v="1867" actId="22"/>
          <ac:spMkLst>
            <pc:docMk/>
            <pc:sldMk cId="0" sldId="341"/>
            <ac:spMk id="6" creationId="{15B6BADE-6E08-707D-9B6F-D2DDE231D676}"/>
          </ac:spMkLst>
        </pc:spChg>
        <pc:spChg chg="del">
          <ac:chgData name="Nuber, Nathalie" userId="64826a5e-75fc-44e6-a073-417b106d7220" providerId="ADAL" clId="{2D240D19-45E2-4320-A1B7-FEF1D055401D}" dt="2026-09-21T08:00:48.290" v="618" actId="478"/>
          <ac:spMkLst>
            <pc:docMk/>
            <pc:sldMk cId="0" sldId="341"/>
            <ac:spMk id="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08:00:49.253" v="619" actId="22"/>
          <ac:spMkLst>
            <pc:docMk/>
            <pc:sldMk cId="0" sldId="341"/>
            <ac:spMk id="9" creationId="{09E0582E-C4A6-BDF2-5232-6A491FF10D8F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9" creationId="{5630A4BD-D6D0-E29F-F841-478146619675}"/>
          </ac:spMkLst>
        </pc:spChg>
        <pc:spChg chg="add mod">
          <ac:chgData name="Nuber, Nathalie" userId="64826a5e-75fc-44e6-a073-417b106d7220" providerId="ADAL" clId="{2D240D19-45E2-4320-A1B7-FEF1D055401D}" dt="2026-09-21T08:02:38.538" v="655"/>
          <ac:spMkLst>
            <pc:docMk/>
            <pc:sldMk cId="0" sldId="341"/>
            <ac:spMk id="10" creationId="{E5C23329-D585-5430-850B-136397286BEC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11" creationId="{40A20A3D-9FB4-03A2-978F-F2A04705E39B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13" creationId="{588E52C2-26B9-C686-4D02-A78D5EC1FEDD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15" creationId="{248BCAFD-3F28-B361-8191-FA6BD7BF557D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17" creationId="{659BBD88-3252-3226-AE4B-B7EAA1A19507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19" creationId="{037DCE2D-C903-8454-43D2-8B059F9B26D3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21" creationId="{C1164081-B38D-77DA-03F3-FBE8E26AD929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23" creationId="{BC81BBB3-4545-330F-1672-238CD996A52E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25" creationId="{F65DDBC5-5928-20C0-8D4B-2DC086807AE4}"/>
          </ac:spMkLst>
        </pc:spChg>
        <pc:spChg chg="add del">
          <ac:chgData name="Nuber, Nathalie" userId="64826a5e-75fc-44e6-a073-417b106d7220" providerId="ADAL" clId="{2D240D19-45E2-4320-A1B7-FEF1D055401D}" dt="2026-09-21T07:16:18.843" v="448" actId="22"/>
          <ac:spMkLst>
            <pc:docMk/>
            <pc:sldMk cId="0" sldId="341"/>
            <ac:spMk id="27" creationId="{D7215181-A8A3-BBB9-1D6E-1B104EDDE9BC}"/>
          </ac:spMkLst>
        </pc:spChg>
        <pc:spChg chg="add del">
          <ac:chgData name="Nuber, Nathalie" userId="64826a5e-75fc-44e6-a073-417b106d7220" providerId="ADAL" clId="{2D240D19-45E2-4320-A1B7-FEF1D055401D}" dt="2026-09-21T12:04:52.469" v="1866" actId="478"/>
          <ac:spMkLst>
            <pc:docMk/>
            <pc:sldMk cId="0" sldId="341"/>
            <ac:spMk id="29" creationId="{68A8AC40-716A-80E7-D286-AB81B552DBE0}"/>
          </ac:spMkLst>
        </pc:spChg>
        <pc:spChg chg="add">
          <ac:chgData name="Nuber, Nathalie" userId="64826a5e-75fc-44e6-a073-417b106d7220" providerId="ADAL" clId="{2D240D19-45E2-4320-A1B7-FEF1D055401D}" dt="2026-09-21T07:16:31.097" v="449" actId="22"/>
          <ac:spMkLst>
            <pc:docMk/>
            <pc:sldMk cId="0" sldId="341"/>
            <ac:spMk id="31" creationId="{CE7F4659-34E8-D3E0-C5F8-4B9BE8F2191E}"/>
          </ac:spMkLst>
        </pc:spChg>
        <pc:spChg chg="add">
          <ac:chgData name="Nuber, Nathalie" userId="64826a5e-75fc-44e6-a073-417b106d7220" providerId="ADAL" clId="{2D240D19-45E2-4320-A1B7-FEF1D055401D}" dt="2026-09-21T07:16:31.097" v="449" actId="22"/>
          <ac:spMkLst>
            <pc:docMk/>
            <pc:sldMk cId="0" sldId="341"/>
            <ac:spMk id="33" creationId="{F1C9645C-75E6-2E19-77B3-8B26808F3EF2}"/>
          </ac:spMkLst>
        </pc:spChg>
        <pc:spChg chg="add">
          <ac:chgData name="Nuber, Nathalie" userId="64826a5e-75fc-44e6-a073-417b106d7220" providerId="ADAL" clId="{2D240D19-45E2-4320-A1B7-FEF1D055401D}" dt="2026-09-21T07:16:31.097" v="449" actId="22"/>
          <ac:spMkLst>
            <pc:docMk/>
            <pc:sldMk cId="0" sldId="341"/>
            <ac:spMk id="35" creationId="{1DC7813C-1B3D-0B0C-B4A4-EB0DFBCDC21B}"/>
          </ac:spMkLst>
        </pc:spChg>
        <pc:spChg chg="add del">
          <ac:chgData name="Nuber, Nathalie" userId="64826a5e-75fc-44e6-a073-417b106d7220" providerId="ADAL" clId="{2D240D19-45E2-4320-A1B7-FEF1D055401D}" dt="2026-09-21T12:04:51.698" v="1865" actId="478"/>
          <ac:spMkLst>
            <pc:docMk/>
            <pc:sldMk cId="0" sldId="341"/>
            <ac:spMk id="37" creationId="{AC950C13-DFFE-6E2C-FFFB-BEE99AC7F472}"/>
          </ac:spMkLst>
        </pc:spChg>
        <pc:spChg chg="add">
          <ac:chgData name="Nuber, Nathalie" userId="64826a5e-75fc-44e6-a073-417b106d7220" providerId="ADAL" clId="{2D240D19-45E2-4320-A1B7-FEF1D055401D}" dt="2026-09-21T07:16:31.097" v="449" actId="22"/>
          <ac:spMkLst>
            <pc:docMk/>
            <pc:sldMk cId="0" sldId="341"/>
            <ac:spMk id="41" creationId="{47A52361-68E2-08BD-BB01-9078B62C9FB9}"/>
          </ac:spMkLst>
        </pc:spChg>
        <pc:spChg chg="add">
          <ac:chgData name="Nuber, Nathalie" userId="64826a5e-75fc-44e6-a073-417b106d7220" providerId="ADAL" clId="{2D240D19-45E2-4320-A1B7-FEF1D055401D}" dt="2026-09-21T07:16:31.097" v="449" actId="22"/>
          <ac:spMkLst>
            <pc:docMk/>
            <pc:sldMk cId="0" sldId="341"/>
            <ac:spMk id="43" creationId="{212689E3-8CEE-B2A1-F8D5-1809456758D2}"/>
          </ac:spMkLst>
        </pc:spChg>
        <pc:spChg chg="add">
          <ac:chgData name="Nuber, Nathalie" userId="64826a5e-75fc-44e6-a073-417b106d7220" providerId="ADAL" clId="{2D240D19-45E2-4320-A1B7-FEF1D055401D}" dt="2026-09-21T07:16:31.097" v="449" actId="22"/>
          <ac:spMkLst>
            <pc:docMk/>
            <pc:sldMk cId="0" sldId="341"/>
            <ac:spMk id="45" creationId="{62629689-A60C-76CC-275A-2AF331AA4189}"/>
          </ac:spMkLst>
        </pc:spChg>
        <pc:spChg chg="add">
          <ac:chgData name="Nuber, Nathalie" userId="64826a5e-75fc-44e6-a073-417b106d7220" providerId="ADAL" clId="{2D240D19-45E2-4320-A1B7-FEF1D055401D}" dt="2026-09-21T07:16:31.097" v="449" actId="22"/>
          <ac:spMkLst>
            <pc:docMk/>
            <pc:sldMk cId="0" sldId="341"/>
            <ac:spMk id="47" creationId="{744A5D24-32EF-CDAB-C21C-7978734FFEB4}"/>
          </ac:spMkLst>
        </pc:spChg>
        <pc:spChg chg="add">
          <ac:chgData name="Nuber, Nathalie" userId="64826a5e-75fc-44e6-a073-417b106d7220" providerId="ADAL" clId="{2D240D19-45E2-4320-A1B7-FEF1D055401D}" dt="2026-09-21T07:16:31.097" v="449" actId="22"/>
          <ac:spMkLst>
            <pc:docMk/>
            <pc:sldMk cId="0" sldId="341"/>
            <ac:spMk id="49" creationId="{D08A2274-18E9-4F5B-FFE2-7A80A9AB4538}"/>
          </ac:spMkLst>
        </pc:spChg>
        <pc:spChg chg="mod">
          <ac:chgData name="Nuber, Nathalie" userId="64826a5e-75fc-44e6-a073-417b106d7220" providerId="ADAL" clId="{2D240D19-45E2-4320-A1B7-FEF1D055401D}" dt="2026-09-20T15:03:16.598" v="122" actId="27636"/>
          <ac:spMkLst>
            <pc:docMk/>
            <pc:sldMk cId="0" sldId="341"/>
            <ac:spMk id="1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5:03:16.592" v="120" actId="27636"/>
          <ac:spMkLst>
            <pc:docMk/>
            <pc:sldMk cId="0" sldId="341"/>
            <ac:spMk id="10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5:03:16.588" v="119" actId="27636"/>
          <ac:spMkLst>
            <pc:docMk/>
            <pc:sldMk cId="0" sldId="341"/>
            <ac:spMk id="103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7:43:38.016" v="478" actId="478"/>
          <ac:spMkLst>
            <pc:docMk/>
            <pc:sldMk cId="0" sldId="341"/>
            <ac:spMk id="12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5:03:16.585" v="118" actId="27636"/>
          <ac:spMkLst>
            <pc:docMk/>
            <pc:sldMk cId="0" sldId="341"/>
            <ac:spMk id="13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5:03:16.578" v="116" actId="27636"/>
          <ac:spMkLst>
            <pc:docMk/>
            <pc:sldMk cId="0" sldId="341"/>
            <ac:spMk id="131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9:14.475" v="434" actId="478"/>
          <ac:spMkLst>
            <pc:docMk/>
            <pc:sldMk cId="0" sldId="341"/>
            <ac:spMk id="200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9:08.503" v="432" actId="478"/>
          <ac:spMkLst>
            <pc:docMk/>
            <pc:sldMk cId="0" sldId="341"/>
            <ac:spMk id="210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07:09:15.703" v="435" actId="478"/>
          <ac:spMkLst>
            <pc:docMk/>
            <pc:sldMk cId="0" sldId="341"/>
            <ac:spMk id="21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9:14.475" v="434" actId="478"/>
          <ac:spMkLst>
            <pc:docMk/>
            <pc:sldMk cId="0" sldId="341"/>
            <ac:spMk id="213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7:09:17.319" v="437" actId="478"/>
          <ac:spMkLst>
            <pc:docMk/>
            <pc:sldMk cId="0" sldId="341"/>
            <ac:spMk id="215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9:14.475" v="434" actId="478"/>
          <ac:spMkLst>
            <pc:docMk/>
            <pc:sldMk cId="0" sldId="341"/>
            <ac:spMk id="216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07:09:18.937" v="439" actId="478"/>
          <ac:spMkLst>
            <pc:docMk/>
            <pc:sldMk cId="0" sldId="341"/>
            <ac:spMk id="218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9:14.475" v="434" actId="478"/>
          <ac:spMkLst>
            <pc:docMk/>
            <pc:sldMk cId="0" sldId="341"/>
            <ac:spMk id="219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9:20.247" v="440" actId="478"/>
          <ac:spMkLst>
            <pc:docMk/>
            <pc:sldMk cId="0" sldId="341"/>
            <ac:spMk id="221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9:14.475" v="434" actId="478"/>
          <ac:spMkLst>
            <pc:docMk/>
            <pc:sldMk cId="0" sldId="341"/>
            <ac:spMk id="22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7:09:21.527" v="441" actId="478"/>
          <ac:spMkLst>
            <pc:docMk/>
            <pc:sldMk cId="0" sldId="341"/>
            <ac:spMk id="224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9:14.475" v="434" actId="478"/>
          <ac:spMkLst>
            <pc:docMk/>
            <pc:sldMk cId="0" sldId="341"/>
            <ac:spMk id="225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07:09:23.383" v="442" actId="478"/>
          <ac:spMkLst>
            <pc:docMk/>
            <pc:sldMk cId="0" sldId="341"/>
            <ac:spMk id="227" creationId="{00000000-0000-0000-0000-000000000000}"/>
          </ac:spMkLst>
        </pc:spChg>
      </pc:sldChg>
      <pc:sldChg chg="addSp delSp modSp add del mod modClrScheme chgLayout modNotes modNotesTx">
        <pc:chgData name="Nuber, Nathalie" userId="64826a5e-75fc-44e6-a073-417b106d7220" providerId="ADAL" clId="{2D240D19-45E2-4320-A1B7-FEF1D055401D}" dt="2026-09-22T08:33:56.298" v="4503" actId="368"/>
        <pc:sldMkLst>
          <pc:docMk/>
          <pc:sldMk cId="0" sldId="342"/>
        </pc:sldMkLst>
        <pc:spChg chg="mod">
          <ac:chgData name="Nuber, Nathalie" userId="64826a5e-75fc-44e6-a073-417b106d7220" providerId="ADAL" clId="{2D240D19-45E2-4320-A1B7-FEF1D055401D}" dt="2026-09-21T08:06:07.733" v="687" actId="20577"/>
          <ac:spMkLst>
            <pc:docMk/>
            <pc:sldMk cId="0" sldId="342"/>
            <ac:spMk id="2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02:44.656" v="656" actId="478"/>
          <ac:spMkLst>
            <pc:docMk/>
            <pc:sldMk cId="0" sldId="342"/>
            <ac:spMk id="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2"/>
            <ac:spMk id="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2"/>
            <ac:spMk id="5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12:04:33.108" v="1860" actId="22"/>
          <ac:spMkLst>
            <pc:docMk/>
            <pc:sldMk cId="0" sldId="342"/>
            <ac:spMk id="6" creationId="{3BF60BBF-CB02-B3AE-A377-03B2DD8B07C4}"/>
          </ac:spMkLst>
        </pc:spChg>
        <pc:spChg chg="del">
          <ac:chgData name="Nuber, Nathalie" userId="64826a5e-75fc-44e6-a073-417b106d7220" providerId="ADAL" clId="{2D240D19-45E2-4320-A1B7-FEF1D055401D}" dt="2026-09-21T08:00:52.307" v="620" actId="478"/>
          <ac:spMkLst>
            <pc:docMk/>
            <pc:sldMk cId="0" sldId="342"/>
            <ac:spMk id="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08:00:53.358" v="621" actId="22"/>
          <ac:spMkLst>
            <pc:docMk/>
            <pc:sldMk cId="0" sldId="342"/>
            <ac:spMk id="9" creationId="{04DF1FE4-4B6E-5DA3-A01E-340566DB6D46}"/>
          </ac:spMkLst>
        </pc:spChg>
        <pc:spChg chg="add mod">
          <ac:chgData name="Nuber, Nathalie" userId="64826a5e-75fc-44e6-a073-417b106d7220" providerId="ADAL" clId="{2D240D19-45E2-4320-A1B7-FEF1D055401D}" dt="2026-09-21T08:02:45.592" v="657"/>
          <ac:spMkLst>
            <pc:docMk/>
            <pc:sldMk cId="0" sldId="342"/>
            <ac:spMk id="10" creationId="{2D04F76F-D9A9-30EF-5FBA-DE41F41BF2A4}"/>
          </ac:spMkLst>
        </pc:spChg>
        <pc:spChg chg="mod">
          <ac:chgData name="Nuber, Nathalie" userId="64826a5e-75fc-44e6-a073-417b106d7220" providerId="ADAL" clId="{2D240D19-45E2-4320-A1B7-FEF1D055401D}" dt="2026-09-21T08:05:40.176" v="686" actId="1076"/>
          <ac:spMkLst>
            <pc:docMk/>
            <pc:sldMk cId="0" sldId="342"/>
            <ac:spMk id="1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05:40.176" v="686" actId="1076"/>
          <ac:spMkLst>
            <pc:docMk/>
            <pc:sldMk cId="0" sldId="342"/>
            <ac:spMk id="10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05:40.176" v="686" actId="1076"/>
          <ac:spMkLst>
            <pc:docMk/>
            <pc:sldMk cId="0" sldId="342"/>
            <ac:spMk id="10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05:40.176" v="686" actId="1076"/>
          <ac:spMkLst>
            <pc:docMk/>
            <pc:sldMk cId="0" sldId="342"/>
            <ac:spMk id="10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05:40.176" v="686" actId="1076"/>
          <ac:spMkLst>
            <pc:docMk/>
            <pc:sldMk cId="0" sldId="342"/>
            <ac:spMk id="10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05:40.176" v="686" actId="1076"/>
          <ac:spMkLst>
            <pc:docMk/>
            <pc:sldMk cId="0" sldId="342"/>
            <ac:spMk id="106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12:04:02.819" v="1857" actId="478"/>
          <ac:spMkLst>
            <pc:docMk/>
            <pc:sldMk cId="0" sldId="342"/>
            <ac:spMk id="20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2"/>
            <ac:spMk id="21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2"/>
            <ac:spMk id="213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12:04:19.303" v="1859" actId="478"/>
          <ac:spMkLst>
            <pc:docMk/>
            <pc:sldMk cId="0" sldId="342"/>
            <ac:spMk id="21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2"/>
            <ac:spMk id="21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2"/>
            <ac:spMk id="218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2"/>
            <ac:spMk id="21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2"/>
            <ac:spMk id="221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2"/>
            <ac:spMk id="22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2"/>
            <ac:spMk id="224" creationId="{00000000-0000-0000-0000-000000000000}"/>
          </ac:spMkLst>
        </pc:spChg>
      </pc:sldChg>
      <pc:sldChg chg="addSp delSp modSp add del mod modClrScheme chgLayout modNotes modNotesTx">
        <pc:chgData name="Nuber, Nathalie" userId="64826a5e-75fc-44e6-a073-417b106d7220" providerId="ADAL" clId="{2D240D19-45E2-4320-A1B7-FEF1D055401D}" dt="2026-09-22T08:33:56.324" v="4505" actId="368"/>
        <pc:sldMkLst>
          <pc:docMk/>
          <pc:sldMk cId="0" sldId="343"/>
        </pc:sldMkLst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3"/>
            <ac:spMk id="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2:51.875" v="658" actId="478"/>
          <ac:spMkLst>
            <pc:docMk/>
            <pc:sldMk cId="0" sldId="343"/>
            <ac:spMk id="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3"/>
            <ac:spMk id="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3"/>
            <ac:spMk id="5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12:05:02.881" v="1870" actId="22"/>
          <ac:spMkLst>
            <pc:docMk/>
            <pc:sldMk cId="0" sldId="343"/>
            <ac:spMk id="6" creationId="{50451E5B-9559-2648-14BF-188FABA3EDC7}"/>
          </ac:spMkLst>
        </pc:spChg>
        <pc:spChg chg="del">
          <ac:chgData name="Nuber, Nathalie" userId="64826a5e-75fc-44e6-a073-417b106d7220" providerId="ADAL" clId="{2D240D19-45E2-4320-A1B7-FEF1D055401D}" dt="2026-09-21T08:00:59.251" v="622" actId="478"/>
          <ac:spMkLst>
            <pc:docMk/>
            <pc:sldMk cId="0" sldId="343"/>
            <ac:spMk id="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08:01:00.285" v="623" actId="22"/>
          <ac:spMkLst>
            <pc:docMk/>
            <pc:sldMk cId="0" sldId="343"/>
            <ac:spMk id="9" creationId="{3AC41C30-1E06-5475-22C0-56EFF9EC8957}"/>
          </ac:spMkLst>
        </pc:spChg>
        <pc:spChg chg="add mod">
          <ac:chgData name="Nuber, Nathalie" userId="64826a5e-75fc-44e6-a073-417b106d7220" providerId="ADAL" clId="{2D240D19-45E2-4320-A1B7-FEF1D055401D}" dt="2026-09-21T08:02:52.811" v="659"/>
          <ac:spMkLst>
            <pc:docMk/>
            <pc:sldMk cId="0" sldId="343"/>
            <ac:spMk id="10" creationId="{11D4C73D-BDC6-BF8C-3E1E-54051DE94593}"/>
          </ac:spMkLst>
        </pc:spChg>
        <pc:spChg chg="mod">
          <ac:chgData name="Nuber, Nathalie" userId="64826a5e-75fc-44e6-a073-417b106d7220" providerId="ADAL" clId="{2D240D19-45E2-4320-A1B7-FEF1D055401D}" dt="2026-09-20T15:06:15.416" v="127" actId="27636"/>
          <ac:spMkLst>
            <pc:docMk/>
            <pc:sldMk cId="0" sldId="343"/>
            <ac:spMk id="10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5:06:15.421" v="128" actId="27636"/>
          <ac:spMkLst>
            <pc:docMk/>
            <pc:sldMk cId="0" sldId="343"/>
            <ac:spMk id="10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21:51.328" v="841" actId="20577"/>
          <ac:spMkLst>
            <pc:docMk/>
            <pc:sldMk cId="0" sldId="343"/>
            <ac:spMk id="121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12:05:02.003" v="1869" actId="478"/>
          <ac:spMkLst>
            <pc:docMk/>
            <pc:sldMk cId="0" sldId="343"/>
            <ac:spMk id="200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3"/>
            <ac:spMk id="21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3"/>
            <ac:spMk id="21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3"/>
            <ac:spMk id="213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12:05:00.516" v="1868" actId="478"/>
          <ac:spMkLst>
            <pc:docMk/>
            <pc:sldMk cId="0" sldId="343"/>
            <ac:spMk id="2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3"/>
            <ac:spMk id="21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3"/>
            <ac:spMk id="2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3"/>
            <ac:spMk id="219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3"/>
            <ac:spMk id="221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3"/>
            <ac:spMk id="22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3"/>
            <ac:spMk id="224" creationId="{00000000-0000-0000-0000-000000000000}"/>
          </ac:spMkLst>
        </pc:spChg>
      </pc:sldChg>
      <pc:sldChg chg="addSp delSp modSp add del mod modClrScheme delAnim modAnim chgLayout modNotes modNotesTx">
        <pc:chgData name="Nuber, Nathalie" userId="64826a5e-75fc-44e6-a073-417b106d7220" providerId="ADAL" clId="{2D240D19-45E2-4320-A1B7-FEF1D055401D}" dt="2026-09-22T08:33:56.340" v="4507" actId="368"/>
        <pc:sldMkLst>
          <pc:docMk/>
          <pc:sldMk cId="0" sldId="344"/>
        </pc:sldMkLst>
        <pc:spChg chg="mod">
          <ac:chgData name="Nuber, Nathalie" userId="64826a5e-75fc-44e6-a073-417b106d7220" providerId="ADAL" clId="{2D240D19-45E2-4320-A1B7-FEF1D055401D}" dt="2026-09-21T08:06:20.566" v="688" actId="20577"/>
          <ac:spMkLst>
            <pc:docMk/>
            <pc:sldMk cId="0" sldId="344"/>
            <ac:spMk id="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2:58.561" v="660" actId="478"/>
          <ac:spMkLst>
            <pc:docMk/>
            <pc:sldMk cId="0" sldId="344"/>
            <ac:spMk id="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4"/>
            <ac:spMk id="5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12:07:20.238" v="1910" actId="22"/>
          <ac:spMkLst>
            <pc:docMk/>
            <pc:sldMk cId="0" sldId="344"/>
            <ac:spMk id="6" creationId="{098EFD85-6913-5054-8EF9-C358132C4EC2}"/>
          </ac:spMkLst>
        </pc:spChg>
        <pc:spChg chg="del">
          <ac:chgData name="Nuber, Nathalie" userId="64826a5e-75fc-44e6-a073-417b106d7220" providerId="ADAL" clId="{2D240D19-45E2-4320-A1B7-FEF1D055401D}" dt="2026-09-21T08:01:03.106" v="624" actId="478"/>
          <ac:spMkLst>
            <pc:docMk/>
            <pc:sldMk cId="0" sldId="344"/>
            <ac:spMk id="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08:01:04.012" v="625" actId="22"/>
          <ac:spMkLst>
            <pc:docMk/>
            <pc:sldMk cId="0" sldId="344"/>
            <ac:spMk id="9" creationId="{FE387BC4-2C84-12F0-9374-4C08777BB388}"/>
          </ac:spMkLst>
        </pc:spChg>
        <pc:spChg chg="add mod">
          <ac:chgData name="Nuber, Nathalie" userId="64826a5e-75fc-44e6-a073-417b106d7220" providerId="ADAL" clId="{2D240D19-45E2-4320-A1B7-FEF1D055401D}" dt="2026-09-21T08:02:59.549" v="661"/>
          <ac:spMkLst>
            <pc:docMk/>
            <pc:sldMk cId="0" sldId="344"/>
            <ac:spMk id="10" creationId="{9FD0340E-1FDD-F6B2-0350-EB39712A5694}"/>
          </ac:spMkLst>
        </pc:spChg>
        <pc:spChg chg="mod ord">
          <ac:chgData name="Nuber, Nathalie" userId="64826a5e-75fc-44e6-a073-417b106d7220" providerId="ADAL" clId="{2D240D19-45E2-4320-A1B7-FEF1D055401D}" dt="2026-09-20T17:29:12.337" v="259" actId="26606"/>
          <ac:spMkLst>
            <pc:docMk/>
            <pc:sldMk cId="0" sldId="344"/>
            <ac:spMk id="101" creationId="{00000000-0000-0000-0000-000000000000}"/>
          </ac:spMkLst>
        </pc:spChg>
        <pc:spChg chg="mod ord">
          <ac:chgData name="Nuber, Nathalie" userId="64826a5e-75fc-44e6-a073-417b106d7220" providerId="ADAL" clId="{2D240D19-45E2-4320-A1B7-FEF1D055401D}" dt="2026-09-21T12:09:29.781" v="2046" actId="20577"/>
          <ac:spMkLst>
            <pc:docMk/>
            <pc:sldMk cId="0" sldId="344"/>
            <ac:spMk id="102" creationId="{00000000-0000-0000-0000-000000000000}"/>
          </ac:spMkLst>
        </pc:spChg>
        <pc:spChg chg="mod ord">
          <ac:chgData name="Nuber, Nathalie" userId="64826a5e-75fc-44e6-a073-417b106d7220" providerId="ADAL" clId="{2D240D19-45E2-4320-A1B7-FEF1D055401D}" dt="2026-09-20T17:29:12.337" v="259" actId="26606"/>
          <ac:spMkLst>
            <pc:docMk/>
            <pc:sldMk cId="0" sldId="344"/>
            <ac:spMk id="103" creationId="{00000000-0000-0000-0000-000000000000}"/>
          </ac:spMkLst>
        </pc:spChg>
        <pc:spChg chg="mod ord">
          <ac:chgData name="Nuber, Nathalie" userId="64826a5e-75fc-44e6-a073-417b106d7220" providerId="ADAL" clId="{2D240D19-45E2-4320-A1B7-FEF1D055401D}" dt="2026-09-20T17:29:12.337" v="259" actId="26606"/>
          <ac:spMkLst>
            <pc:docMk/>
            <pc:sldMk cId="0" sldId="344"/>
            <ac:spMk id="110" creationId="{00000000-0000-0000-0000-000000000000}"/>
          </ac:spMkLst>
        </pc:spChg>
        <pc:spChg chg="mod ord">
          <ac:chgData name="Nuber, Nathalie" userId="64826a5e-75fc-44e6-a073-417b106d7220" providerId="ADAL" clId="{2D240D19-45E2-4320-A1B7-FEF1D055401D}" dt="2026-09-20T17:29:12.337" v="259" actId="26606"/>
          <ac:spMkLst>
            <pc:docMk/>
            <pc:sldMk cId="0" sldId="344"/>
            <ac:spMk id="111" creationId="{00000000-0000-0000-0000-000000000000}"/>
          </ac:spMkLst>
        </pc:spChg>
        <pc:spChg chg="del mod ord">
          <ac:chgData name="Nuber, Nathalie" userId="64826a5e-75fc-44e6-a073-417b106d7220" providerId="ADAL" clId="{2D240D19-45E2-4320-A1B7-FEF1D055401D}" dt="2026-09-21T12:09:45.786" v="2047" actId="478"/>
          <ac:spMkLst>
            <pc:docMk/>
            <pc:sldMk cId="0" sldId="344"/>
            <ac:spMk id="120" creationId="{00000000-0000-0000-0000-000000000000}"/>
          </ac:spMkLst>
        </pc:spChg>
        <pc:spChg chg="del mod ord">
          <ac:chgData name="Nuber, Nathalie" userId="64826a5e-75fc-44e6-a073-417b106d7220" providerId="ADAL" clId="{2D240D19-45E2-4320-A1B7-FEF1D055401D}" dt="2026-09-21T12:09:48.856" v="2048" actId="478"/>
          <ac:spMkLst>
            <pc:docMk/>
            <pc:sldMk cId="0" sldId="344"/>
            <ac:spMk id="121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12:07:18.870" v="1909" actId="478"/>
          <ac:spMkLst>
            <pc:docMk/>
            <pc:sldMk cId="0" sldId="344"/>
            <ac:spMk id="20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4"/>
            <ac:spMk id="21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4"/>
            <ac:spMk id="21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4"/>
            <ac:spMk id="213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12:07:17.367" v="1908" actId="478"/>
          <ac:spMkLst>
            <pc:docMk/>
            <pc:sldMk cId="0" sldId="344"/>
            <ac:spMk id="21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4"/>
            <ac:spMk id="216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12:07:14.817" v="1906" actId="478"/>
          <ac:spMkLst>
            <pc:docMk/>
            <pc:sldMk cId="0" sldId="344"/>
            <ac:spMk id="2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4"/>
            <ac:spMk id="21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4"/>
            <ac:spMk id="221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44"/>
            <ac:spMk id="22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44"/>
            <ac:spMk id="224" creationId="{00000000-0000-0000-0000-000000000000}"/>
          </ac:spMkLst>
        </pc:spChg>
      </pc:sldChg>
      <pc:sldChg chg="addSp delSp modSp add del mod modClrScheme modAnim chgLayout modNotes modNotesTx">
        <pc:chgData name="Nuber, Nathalie" userId="64826a5e-75fc-44e6-a073-417b106d7220" providerId="ADAL" clId="{2D240D19-45E2-4320-A1B7-FEF1D055401D}" dt="2026-09-22T08:33:56.362" v="4509" actId="368"/>
        <pc:sldMkLst>
          <pc:docMk/>
          <pc:sldMk cId="0" sldId="351"/>
        </pc:sldMkLst>
        <pc:spChg chg="add">
          <ac:chgData name="Nuber, Nathalie" userId="64826a5e-75fc-44e6-a073-417b106d7220" providerId="ADAL" clId="{2D240D19-45E2-4320-A1B7-FEF1D055401D}" dt="2026-09-21T08:01:09.766" v="628" actId="22"/>
          <ac:spMkLst>
            <pc:docMk/>
            <pc:sldMk cId="0" sldId="351"/>
            <ac:spMk id="3" creationId="{A1CBD199-E96E-9CDF-69EA-AD41D12F777D}"/>
          </ac:spMkLst>
        </pc:spChg>
        <pc:spChg chg="add mod">
          <ac:chgData name="Nuber, Nathalie" userId="64826a5e-75fc-44e6-a073-417b106d7220" providerId="ADAL" clId="{2D240D19-45E2-4320-A1B7-FEF1D055401D}" dt="2026-09-21T08:03:04.359" v="663"/>
          <ac:spMkLst>
            <pc:docMk/>
            <pc:sldMk cId="0" sldId="351"/>
            <ac:spMk id="4" creationId="{A5435E4D-2248-3B9D-FC8D-65F7D14A2B4B}"/>
          </ac:spMkLst>
        </pc:spChg>
        <pc:spChg chg="add">
          <ac:chgData name="Nuber, Nathalie" userId="64826a5e-75fc-44e6-a073-417b106d7220" providerId="ADAL" clId="{2D240D19-45E2-4320-A1B7-FEF1D055401D}" dt="2026-09-21T12:07:09.569" v="1905" actId="22"/>
          <ac:spMkLst>
            <pc:docMk/>
            <pc:sldMk cId="0" sldId="351"/>
            <ac:spMk id="5" creationId="{AF1C1444-A178-342C-8054-35290263635B}"/>
          </ac:spMkLst>
        </pc:spChg>
        <pc:spChg chg="del mod">
          <ac:chgData name="Nuber, Nathalie" userId="64826a5e-75fc-44e6-a073-417b106d7220" providerId="ADAL" clId="{2D240D19-45E2-4320-A1B7-FEF1D055401D}" dt="2026-09-21T08:01:08.769" v="627" actId="478"/>
          <ac:spMkLst>
            <pc:docMk/>
            <pc:sldMk cId="0" sldId="351"/>
            <ac:spMk id="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2:53.734" v="352" actId="17032"/>
          <ac:spMkLst>
            <pc:docMk/>
            <pc:sldMk cId="0" sldId="351"/>
            <ac:spMk id="1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2:53.203" v="351" actId="17032"/>
          <ac:spMkLst>
            <pc:docMk/>
            <pc:sldMk cId="0" sldId="351"/>
            <ac:spMk id="10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2:54.506" v="353" actId="1076"/>
          <ac:spMkLst>
            <pc:docMk/>
            <pc:sldMk cId="0" sldId="351"/>
            <ac:spMk id="13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14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7:08.641" v="1904" actId="478"/>
          <ac:spMkLst>
            <pc:docMk/>
            <pc:sldMk cId="0" sldId="351"/>
            <ac:spMk id="20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1"/>
            <ac:spMk id="21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1"/>
            <ac:spMk id="21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1"/>
            <ac:spMk id="21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1"/>
            <ac:spMk id="216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12:07:07.122" v="1903" actId="478"/>
          <ac:spMkLst>
            <pc:docMk/>
            <pc:sldMk cId="0" sldId="351"/>
            <ac:spMk id="2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1"/>
            <ac:spMk id="219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1"/>
            <ac:spMk id="221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1"/>
            <ac:spMk id="22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1"/>
            <ac:spMk id="22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0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0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0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1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1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17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2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1"/>
            <ac:spMk id="322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03:03.409" v="662" actId="478"/>
          <ac:spMkLst>
            <pc:docMk/>
            <pc:sldMk cId="0" sldId="351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1"/>
            <ac:spMk id="101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1"/>
            <ac:spMk id="101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06:41.604" v="689" actId="20577"/>
          <ac:spMkLst>
            <pc:docMk/>
            <pc:sldMk cId="0" sldId="351"/>
            <ac:spMk id="1099" creationId="{00000000-0000-0000-0000-000000000000}"/>
          </ac:spMkLst>
        </pc:spChg>
      </pc:sldChg>
      <pc:sldChg chg="addSp delSp modSp add del mod modClrScheme chgLayout modNotes modNotesTx">
        <pc:chgData name="Nuber, Nathalie" userId="64826a5e-75fc-44e6-a073-417b106d7220" providerId="ADAL" clId="{2D240D19-45E2-4320-A1B7-FEF1D055401D}" dt="2026-09-22T08:33:56.385" v="4511" actId="368"/>
        <pc:sldMkLst>
          <pc:docMk/>
          <pc:sldMk cId="0" sldId="352"/>
        </pc:sldMkLst>
        <pc:spChg chg="add">
          <ac:chgData name="Nuber, Nathalie" userId="64826a5e-75fc-44e6-a073-417b106d7220" providerId="ADAL" clId="{2D240D19-45E2-4320-A1B7-FEF1D055401D}" dt="2026-09-21T08:01:16.101" v="630" actId="22"/>
          <ac:spMkLst>
            <pc:docMk/>
            <pc:sldMk cId="0" sldId="352"/>
            <ac:spMk id="3" creationId="{EAE3F762-5F52-86FC-BEBF-A267426CD867}"/>
          </ac:spMkLst>
        </pc:spChg>
        <pc:spChg chg="add mod">
          <ac:chgData name="Nuber, Nathalie" userId="64826a5e-75fc-44e6-a073-417b106d7220" providerId="ADAL" clId="{2D240D19-45E2-4320-A1B7-FEF1D055401D}" dt="2026-09-21T08:03:11.120" v="665"/>
          <ac:spMkLst>
            <pc:docMk/>
            <pc:sldMk cId="0" sldId="352"/>
            <ac:spMk id="4" creationId="{9BBE7A69-9F2A-8399-E62A-799F1FC18FFE}"/>
          </ac:spMkLst>
        </pc:spChg>
        <pc:spChg chg="add">
          <ac:chgData name="Nuber, Nathalie" userId="64826a5e-75fc-44e6-a073-417b106d7220" providerId="ADAL" clId="{2D240D19-45E2-4320-A1B7-FEF1D055401D}" dt="2026-09-21T12:07:02.810" v="1902" actId="22"/>
          <ac:spMkLst>
            <pc:docMk/>
            <pc:sldMk cId="0" sldId="352"/>
            <ac:spMk id="5" creationId="{3BD1B3A4-88F1-582D-2C1F-0AC4CC69A18B}"/>
          </ac:spMkLst>
        </pc:spChg>
        <pc:spChg chg="del">
          <ac:chgData name="Nuber, Nathalie" userId="64826a5e-75fc-44e6-a073-417b106d7220" providerId="ADAL" clId="{2D240D19-45E2-4320-A1B7-FEF1D055401D}" dt="2026-09-21T08:01:15.025" v="629" actId="478"/>
          <ac:spMkLst>
            <pc:docMk/>
            <pc:sldMk cId="0" sldId="352"/>
            <ac:spMk id="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3:18.004" v="273" actId="27636"/>
          <ac:spMkLst>
            <pc:docMk/>
            <pc:sldMk cId="0" sldId="352"/>
            <ac:spMk id="1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3:18.018" v="280" actId="27636"/>
          <ac:spMkLst>
            <pc:docMk/>
            <pc:sldMk cId="0" sldId="352"/>
            <ac:spMk id="10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3:18.011" v="276" actId="27636"/>
          <ac:spMkLst>
            <pc:docMk/>
            <pc:sldMk cId="0" sldId="352"/>
            <ac:spMk id="11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3:18.007" v="274" actId="27636"/>
          <ac:spMkLst>
            <pc:docMk/>
            <pc:sldMk cId="0" sldId="352"/>
            <ac:spMk id="112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12:07:01.814" v="1901" actId="478"/>
          <ac:spMkLst>
            <pc:docMk/>
            <pc:sldMk cId="0" sldId="352"/>
            <ac:spMk id="20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2"/>
            <ac:spMk id="212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2"/>
            <ac:spMk id="213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2"/>
            <ac:spMk id="2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2"/>
            <ac:spMk id="216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12:07:00.645" v="1900" actId="478"/>
          <ac:spMkLst>
            <pc:docMk/>
            <pc:sldMk cId="0" sldId="352"/>
            <ac:spMk id="2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2"/>
            <ac:spMk id="21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2"/>
            <ac:spMk id="221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2"/>
            <ac:spMk id="22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2"/>
            <ac:spMk id="22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3:18.033" v="286" actId="27636"/>
          <ac:spMkLst>
            <pc:docMk/>
            <pc:sldMk cId="0" sldId="352"/>
            <ac:spMk id="24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3:18.037" v="287" actId="27636"/>
          <ac:spMkLst>
            <pc:docMk/>
            <pc:sldMk cId="0" sldId="352"/>
            <ac:spMk id="26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3:18.014" v="278" actId="27636"/>
          <ac:spMkLst>
            <pc:docMk/>
            <pc:sldMk cId="0" sldId="352"/>
            <ac:spMk id="26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3:18.039" v="288" actId="27636"/>
          <ac:spMkLst>
            <pc:docMk/>
            <pc:sldMk cId="0" sldId="352"/>
            <ac:spMk id="26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0:50:34.102" v="1773" actId="478"/>
          <ac:spMkLst>
            <pc:docMk/>
            <pc:sldMk cId="0" sldId="352"/>
            <ac:spMk id="400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03:10.323" v="664" actId="478"/>
          <ac:spMkLst>
            <pc:docMk/>
            <pc:sldMk cId="0" sldId="352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2"/>
            <ac:spMk id="1011" creationId="{00000000-0000-0000-0000-000000000000}"/>
          </ac:spMkLst>
        </pc:spChg>
      </pc:sldChg>
      <pc:sldChg chg="addSp delSp modSp add del mod modClrScheme delAnim chgLayout modNotes modNotesTx">
        <pc:chgData name="Nuber, Nathalie" userId="64826a5e-75fc-44e6-a073-417b106d7220" providerId="ADAL" clId="{2D240D19-45E2-4320-A1B7-FEF1D055401D}" dt="2026-09-22T08:33:56.466" v="4517" actId="368"/>
        <pc:sldMkLst>
          <pc:docMk/>
          <pc:sldMk cId="0" sldId="353"/>
        </pc:sldMkLst>
        <pc:spChg chg="add">
          <ac:chgData name="Nuber, Nathalie" userId="64826a5e-75fc-44e6-a073-417b106d7220" providerId="ADAL" clId="{2D240D19-45E2-4320-A1B7-FEF1D055401D}" dt="2026-09-21T08:01:33.710" v="636" actId="22"/>
          <ac:spMkLst>
            <pc:docMk/>
            <pc:sldMk cId="0" sldId="353"/>
            <ac:spMk id="3" creationId="{E7936A81-296D-A904-BD51-34853F509BDD}"/>
          </ac:spMkLst>
        </pc:spChg>
        <pc:spChg chg="add mod">
          <ac:chgData name="Nuber, Nathalie" userId="64826a5e-75fc-44e6-a073-417b106d7220" providerId="ADAL" clId="{2D240D19-45E2-4320-A1B7-FEF1D055401D}" dt="2026-09-21T08:03:28.709" v="671"/>
          <ac:spMkLst>
            <pc:docMk/>
            <pc:sldMk cId="0" sldId="353"/>
            <ac:spMk id="4" creationId="{593334D5-A602-44A5-D962-2D370FD460F7}"/>
          </ac:spMkLst>
        </pc:spChg>
        <pc:spChg chg="add">
          <ac:chgData name="Nuber, Nathalie" userId="64826a5e-75fc-44e6-a073-417b106d7220" providerId="ADAL" clId="{2D240D19-45E2-4320-A1B7-FEF1D055401D}" dt="2026-09-21T12:05:44.392" v="1873" actId="22"/>
          <ac:spMkLst>
            <pc:docMk/>
            <pc:sldMk cId="0" sldId="353"/>
            <ac:spMk id="5" creationId="{3A84E690-1FEB-1212-EA18-67643E63457E}"/>
          </ac:spMkLst>
        </pc:spChg>
        <pc:spChg chg="del">
          <ac:chgData name="Nuber, Nathalie" userId="64826a5e-75fc-44e6-a073-417b106d7220" providerId="ADAL" clId="{2D240D19-45E2-4320-A1B7-FEF1D055401D}" dt="2026-09-21T08:01:32.783" v="635" actId="478"/>
          <ac:spMkLst>
            <pc:docMk/>
            <pc:sldMk cId="0" sldId="353"/>
            <ac:spMk id="8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12:05:43.491" v="1872" actId="478"/>
          <ac:spMkLst>
            <pc:docMk/>
            <pc:sldMk cId="0" sldId="353"/>
            <ac:spMk id="20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3"/>
            <ac:spMk id="21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3"/>
            <ac:spMk id="21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3"/>
            <ac:spMk id="213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5:42.182" v="1871" actId="478"/>
          <ac:spMkLst>
            <pc:docMk/>
            <pc:sldMk cId="0" sldId="353"/>
            <ac:spMk id="21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3"/>
            <ac:spMk id="21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3"/>
            <ac:spMk id="218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3"/>
            <ac:spMk id="22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3"/>
            <ac:spMk id="22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3"/>
            <ac:spMk id="224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03:27.844" v="670" actId="478"/>
          <ac:spMkLst>
            <pc:docMk/>
            <pc:sldMk cId="0" sldId="353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3"/>
            <ac:spMk id="101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3"/>
            <ac:spMk id="101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3"/>
            <ac:spMk id="1099" creationId="{00000000-0000-0000-0000-000000000000}"/>
          </ac:spMkLst>
        </pc:spChg>
        <pc:spChg chg="mod ord">
          <ac:chgData name="Nuber, Nathalie" userId="64826a5e-75fc-44e6-a073-417b106d7220" providerId="ADAL" clId="{2D240D19-45E2-4320-A1B7-FEF1D055401D}" dt="2026-09-21T08:08:06.582" v="710" actId="166"/>
          <ac:spMkLst>
            <pc:docMk/>
            <pc:sldMk cId="0" sldId="353"/>
            <ac:spMk id="21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08:13.667" v="731" actId="1037"/>
          <ac:spMkLst>
            <pc:docMk/>
            <pc:sldMk cId="0" sldId="353"/>
            <ac:spMk id="2119" creationId="{00000000-0000-0000-0000-000000000000}"/>
          </ac:spMkLst>
        </pc:spChg>
        <pc:spChg chg="mod ord">
          <ac:chgData name="Nuber, Nathalie" userId="64826a5e-75fc-44e6-a073-417b106d7220" providerId="ADAL" clId="{2D240D19-45E2-4320-A1B7-FEF1D055401D}" dt="2026-09-21T08:08:27.082" v="748" actId="166"/>
          <ac:spMkLst>
            <pc:docMk/>
            <pc:sldMk cId="0" sldId="353"/>
            <ac:spMk id="22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08:31.015" v="760" actId="1035"/>
          <ac:spMkLst>
            <pc:docMk/>
            <pc:sldMk cId="0" sldId="353"/>
            <ac:spMk id="2219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10:54.216" v="2051" actId="478"/>
          <ac:spMkLst>
            <pc:docMk/>
            <pc:sldMk cId="0" sldId="353"/>
            <ac:spMk id="2221" creationId="{00000000-0000-0000-0000-000000000000}"/>
          </ac:spMkLst>
        </pc:spChg>
        <pc:spChg chg="mod ord">
          <ac:chgData name="Nuber, Nathalie" userId="64826a5e-75fc-44e6-a073-417b106d7220" providerId="ADAL" clId="{2D240D19-45E2-4320-A1B7-FEF1D055401D}" dt="2026-09-21T08:09:12.739" v="787" actId="166"/>
          <ac:spMkLst>
            <pc:docMk/>
            <pc:sldMk cId="0" sldId="353"/>
            <ac:spMk id="2315" creationId="{00000000-0000-0000-0000-000000000000}"/>
          </ac:spMkLst>
        </pc:spChg>
        <pc:spChg chg="ord">
          <ac:chgData name="Nuber, Nathalie" userId="64826a5e-75fc-44e6-a073-417b106d7220" providerId="ADAL" clId="{2D240D19-45E2-4320-A1B7-FEF1D055401D}" dt="2026-09-21T08:09:05.416" v="785" actId="167"/>
          <ac:spMkLst>
            <pc:docMk/>
            <pc:sldMk cId="0" sldId="353"/>
            <ac:spMk id="2317" creationId="{00000000-0000-0000-0000-000000000000}"/>
          </ac:spMkLst>
        </pc:spChg>
        <pc:spChg chg="mod ord">
          <ac:chgData name="Nuber, Nathalie" userId="64826a5e-75fc-44e6-a073-417b106d7220" providerId="ADAL" clId="{2D240D19-45E2-4320-A1B7-FEF1D055401D}" dt="2026-09-21T08:09:20.180" v="792" actId="1038"/>
          <ac:spMkLst>
            <pc:docMk/>
            <pc:sldMk cId="0" sldId="353"/>
            <ac:spMk id="2319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10:57.268" v="2052" actId="478"/>
          <ac:spMkLst>
            <pc:docMk/>
            <pc:sldMk cId="0" sldId="353"/>
            <ac:spMk id="2321" creationId="{00000000-0000-0000-0000-000000000000}"/>
          </ac:spMkLst>
        </pc:spChg>
      </pc:sldChg>
      <pc:sldChg chg="addSp delSp modSp add del mod modClrScheme chgLayout modNotes modNotesTx">
        <pc:chgData name="Nuber, Nathalie" userId="64826a5e-75fc-44e6-a073-417b106d7220" providerId="ADAL" clId="{2D240D19-45E2-4320-A1B7-FEF1D055401D}" dt="2026-09-22T08:33:56.508" v="4521" actId="368"/>
        <pc:sldMkLst>
          <pc:docMk/>
          <pc:sldMk cId="0" sldId="355"/>
        </pc:sldMkLst>
        <pc:spChg chg="add">
          <ac:chgData name="Nuber, Nathalie" userId="64826a5e-75fc-44e6-a073-417b106d7220" providerId="ADAL" clId="{2D240D19-45E2-4320-A1B7-FEF1D055401D}" dt="2026-09-21T08:01:45.450" v="640" actId="22"/>
          <ac:spMkLst>
            <pc:docMk/>
            <pc:sldMk cId="0" sldId="355"/>
            <ac:spMk id="3" creationId="{29ACB3A7-7178-AC7D-8770-0A5CFF95C3AA}"/>
          </ac:spMkLst>
        </pc:spChg>
        <pc:spChg chg="add mod">
          <ac:chgData name="Nuber, Nathalie" userId="64826a5e-75fc-44e6-a073-417b106d7220" providerId="ADAL" clId="{2D240D19-45E2-4320-A1B7-FEF1D055401D}" dt="2026-09-21T08:03:39.254" v="675"/>
          <ac:spMkLst>
            <pc:docMk/>
            <pc:sldMk cId="0" sldId="355"/>
            <ac:spMk id="4" creationId="{2FEDE464-14F5-5CFF-B3C7-B37C88054D1E}"/>
          </ac:spMkLst>
        </pc:spChg>
        <pc:spChg chg="add">
          <ac:chgData name="Nuber, Nathalie" userId="64826a5e-75fc-44e6-a073-417b106d7220" providerId="ADAL" clId="{2D240D19-45E2-4320-A1B7-FEF1D055401D}" dt="2026-09-21T12:05:59.551" v="1880" actId="22"/>
          <ac:spMkLst>
            <pc:docMk/>
            <pc:sldMk cId="0" sldId="355"/>
            <ac:spMk id="5" creationId="{5CB150E4-ADEB-C35E-5C9C-7AA5B07A8DD0}"/>
          </ac:spMkLst>
        </pc:spChg>
        <pc:spChg chg="del">
          <ac:chgData name="Nuber, Nathalie" userId="64826a5e-75fc-44e6-a073-417b106d7220" providerId="ADAL" clId="{2D240D19-45E2-4320-A1B7-FEF1D055401D}" dt="2026-09-21T08:01:44.387" v="639" actId="478"/>
          <ac:spMkLst>
            <pc:docMk/>
            <pc:sldMk cId="0" sldId="355"/>
            <ac:spMk id="8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12:05:57.938" v="1879" actId="478"/>
          <ac:spMkLst>
            <pc:docMk/>
            <pc:sldMk cId="0" sldId="355"/>
            <ac:spMk id="20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5"/>
            <ac:spMk id="21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5"/>
            <ac:spMk id="21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5"/>
            <ac:spMk id="213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12:05:55.336" v="1877" actId="478"/>
          <ac:spMkLst>
            <pc:docMk/>
            <pc:sldMk cId="0" sldId="355"/>
            <ac:spMk id="21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5"/>
            <ac:spMk id="21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5"/>
            <ac:spMk id="219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5"/>
            <ac:spMk id="22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5"/>
            <ac:spMk id="22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8:07.519" v="326" actId="26606"/>
          <ac:spMkLst>
            <pc:docMk/>
            <pc:sldMk cId="0" sldId="355"/>
            <ac:spMk id="6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2:11.591" v="881" actId="20577"/>
          <ac:spMkLst>
            <pc:docMk/>
            <pc:sldMk cId="0" sldId="355"/>
            <ac:spMk id="60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1:49.271" v="879" actId="20577"/>
          <ac:spMkLst>
            <pc:docMk/>
            <pc:sldMk cId="0" sldId="355"/>
            <ac:spMk id="60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1:44.719" v="875" actId="20577"/>
          <ac:spMkLst>
            <pc:docMk/>
            <pc:sldMk cId="0" sldId="355"/>
            <ac:spMk id="60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8:07.519" v="326" actId="26606"/>
          <ac:spMkLst>
            <pc:docMk/>
            <pc:sldMk cId="0" sldId="355"/>
            <ac:spMk id="607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5:55:39.621" v="183" actId="27636"/>
          <ac:spMkLst>
            <pc:docMk/>
            <pc:sldMk cId="0" sldId="355"/>
            <ac:spMk id="60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1:40.774" v="871" actId="20577"/>
          <ac:spMkLst>
            <pc:docMk/>
            <pc:sldMk cId="0" sldId="355"/>
            <ac:spMk id="60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1:34.424" v="869" actId="20577"/>
          <ac:spMkLst>
            <pc:docMk/>
            <pc:sldMk cId="0" sldId="355"/>
            <ac:spMk id="6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1:27.655" v="867" actId="20577"/>
          <ac:spMkLst>
            <pc:docMk/>
            <pc:sldMk cId="0" sldId="355"/>
            <ac:spMk id="61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0:50.230" v="859" actId="20577"/>
          <ac:spMkLst>
            <pc:docMk/>
            <pc:sldMk cId="0" sldId="355"/>
            <ac:spMk id="61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10:44.988" v="800" actId="1076"/>
          <ac:spMkLst>
            <pc:docMk/>
            <pc:sldMk cId="0" sldId="355"/>
            <ac:spMk id="617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1:00.136" v="861" actId="20577"/>
          <ac:spMkLst>
            <pc:docMk/>
            <pc:sldMk cId="0" sldId="355"/>
            <ac:spMk id="6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10:53.152" v="802" actId="1076"/>
          <ac:spMkLst>
            <pc:docMk/>
            <pc:sldMk cId="0" sldId="355"/>
            <ac:spMk id="61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1:14.743" v="863" actId="20577"/>
          <ac:spMkLst>
            <pc:docMk/>
            <pc:sldMk cId="0" sldId="355"/>
            <ac:spMk id="62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38:07.519" v="326" actId="26606"/>
          <ac:spMkLst>
            <pc:docMk/>
            <pc:sldMk cId="0" sldId="355"/>
            <ac:spMk id="621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03:38.323" v="674" actId="478"/>
          <ac:spMkLst>
            <pc:docMk/>
            <pc:sldMk cId="0" sldId="355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5"/>
            <ac:spMk id="101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10:34.386" v="798" actId="20577"/>
          <ac:spMkLst>
            <pc:docMk/>
            <pc:sldMk cId="0" sldId="355"/>
            <ac:spMk id="1099" creationId="{00000000-0000-0000-0000-000000000000}"/>
          </ac:spMkLst>
        </pc:spChg>
      </pc:sldChg>
      <pc:sldChg chg="addSp delSp modSp add del mod ord modClrScheme chgLayout modNotes">
        <pc:chgData name="Nuber, Nathalie" userId="64826a5e-75fc-44e6-a073-417b106d7220" providerId="ADAL" clId="{2D240D19-45E2-4320-A1B7-FEF1D055401D}" dt="2026-09-21T08:14:43.015" v="816" actId="2696"/>
        <pc:sldMkLst>
          <pc:docMk/>
          <pc:sldMk cId="0" sldId="356"/>
        </pc:sldMkLst>
        <pc:spChg chg="add">
          <ac:chgData name="Nuber, Nathalie" userId="64826a5e-75fc-44e6-a073-417b106d7220" providerId="ADAL" clId="{2D240D19-45E2-4320-A1B7-FEF1D055401D}" dt="2026-09-21T08:02:05.792" v="646" actId="22"/>
          <ac:spMkLst>
            <pc:docMk/>
            <pc:sldMk cId="0" sldId="356"/>
            <ac:spMk id="3" creationId="{7E03BF46-58F6-69E7-1C35-D4C654059C9F}"/>
          </ac:spMkLst>
        </pc:spChg>
        <pc:spChg chg="add mod">
          <ac:chgData name="Nuber, Nathalie" userId="64826a5e-75fc-44e6-a073-417b106d7220" providerId="ADAL" clId="{2D240D19-45E2-4320-A1B7-FEF1D055401D}" dt="2026-09-21T08:03:56.590" v="681"/>
          <ac:spMkLst>
            <pc:docMk/>
            <pc:sldMk cId="0" sldId="356"/>
            <ac:spMk id="4" creationId="{D6BA6FE8-7C97-DC28-8783-C9F0FF6CAAB0}"/>
          </ac:spMkLst>
        </pc:spChg>
        <pc:spChg chg="del">
          <ac:chgData name="Nuber, Nathalie" userId="64826a5e-75fc-44e6-a073-417b106d7220" providerId="ADAL" clId="{2D240D19-45E2-4320-A1B7-FEF1D055401D}" dt="2026-09-21T08:02:04.802" v="645" actId="478"/>
          <ac:spMkLst>
            <pc:docMk/>
            <pc:sldMk cId="0" sldId="356"/>
            <ac:spMk id="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0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0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0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0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09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1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1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71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31:56.435" v="383" actId="26606"/>
          <ac:spMkLst>
            <pc:docMk/>
            <pc:sldMk cId="0" sldId="356"/>
            <ac:spMk id="85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3:55.600" v="680" actId="478"/>
          <ac:spMkLst>
            <pc:docMk/>
            <pc:sldMk cId="0" sldId="356"/>
            <ac:spMk id="1010" creationId="{00000000-0000-0000-0000-000000000000}"/>
          </ac:spMkLst>
        </pc:spChg>
      </pc:sldChg>
      <pc:sldChg chg="addSp delSp modSp add del mod modClrScheme chgLayout modNotes modNotesTx">
        <pc:chgData name="Nuber, Nathalie" userId="64826a5e-75fc-44e6-a073-417b106d7220" providerId="ADAL" clId="{2D240D19-45E2-4320-A1B7-FEF1D055401D}" dt="2026-09-22T08:33:56.554" v="4525" actId="368"/>
        <pc:sldMkLst>
          <pc:docMk/>
          <pc:sldMk cId="0" sldId="357"/>
        </pc:sldMkLst>
        <pc:spChg chg="add">
          <ac:chgData name="Nuber, Nathalie" userId="64826a5e-75fc-44e6-a073-417b106d7220" providerId="ADAL" clId="{2D240D19-45E2-4320-A1B7-FEF1D055401D}" dt="2026-09-21T08:02:00.125" v="644" actId="22"/>
          <ac:spMkLst>
            <pc:docMk/>
            <pc:sldMk cId="0" sldId="357"/>
            <ac:spMk id="3" creationId="{12965CC0-C432-28E4-D1AE-68FCBB90FE38}"/>
          </ac:spMkLst>
        </pc:spChg>
        <pc:spChg chg="add mod">
          <ac:chgData name="Nuber, Nathalie" userId="64826a5e-75fc-44e6-a073-417b106d7220" providerId="ADAL" clId="{2D240D19-45E2-4320-A1B7-FEF1D055401D}" dt="2026-09-21T08:03:50.582" v="679"/>
          <ac:spMkLst>
            <pc:docMk/>
            <pc:sldMk cId="0" sldId="357"/>
            <ac:spMk id="4" creationId="{235596D8-9868-2783-3B61-FB46B2D770F5}"/>
          </ac:spMkLst>
        </pc:spChg>
        <pc:spChg chg="add">
          <ac:chgData name="Nuber, Nathalie" userId="64826a5e-75fc-44e6-a073-417b106d7220" providerId="ADAL" clId="{2D240D19-45E2-4320-A1B7-FEF1D055401D}" dt="2026-09-21T12:06:13.810" v="1886" actId="22"/>
          <ac:spMkLst>
            <pc:docMk/>
            <pc:sldMk cId="0" sldId="357"/>
            <ac:spMk id="5" creationId="{4A584C8E-935D-1EC1-419D-271F27905CA5}"/>
          </ac:spMkLst>
        </pc:spChg>
        <pc:spChg chg="del">
          <ac:chgData name="Nuber, Nathalie" userId="64826a5e-75fc-44e6-a073-417b106d7220" providerId="ADAL" clId="{2D240D19-45E2-4320-A1B7-FEF1D055401D}" dt="2026-09-21T08:01:59.121" v="643" actId="478"/>
          <ac:spMkLst>
            <pc:docMk/>
            <pc:sldMk cId="0" sldId="357"/>
            <ac:spMk id="8" creationId="{00000000-0000-0000-0000-000000000000}"/>
          </ac:spMkLst>
        </pc:spChg>
        <pc:spChg chg="add del">
          <ac:chgData name="Nuber, Nathalie" userId="64826a5e-75fc-44e6-a073-417b106d7220" providerId="ADAL" clId="{2D240D19-45E2-4320-A1B7-FEF1D055401D}" dt="2026-09-21T12:06:12.967" v="1885" actId="478"/>
          <ac:spMkLst>
            <pc:docMk/>
            <pc:sldMk cId="0" sldId="357"/>
            <ac:spMk id="20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7"/>
            <ac:spMk id="210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7"/>
            <ac:spMk id="21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7"/>
            <ac:spMk id="213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12:06:11.588" v="1884" actId="478"/>
          <ac:spMkLst>
            <pc:docMk/>
            <pc:sldMk cId="0" sldId="357"/>
            <ac:spMk id="2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7"/>
            <ac:spMk id="21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7"/>
            <ac:spMk id="21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7"/>
            <ac:spMk id="219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7"/>
            <ac:spMk id="22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7"/>
            <ac:spMk id="22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7"/>
            <ac:spMk id="22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47:32.162" v="407" actId="26606"/>
          <ac:spMkLst>
            <pc:docMk/>
            <pc:sldMk cId="0" sldId="357"/>
            <ac:spMk id="41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47:32.162" v="407" actId="26606"/>
          <ac:spMkLst>
            <pc:docMk/>
            <pc:sldMk cId="0" sldId="357"/>
            <ac:spMk id="417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47:32.162" v="407" actId="26606"/>
          <ac:spMkLst>
            <pc:docMk/>
            <pc:sldMk cId="0" sldId="357"/>
            <ac:spMk id="4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47:32.162" v="407" actId="26606"/>
          <ac:spMkLst>
            <pc:docMk/>
            <pc:sldMk cId="0" sldId="357"/>
            <ac:spMk id="45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47:32.162" v="407" actId="26606"/>
          <ac:spMkLst>
            <pc:docMk/>
            <pc:sldMk cId="0" sldId="357"/>
            <ac:spMk id="45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1:01.517" v="335" actId="27636"/>
          <ac:spMkLst>
            <pc:docMk/>
            <pc:sldMk cId="0" sldId="357"/>
            <ac:spMk id="47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1:01.520" v="336" actId="27636"/>
          <ac:spMkLst>
            <pc:docMk/>
            <pc:sldMk cId="0" sldId="357"/>
            <ac:spMk id="47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1:01.535" v="338" actId="27636"/>
          <ac:spMkLst>
            <pc:docMk/>
            <pc:sldMk cId="0" sldId="357"/>
            <ac:spMk id="47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1:01.526" v="337" actId="27636"/>
          <ac:spMkLst>
            <pc:docMk/>
            <pc:sldMk cId="0" sldId="357"/>
            <ac:spMk id="48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6:47:32.162" v="407" actId="26606"/>
          <ac:spMkLst>
            <pc:docMk/>
            <pc:sldMk cId="0" sldId="357"/>
            <ac:spMk id="49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3:49.555" v="678" actId="478"/>
          <ac:spMkLst>
            <pc:docMk/>
            <pc:sldMk cId="0" sldId="357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7"/>
            <ac:spMk id="101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7"/>
            <ac:spMk id="1014" creationId="{00000000-0000-0000-0000-000000000000}"/>
          </ac:spMkLst>
        </pc:spChg>
      </pc:sldChg>
      <pc:sldChg chg="addSp delSp modSp add mod modClrScheme delAnim chgLayout modNotes modNotesTx">
        <pc:chgData name="Nuber, Nathalie" userId="64826a5e-75fc-44e6-a073-417b106d7220" providerId="ADAL" clId="{2D240D19-45E2-4320-A1B7-FEF1D055401D}" dt="2026-09-22T08:33:56.587" v="4527" actId="368"/>
        <pc:sldMkLst>
          <pc:docMk/>
          <pc:sldMk cId="0" sldId="358"/>
        </pc:sldMkLst>
        <pc:spChg chg="add">
          <ac:chgData name="Nuber, Nathalie" userId="64826a5e-75fc-44e6-a073-417b106d7220" providerId="ADAL" clId="{2D240D19-45E2-4320-A1B7-FEF1D055401D}" dt="2026-09-21T08:02:13.101" v="649" actId="22"/>
          <ac:spMkLst>
            <pc:docMk/>
            <pc:sldMk cId="0" sldId="358"/>
            <ac:spMk id="3" creationId="{33F9A1C7-D3D4-88E0-F5CB-838B35B58569}"/>
          </ac:spMkLst>
        </pc:spChg>
        <pc:spChg chg="add mod">
          <ac:chgData name="Nuber, Nathalie" userId="64826a5e-75fc-44e6-a073-417b106d7220" providerId="ADAL" clId="{2D240D19-45E2-4320-A1B7-FEF1D055401D}" dt="2026-09-21T08:04:03.542" v="683"/>
          <ac:spMkLst>
            <pc:docMk/>
            <pc:sldMk cId="0" sldId="358"/>
            <ac:spMk id="4" creationId="{F6BD42A2-3851-2898-EA19-FD915E9C04B8}"/>
          </ac:spMkLst>
        </pc:spChg>
        <pc:spChg chg="add">
          <ac:chgData name="Nuber, Nathalie" userId="64826a5e-75fc-44e6-a073-417b106d7220" providerId="ADAL" clId="{2D240D19-45E2-4320-A1B7-FEF1D055401D}" dt="2026-09-21T12:06:25.107" v="1889" actId="22"/>
          <ac:spMkLst>
            <pc:docMk/>
            <pc:sldMk cId="0" sldId="358"/>
            <ac:spMk id="5" creationId="{C316427F-50C0-AC8E-53EB-92DE67CF81E2}"/>
          </ac:spMkLst>
        </pc:spChg>
        <pc:spChg chg="del mod">
          <ac:chgData name="Nuber, Nathalie" userId="64826a5e-75fc-44e6-a073-417b106d7220" providerId="ADAL" clId="{2D240D19-45E2-4320-A1B7-FEF1D055401D}" dt="2026-09-21T08:02:12.227" v="648" actId="478"/>
          <ac:spMkLst>
            <pc:docMk/>
            <pc:sldMk cId="0" sldId="358"/>
            <ac:spMk id="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13:17.970" v="810" actId="27636"/>
          <ac:spMkLst>
            <pc:docMk/>
            <pc:sldMk cId="0" sldId="358"/>
            <ac:spMk id="1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13:26.095" v="814" actId="20577"/>
          <ac:spMkLst>
            <pc:docMk/>
            <pc:sldMk cId="0" sldId="358"/>
            <ac:spMk id="10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2:46.538" v="349" actId="26606"/>
          <ac:spMkLst>
            <pc:docMk/>
            <pc:sldMk cId="0" sldId="358"/>
            <ac:spMk id="103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13:52.229" v="815" actId="478"/>
          <ac:spMkLst>
            <pc:docMk/>
            <pc:sldMk cId="0" sldId="358"/>
            <ac:spMk id="15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6:24.051" v="1888" actId="478"/>
          <ac:spMkLst>
            <pc:docMk/>
            <pc:sldMk cId="0" sldId="358"/>
            <ac:spMk id="20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8"/>
            <ac:spMk id="210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8"/>
            <ac:spMk id="21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8"/>
            <ac:spMk id="213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6:23.111" v="1887" actId="478"/>
          <ac:spMkLst>
            <pc:docMk/>
            <pc:sldMk cId="0" sldId="358"/>
            <ac:spMk id="21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8"/>
            <ac:spMk id="216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8"/>
            <ac:spMk id="218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8"/>
            <ac:spMk id="219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8"/>
            <ac:spMk id="22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8"/>
            <ac:spMk id="22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8"/>
            <ac:spMk id="224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04:02.551" v="682" actId="478"/>
          <ac:spMkLst>
            <pc:docMk/>
            <pc:sldMk cId="0" sldId="358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8"/>
            <ac:spMk id="101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9:27:35.049" v="1467" actId="20577"/>
          <ac:spMkLst>
            <pc:docMk/>
            <pc:sldMk cId="0" sldId="358"/>
            <ac:spMk id="1099" creationId="{00000000-0000-0000-0000-000000000000}"/>
          </ac:spMkLst>
        </pc:spChg>
      </pc:sldChg>
      <pc:sldChg chg="addSp delSp modSp add del mod modClrScheme chgLayout modNotes modNotesTx">
        <pc:chgData name="Nuber, Nathalie" userId="64826a5e-75fc-44e6-a073-417b106d7220" providerId="ADAL" clId="{2D240D19-45E2-4320-A1B7-FEF1D055401D}" dt="2026-09-22T08:33:56.613" v="4529" actId="368"/>
        <pc:sldMkLst>
          <pc:docMk/>
          <pc:sldMk cId="0" sldId="359"/>
        </pc:sldMkLst>
        <pc:spChg chg="add del">
          <ac:chgData name="Nuber, Nathalie" userId="64826a5e-75fc-44e6-a073-417b106d7220" providerId="ADAL" clId="{2D240D19-45E2-4320-A1B7-FEF1D055401D}" dt="2026-09-21T12:06:29.396" v="1891" actId="478"/>
          <ac:spMkLst>
            <pc:docMk/>
            <pc:sldMk cId="0" sldId="359"/>
            <ac:spMk id="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9"/>
            <ac:spMk id="3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08:02:18.879" v="651" actId="22"/>
          <ac:spMkLst>
            <pc:docMk/>
            <pc:sldMk cId="0" sldId="359"/>
            <ac:spMk id="6" creationId="{D304DE52-5049-B046-F32A-E24C48A54FBA}"/>
          </ac:spMkLst>
        </pc:spChg>
        <pc:spChg chg="add mod">
          <ac:chgData name="Nuber, Nathalie" userId="64826a5e-75fc-44e6-a073-417b106d7220" providerId="ADAL" clId="{2D240D19-45E2-4320-A1B7-FEF1D055401D}" dt="2026-09-21T08:04:08.809" v="685"/>
          <ac:spMkLst>
            <pc:docMk/>
            <pc:sldMk cId="0" sldId="359"/>
            <ac:spMk id="7" creationId="{423D4B74-E149-B548-E07D-1417F52A174C}"/>
          </ac:spMkLst>
        </pc:spChg>
        <pc:spChg chg="del">
          <ac:chgData name="Nuber, Nathalie" userId="64826a5e-75fc-44e6-a073-417b106d7220" providerId="ADAL" clId="{2D240D19-45E2-4320-A1B7-FEF1D055401D}" dt="2026-09-21T08:02:17.873" v="650" actId="478"/>
          <ac:spMkLst>
            <pc:docMk/>
            <pc:sldMk cId="0" sldId="359"/>
            <ac:spMk id="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12:06:30.289" v="1892" actId="22"/>
          <ac:spMkLst>
            <pc:docMk/>
            <pc:sldMk cId="0" sldId="359"/>
            <ac:spMk id="8" creationId="{D271F2E6-9DF2-9C6F-993E-C6B3558D38CF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9"/>
            <ac:spMk id="213" creationId="{00000000-0000-0000-0000-000000000000}"/>
          </ac:spMkLst>
        </pc:spChg>
        <pc:spChg chg="add del mod">
          <ac:chgData name="Nuber, Nathalie" userId="64826a5e-75fc-44e6-a073-417b106d7220" providerId="ADAL" clId="{2D240D19-45E2-4320-A1B7-FEF1D055401D}" dt="2026-09-21T12:06:28.355" v="1890" actId="478"/>
          <ac:spMkLst>
            <pc:docMk/>
            <pc:sldMk cId="0" sldId="359"/>
            <ac:spMk id="215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9"/>
            <ac:spMk id="216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9"/>
            <ac:spMk id="218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9"/>
            <ac:spMk id="219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9"/>
            <ac:spMk id="22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51:46" v="374" actId="26606"/>
          <ac:spMkLst>
            <pc:docMk/>
            <pc:sldMk cId="0" sldId="359"/>
            <ac:spMk id="22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6:47.907" v="357" actId="27636"/>
          <ac:spMkLst>
            <pc:docMk/>
            <pc:sldMk cId="0" sldId="359"/>
            <ac:spMk id="52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46:47.901" v="355" actId="27636"/>
          <ac:spMkLst>
            <pc:docMk/>
            <pc:sldMk cId="0" sldId="359"/>
            <ac:spMk id="52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9:29:58.180" v="1479" actId="20577"/>
          <ac:spMkLst>
            <pc:docMk/>
            <pc:sldMk cId="0" sldId="359"/>
            <ac:spMk id="533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9:05:39.860" v="1445" actId="478"/>
          <ac:spMkLst>
            <pc:docMk/>
            <pc:sldMk cId="0" sldId="359"/>
            <ac:spMk id="560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04:07.825" v="684" actId="478"/>
          <ac:spMkLst>
            <pc:docMk/>
            <pc:sldMk cId="0" sldId="359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0T17:14:23.387" v="226" actId="26606"/>
          <ac:spMkLst>
            <pc:docMk/>
            <pc:sldMk cId="0" sldId="359"/>
            <ac:spMk id="101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8:33:38.810" v="921" actId="6549"/>
          <ac:spMkLst>
            <pc:docMk/>
            <pc:sldMk cId="0" sldId="359"/>
            <ac:spMk id="1099" creationId="{00000000-0000-0000-0000-000000000000}"/>
          </ac:spMkLst>
        </pc:spChg>
      </pc:sldChg>
      <pc:sldChg chg="addSp delSp modSp add mod modClrScheme chgLayout modNotes modNotesTx">
        <pc:chgData name="Nuber, Nathalie" userId="64826a5e-75fc-44e6-a073-417b106d7220" providerId="ADAL" clId="{2D240D19-45E2-4320-A1B7-FEF1D055401D}" dt="2026-09-22T08:33:56.634" v="4531" actId="368"/>
        <pc:sldMkLst>
          <pc:docMk/>
          <pc:sldMk cId="0" sldId="360"/>
        </pc:sldMkLst>
        <pc:spChg chg="del mod">
          <ac:chgData name="Nuber, Nathalie" userId="64826a5e-75fc-44e6-a073-417b106d7220" providerId="ADAL" clId="{2D240D19-45E2-4320-A1B7-FEF1D055401D}" dt="2026-09-21T09:10:44.036" v="1456" actId="478"/>
          <ac:spMkLst>
            <pc:docMk/>
            <pc:sldMk cId="0" sldId="360"/>
            <ac:spMk id="2" creationId="{00000000-0000-0000-0000-000000000000}"/>
          </ac:spMkLst>
        </pc:spChg>
        <pc:spChg chg="add mod">
          <ac:chgData name="Nuber, Nathalie" userId="64826a5e-75fc-44e6-a073-417b106d7220" providerId="ADAL" clId="{2D240D19-45E2-4320-A1B7-FEF1D055401D}" dt="2026-09-21T09:06:25.588" v="1447"/>
          <ac:spMkLst>
            <pc:docMk/>
            <pc:sldMk cId="0" sldId="360"/>
            <ac:spMk id="3" creationId="{1133B5E1-8FE6-75A2-6479-91B041A0580A}"/>
          </ac:spMkLst>
        </pc:spChg>
        <pc:spChg chg="add mod">
          <ac:chgData name="Nuber, Nathalie" userId="64826a5e-75fc-44e6-a073-417b106d7220" providerId="ADAL" clId="{2D240D19-45E2-4320-A1B7-FEF1D055401D}" dt="2026-09-21T09:10:41.121" v="1455" actId="1076"/>
          <ac:spMkLst>
            <pc:docMk/>
            <pc:sldMk cId="0" sldId="360"/>
            <ac:spMk id="4" creationId="{913E86FC-5583-37C2-2F92-9F2EA352BD51}"/>
          </ac:spMkLst>
        </pc:spChg>
      </pc:sldChg>
      <pc:sldChg chg="addSp delSp modSp add del mod delAnim modAnim modNotes modNotesTx">
        <pc:chgData name="Nuber, Nathalie" userId="64826a5e-75fc-44e6-a073-417b106d7220" providerId="ADAL" clId="{2D240D19-45E2-4320-A1B7-FEF1D055401D}" dt="2026-09-22T08:33:56.412" v="4513" actId="368"/>
        <pc:sldMkLst>
          <pc:docMk/>
          <pc:sldMk cId="0" sldId="361"/>
        </pc:sldMkLst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4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08:01:21.332" v="632" actId="22"/>
          <ac:spMkLst>
            <pc:docMk/>
            <pc:sldMk cId="0" sldId="361"/>
            <ac:spMk id="7" creationId="{52E32009-E20A-0F78-B634-D371F23CE061}"/>
          </ac:spMkLst>
        </pc:spChg>
        <pc:spChg chg="del">
          <ac:chgData name="Nuber, Nathalie" userId="64826a5e-75fc-44e6-a073-417b106d7220" providerId="ADAL" clId="{2D240D19-45E2-4320-A1B7-FEF1D055401D}" dt="2026-09-21T08:01:20.276" v="631" actId="478"/>
          <ac:spMkLst>
            <pc:docMk/>
            <pc:sldMk cId="0" sldId="361"/>
            <ac:spMk id="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12:06:54.743" v="1899" actId="22"/>
          <ac:spMkLst>
            <pc:docMk/>
            <pc:sldMk cId="0" sldId="361"/>
            <ac:spMk id="8" creationId="{57B3068A-7569-E671-1D64-4B6603B4EFAF}"/>
          </ac:spMkLst>
        </pc:spChg>
        <pc:spChg chg="add mod">
          <ac:chgData name="Nuber, Nathalie" userId="64826a5e-75fc-44e6-a073-417b106d7220" providerId="ADAL" clId="{2D240D19-45E2-4320-A1B7-FEF1D055401D}" dt="2026-09-21T08:03:17.265" v="667"/>
          <ac:spMkLst>
            <pc:docMk/>
            <pc:sldMk cId="0" sldId="361"/>
            <ac:spMk id="9" creationId="{FAE4CEE4-96A8-0D2E-748D-AD49445EDB2F}"/>
          </ac:spMkLst>
        </pc:spChg>
        <pc:spChg chg="del mod">
          <ac:chgData name="Nuber, Nathalie" userId="64826a5e-75fc-44e6-a073-417b106d7220" providerId="ADAL" clId="{2D240D19-45E2-4320-A1B7-FEF1D055401D}" dt="2026-09-21T12:06:53.586" v="1898" actId="478"/>
          <ac:spMkLst>
            <pc:docMk/>
            <pc:sldMk cId="0" sldId="361"/>
            <ac:spMk id="20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11:33:14.605" v="1846" actId="1076"/>
          <ac:spMkLst>
            <pc:docMk/>
            <pc:sldMk cId="0" sldId="361"/>
            <ac:spMk id="215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6:52.727" v="1896" actId="478"/>
          <ac:spMkLst>
            <pc:docMk/>
            <pc:sldMk cId="0" sldId="361"/>
            <ac:spMk id="2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24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11:50:37.524" v="1855" actId="27107"/>
          <ac:spMkLst>
            <pc:docMk/>
            <pc:sldMk cId="0" sldId="361"/>
            <ac:spMk id="24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24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24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24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26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26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6:03.473" v="4315" actId="14100"/>
          <ac:spMkLst>
            <pc:docMk/>
            <pc:sldMk cId="0" sldId="361"/>
            <ac:spMk id="30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3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5:52.678" v="4314" actId="26606"/>
          <ac:spMkLst>
            <pc:docMk/>
            <pc:sldMk cId="0" sldId="361"/>
            <ac:spMk id="31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1:32:45.794" v="1840" actId="478"/>
          <ac:spMkLst>
            <pc:docMk/>
            <pc:sldMk cId="0" sldId="361"/>
            <ac:spMk id="40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1:32:44.185" v="1839" actId="478"/>
          <ac:spMkLst>
            <pc:docMk/>
            <pc:sldMk cId="0" sldId="361"/>
            <ac:spMk id="401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1:32:41.855" v="1838" actId="478"/>
          <ac:spMkLst>
            <pc:docMk/>
            <pc:sldMk cId="0" sldId="361"/>
            <ac:spMk id="40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1:32:55.494" v="1842" actId="478"/>
          <ac:spMkLst>
            <pc:docMk/>
            <pc:sldMk cId="0" sldId="361"/>
            <ac:spMk id="403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1:32:57.552" v="1843" actId="478"/>
          <ac:spMkLst>
            <pc:docMk/>
            <pc:sldMk cId="0" sldId="361"/>
            <ac:spMk id="404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1:32:47.590" v="1841" actId="478"/>
          <ac:spMkLst>
            <pc:docMk/>
            <pc:sldMk cId="0" sldId="361"/>
            <ac:spMk id="405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3:16.434" v="666" actId="478"/>
          <ac:spMkLst>
            <pc:docMk/>
            <pc:sldMk cId="0" sldId="361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11:32:34.032" v="1837" actId="20577"/>
          <ac:spMkLst>
            <pc:docMk/>
            <pc:sldMk cId="0" sldId="361"/>
            <ac:spMk id="1099" creationId="{00000000-0000-0000-0000-000000000000}"/>
          </ac:spMkLst>
        </pc:spChg>
      </pc:sldChg>
      <pc:sldChg chg="addSp delSp modSp add del mod delAnim modNotes modNotesTx">
        <pc:chgData name="Nuber, Nathalie" userId="64826a5e-75fc-44e6-a073-417b106d7220" providerId="ADAL" clId="{2D240D19-45E2-4320-A1B7-FEF1D055401D}" dt="2026-09-22T08:33:56.438" v="4515" actId="368"/>
        <pc:sldMkLst>
          <pc:docMk/>
          <pc:sldMk cId="0" sldId="362"/>
        </pc:sldMkLst>
        <pc:spChg chg="add">
          <ac:chgData name="Nuber, Nathalie" userId="64826a5e-75fc-44e6-a073-417b106d7220" providerId="ADAL" clId="{2D240D19-45E2-4320-A1B7-FEF1D055401D}" dt="2026-09-21T08:01:29.070" v="634" actId="22"/>
          <ac:spMkLst>
            <pc:docMk/>
            <pc:sldMk cId="0" sldId="362"/>
            <ac:spMk id="3" creationId="{22E7952B-EC72-1199-654A-94C1A32FF656}"/>
          </ac:spMkLst>
        </pc:spChg>
        <pc:spChg chg="add mod">
          <ac:chgData name="Nuber, Nathalie" userId="64826a5e-75fc-44e6-a073-417b106d7220" providerId="ADAL" clId="{2D240D19-45E2-4320-A1B7-FEF1D055401D}" dt="2026-09-21T08:03:22.487" v="669"/>
          <ac:spMkLst>
            <pc:docMk/>
            <pc:sldMk cId="0" sldId="362"/>
            <ac:spMk id="4" creationId="{D92B83D6-A068-A52D-8265-A156D76178CF}"/>
          </ac:spMkLst>
        </pc:spChg>
        <pc:spChg chg="add">
          <ac:chgData name="Nuber, Nathalie" userId="64826a5e-75fc-44e6-a073-417b106d7220" providerId="ADAL" clId="{2D240D19-45E2-4320-A1B7-FEF1D055401D}" dt="2026-09-21T12:06:46.351" v="1895" actId="22"/>
          <ac:spMkLst>
            <pc:docMk/>
            <pc:sldMk cId="0" sldId="362"/>
            <ac:spMk id="5" creationId="{5B7FD141-98A8-2655-31AF-160782820D1E}"/>
          </ac:spMkLst>
        </pc:spChg>
        <pc:spChg chg="del">
          <ac:chgData name="Nuber, Nathalie" userId="64826a5e-75fc-44e6-a073-417b106d7220" providerId="ADAL" clId="{2D240D19-45E2-4320-A1B7-FEF1D055401D}" dt="2026-09-21T08:01:28.066" v="633" actId="478"/>
          <ac:spMkLst>
            <pc:docMk/>
            <pc:sldMk cId="0" sldId="362"/>
            <ac:spMk id="8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6:45.459" v="1894" actId="478"/>
          <ac:spMkLst>
            <pc:docMk/>
            <pc:sldMk cId="0" sldId="362"/>
            <ac:spMk id="20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6:44.696" v="1893" actId="478"/>
          <ac:spMkLst>
            <pc:docMk/>
            <pc:sldMk cId="0" sldId="362"/>
            <ac:spMk id="21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2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7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20.211" v="4309" actId="26606"/>
          <ac:spMkLst>
            <pc:docMk/>
            <pc:sldMk cId="0" sldId="362"/>
            <ac:spMk id="538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31.228" v="4310" actId="255"/>
          <ac:spMkLst>
            <pc:docMk/>
            <pc:sldMk cId="0" sldId="362"/>
            <ac:spMk id="57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38.980" v="4311" actId="255"/>
          <ac:spMkLst>
            <pc:docMk/>
            <pc:sldMk cId="0" sldId="362"/>
            <ac:spMk id="57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0:44.308" v="4312" actId="255"/>
          <ac:spMkLst>
            <pc:docMk/>
            <pc:sldMk cId="0" sldId="362"/>
            <ac:spMk id="57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7:39.203" v="692" actId="478"/>
          <ac:spMkLst>
            <pc:docMk/>
            <pc:sldMk cId="0" sldId="362"/>
            <ac:spMk id="580" creationId="{00000000-0000-0000-0000-000000000000}"/>
          </ac:spMkLst>
        </pc:spChg>
        <pc:spChg chg="del mod">
          <ac:chgData name="Nuber, Nathalie" userId="64826a5e-75fc-44e6-a073-417b106d7220" providerId="ADAL" clId="{2D240D19-45E2-4320-A1B7-FEF1D055401D}" dt="2026-09-21T08:07:37.188" v="691" actId="478"/>
          <ac:spMkLst>
            <pc:docMk/>
            <pc:sldMk cId="0" sldId="362"/>
            <ac:spMk id="581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3:21.685" v="668" actId="478"/>
          <ac:spMkLst>
            <pc:docMk/>
            <pc:sldMk cId="0" sldId="362"/>
            <ac:spMk id="101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1T09:23:38.771" v="1466" actId="1076"/>
          <ac:spMkLst>
            <pc:docMk/>
            <pc:sldMk cId="0" sldId="362"/>
            <ac:spMk id="1099" creationId="{00000000-0000-0000-0000-000000000000}"/>
          </ac:spMkLst>
        </pc:spChg>
      </pc:sldChg>
      <pc:sldChg chg="addSp delSp modSp add del mod modNotes modNotesTx">
        <pc:chgData name="Nuber, Nathalie" userId="64826a5e-75fc-44e6-a073-417b106d7220" providerId="ADAL" clId="{2D240D19-45E2-4320-A1B7-FEF1D055401D}" dt="2026-09-22T08:33:56.530" v="4523" actId="368"/>
        <pc:sldMkLst>
          <pc:docMk/>
          <pc:sldMk cId="0" sldId="363"/>
        </pc:sldMkLst>
        <pc:spChg chg="add">
          <ac:chgData name="Nuber, Nathalie" userId="64826a5e-75fc-44e6-a073-417b106d7220" providerId="ADAL" clId="{2D240D19-45E2-4320-A1B7-FEF1D055401D}" dt="2026-09-21T08:01:51.921" v="642" actId="22"/>
          <ac:spMkLst>
            <pc:docMk/>
            <pc:sldMk cId="0" sldId="363"/>
            <ac:spMk id="3" creationId="{45972F79-C523-EB23-70EC-83B98B7BBDCA}"/>
          </ac:spMkLst>
        </pc:spChg>
        <pc:spChg chg="add mod">
          <ac:chgData name="Nuber, Nathalie" userId="64826a5e-75fc-44e6-a073-417b106d7220" providerId="ADAL" clId="{2D240D19-45E2-4320-A1B7-FEF1D055401D}" dt="2026-09-21T08:03:43.975" v="677"/>
          <ac:spMkLst>
            <pc:docMk/>
            <pc:sldMk cId="0" sldId="363"/>
            <ac:spMk id="4" creationId="{FC184FAE-879A-4A94-F6D8-0B079FF5A091}"/>
          </ac:spMkLst>
        </pc:spChg>
        <pc:spChg chg="add">
          <ac:chgData name="Nuber, Nathalie" userId="64826a5e-75fc-44e6-a073-417b106d7220" providerId="ADAL" clId="{2D240D19-45E2-4320-A1B7-FEF1D055401D}" dt="2026-09-21T12:06:08.034" v="1883" actId="22"/>
          <ac:spMkLst>
            <pc:docMk/>
            <pc:sldMk cId="0" sldId="363"/>
            <ac:spMk id="5" creationId="{CB245C7D-A2EC-E53C-175D-BF496344F8CA}"/>
          </ac:spMkLst>
        </pc:spChg>
        <pc:spChg chg="del">
          <ac:chgData name="Nuber, Nathalie" userId="64826a5e-75fc-44e6-a073-417b106d7220" providerId="ADAL" clId="{2D240D19-45E2-4320-A1B7-FEF1D055401D}" dt="2026-09-21T08:01:50.864" v="641" actId="478"/>
          <ac:spMkLst>
            <pc:docMk/>
            <pc:sldMk cId="0" sldId="363"/>
            <ac:spMk id="8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6:07.126" v="1882" actId="478"/>
          <ac:spMkLst>
            <pc:docMk/>
            <pc:sldMk cId="0" sldId="363"/>
            <ac:spMk id="20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6:05.698" v="1881" actId="478"/>
          <ac:spMkLst>
            <pc:docMk/>
            <pc:sldMk cId="0" sldId="363"/>
            <ac:spMk id="21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01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0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04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0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0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20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23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25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26" creationId="{00000000-0000-0000-0000-000000000000}"/>
          </ac:spMkLst>
        </pc:spChg>
        <pc:spChg chg="mod">
          <ac:chgData name="Nuber, Nathalie" userId="64826a5e-75fc-44e6-a073-417b106d7220" providerId="ADAL" clId="{2D240D19-45E2-4320-A1B7-FEF1D055401D}" dt="2026-09-22T07:32:32.725" v="4313" actId="26606"/>
          <ac:spMkLst>
            <pc:docMk/>
            <pc:sldMk cId="0" sldId="363"/>
            <ac:spMk id="627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9:07:02.919" v="1448" actId="478"/>
          <ac:spMkLst>
            <pc:docMk/>
            <pc:sldMk cId="0" sldId="363"/>
            <ac:spMk id="70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3:43.046" v="676" actId="478"/>
          <ac:spMkLst>
            <pc:docMk/>
            <pc:sldMk cId="0" sldId="363"/>
            <ac:spMk id="1010" creationId="{00000000-0000-0000-0000-000000000000}"/>
          </ac:spMkLst>
        </pc:spChg>
      </pc:sldChg>
      <pc:sldChg chg="addSp delSp modSp add mod modNotes modNotesTx">
        <pc:chgData name="Nuber, Nathalie" userId="64826a5e-75fc-44e6-a073-417b106d7220" providerId="ADAL" clId="{2D240D19-45E2-4320-A1B7-FEF1D055401D}" dt="2026-09-22T08:33:56.487" v="4519" actId="368"/>
        <pc:sldMkLst>
          <pc:docMk/>
          <pc:sldMk cId="0" sldId="364"/>
        </pc:sldMkLst>
        <pc:spChg chg="add">
          <ac:chgData name="Nuber, Nathalie" userId="64826a5e-75fc-44e6-a073-417b106d7220" providerId="ADAL" clId="{2D240D19-45E2-4320-A1B7-FEF1D055401D}" dt="2026-09-21T08:01:39.349" v="638" actId="22"/>
          <ac:spMkLst>
            <pc:docMk/>
            <pc:sldMk cId="0" sldId="364"/>
            <ac:spMk id="7" creationId="{26587FF9-A03B-DA94-1D30-802B27BCA7A6}"/>
          </ac:spMkLst>
        </pc:spChg>
        <pc:spChg chg="del">
          <ac:chgData name="Nuber, Nathalie" userId="64826a5e-75fc-44e6-a073-417b106d7220" providerId="ADAL" clId="{2D240D19-45E2-4320-A1B7-FEF1D055401D}" dt="2026-09-21T08:01:38.336" v="637" actId="478"/>
          <ac:spMkLst>
            <pc:docMk/>
            <pc:sldMk cId="0" sldId="364"/>
            <ac:spMk id="8" creationId="{00000000-0000-0000-0000-000000000000}"/>
          </ac:spMkLst>
        </pc:spChg>
        <pc:spChg chg="add">
          <ac:chgData name="Nuber, Nathalie" userId="64826a5e-75fc-44e6-a073-417b106d7220" providerId="ADAL" clId="{2D240D19-45E2-4320-A1B7-FEF1D055401D}" dt="2026-09-21T12:05:51.733" v="1876" actId="22"/>
          <ac:spMkLst>
            <pc:docMk/>
            <pc:sldMk cId="0" sldId="364"/>
            <ac:spMk id="8" creationId="{22C32482-A63A-E7C3-3F64-C67B0DF161E3}"/>
          </ac:spMkLst>
        </pc:spChg>
        <pc:spChg chg="add mod">
          <ac:chgData name="Nuber, Nathalie" userId="64826a5e-75fc-44e6-a073-417b106d7220" providerId="ADAL" clId="{2D240D19-45E2-4320-A1B7-FEF1D055401D}" dt="2026-09-21T08:03:33.585" v="673"/>
          <ac:spMkLst>
            <pc:docMk/>
            <pc:sldMk cId="0" sldId="364"/>
            <ac:spMk id="9" creationId="{8E79C579-8F54-26FF-61EE-95391BD4D7B4}"/>
          </ac:spMkLst>
        </pc:spChg>
        <pc:spChg chg="del">
          <ac:chgData name="Nuber, Nathalie" userId="64826a5e-75fc-44e6-a073-417b106d7220" providerId="ADAL" clId="{2D240D19-45E2-4320-A1B7-FEF1D055401D}" dt="2026-09-21T12:05:50.835" v="1875" actId="478"/>
          <ac:spMkLst>
            <pc:docMk/>
            <pc:sldMk cId="0" sldId="364"/>
            <ac:spMk id="20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12:05:48.850" v="1874" actId="478"/>
          <ac:spMkLst>
            <pc:docMk/>
            <pc:sldMk cId="0" sldId="364"/>
            <ac:spMk id="215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3:32.582" v="672" actId="478"/>
          <ac:spMkLst>
            <pc:docMk/>
            <pc:sldMk cId="0" sldId="364"/>
            <ac:spMk id="101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9:51.156" v="793" actId="478"/>
          <ac:spMkLst>
            <pc:docMk/>
            <pc:sldMk cId="0" sldId="364"/>
            <ac:spMk id="3060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9:53.268" v="794" actId="478"/>
          <ac:spMkLst>
            <pc:docMk/>
            <pc:sldMk cId="0" sldId="364"/>
            <ac:spMk id="3061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09:55.570" v="795" actId="478"/>
          <ac:spMkLst>
            <pc:docMk/>
            <pc:sldMk cId="0" sldId="364"/>
            <ac:spMk id="3062" creationId="{00000000-0000-0000-0000-000000000000}"/>
          </ac:spMkLst>
        </pc:spChg>
        <pc:spChg chg="del">
          <ac:chgData name="Nuber, Nathalie" userId="64826a5e-75fc-44e6-a073-417b106d7220" providerId="ADAL" clId="{2D240D19-45E2-4320-A1B7-FEF1D055401D}" dt="2026-09-21T08:10:03.410" v="796" actId="478"/>
          <ac:spMkLst>
            <pc:docMk/>
            <pc:sldMk cId="0" sldId="364"/>
            <ac:spMk id="3070" creationId="{00000000-0000-0000-0000-000000000000}"/>
          </ac:spMkLst>
        </pc:spChg>
      </pc:sldChg>
      <pc:sldChg chg="new del">
        <pc:chgData name="Nuber, Nathalie" userId="64826a5e-75fc-44e6-a073-417b106d7220" providerId="ADAL" clId="{2D240D19-45E2-4320-A1B7-FEF1D055401D}" dt="2026-09-21T10:41:24.113" v="1747" actId="680"/>
        <pc:sldMkLst>
          <pc:docMk/>
          <pc:sldMk cId="2443236175" sldId="365"/>
        </pc:sldMkLst>
      </pc:sldChg>
      <pc:sldMasterChg chg="addSp modSp mod addSldLayout delSldLayout modSldLayout">
        <pc:chgData name="Nuber, Nathalie" userId="64826a5e-75fc-44e6-a073-417b106d7220" providerId="ADAL" clId="{2D240D19-45E2-4320-A1B7-FEF1D055401D}" dt="2026-09-21T09:06:09.037" v="1446"/>
        <pc:sldMasterMkLst>
          <pc:docMk/>
          <pc:sldMasterMk cId="1299563448" sldId="2147483648"/>
        </pc:sldMasterMkLst>
        <pc:picChg chg="add mod">
          <ac:chgData name="Nuber, Nathalie" userId="64826a5e-75fc-44e6-a073-417b106d7220" providerId="ADAL" clId="{2D240D19-45E2-4320-A1B7-FEF1D055401D}" dt="2026-09-21T07:58:46.779" v="609" actId="1076"/>
          <ac:picMkLst>
            <pc:docMk/>
            <pc:sldMasterMk cId="1299563448" sldId="2147483648"/>
            <ac:picMk id="10" creationId="{727B1DEA-EB29-6A94-4985-61118C0049BA}"/>
          </ac:picMkLst>
        </pc:picChg>
        <pc:sldLayoutChg chg="addSp delSp modSp mod">
          <pc:chgData name="Nuber, Nathalie" userId="64826a5e-75fc-44e6-a073-417b106d7220" providerId="ADAL" clId="{2D240D19-45E2-4320-A1B7-FEF1D055401D}" dt="2026-09-21T07:59:57.828" v="614" actId="478"/>
          <pc:sldLayoutMkLst>
            <pc:docMk/>
            <pc:sldMasterMk cId="1299563448" sldId="2147483648"/>
            <pc:sldLayoutMk cId="1425547629" sldId="2147483649"/>
          </pc:sldLayoutMkLst>
          <pc:picChg chg="add del mod">
            <ac:chgData name="Nuber, Nathalie" userId="64826a5e-75fc-44e6-a073-417b106d7220" providerId="ADAL" clId="{2D240D19-45E2-4320-A1B7-FEF1D055401D}" dt="2026-09-21T07:59:57.828" v="614" actId="478"/>
            <ac:picMkLst>
              <pc:docMk/>
              <pc:sldMasterMk cId="1299563448" sldId="2147483648"/>
              <pc:sldLayoutMk cId="1425547629" sldId="2147483649"/>
              <ac:picMk id="7" creationId="{17877D08-2A30-992A-29E8-C05C8E4BB715}"/>
            </ac:picMkLst>
          </pc:picChg>
        </pc:sldLayoutChg>
        <pc:sldLayoutChg chg="addSp delSp modSp add mod">
          <pc:chgData name="Nuber, Nathalie" userId="64826a5e-75fc-44e6-a073-417b106d7220" providerId="ADAL" clId="{2D240D19-45E2-4320-A1B7-FEF1D055401D}" dt="2026-09-21T09:06:09.037" v="1446"/>
          <pc:sldLayoutMkLst>
            <pc:docMk/>
            <pc:sldMasterMk cId="1299563448" sldId="2147483648"/>
            <pc:sldLayoutMk cId="2462642456" sldId="2147483686"/>
          </pc:sldLayoutMkLst>
          <pc:spChg chg="del">
            <ac:chgData name="Nuber, Nathalie" userId="64826a5e-75fc-44e6-a073-417b106d7220" providerId="ADAL" clId="{2D240D19-45E2-4320-A1B7-FEF1D055401D}" dt="2026-09-21T09:06:09.037" v="1446"/>
            <ac:spMkLst>
              <pc:docMk/>
              <pc:sldMasterMk cId="1299563448" sldId="2147483648"/>
              <pc:sldLayoutMk cId="2462642456" sldId="2147483686"/>
              <ac:spMk id="2" creationId="{44C6CFA7-8CBB-49CA-3693-3AA4EC1DA53C}"/>
            </ac:spMkLst>
          </pc:spChg>
          <pc:spChg chg="mod">
            <ac:chgData name="Nuber, Nathalie" userId="64826a5e-75fc-44e6-a073-417b106d7220" providerId="ADAL" clId="{2D240D19-45E2-4320-A1B7-FEF1D055401D}" dt="2026-09-21T07:57:52.898" v="606" actId="20577"/>
            <ac:spMkLst>
              <pc:docMk/>
              <pc:sldMasterMk cId="1299563448" sldId="2147483648"/>
              <pc:sldLayoutMk cId="2462642456" sldId="2147483686"/>
              <ac:spMk id="10" creationId="{01423213-8DF4-F212-5025-D9DC72CABFE1}"/>
            </ac:spMkLst>
          </pc:spChg>
          <pc:spChg chg="add del mod">
            <ac:chgData name="Nuber, Nathalie" userId="64826a5e-75fc-44e6-a073-417b106d7220" providerId="ADAL" clId="{2D240D19-45E2-4320-A1B7-FEF1D055401D}" dt="2026-09-21T07:57:47.006" v="592" actId="20577"/>
            <ac:spMkLst>
              <pc:docMk/>
              <pc:sldMasterMk cId="1299563448" sldId="2147483648"/>
              <pc:sldLayoutMk cId="2462642456" sldId="2147483686"/>
              <ac:spMk id="13" creationId="{B81D2CB1-81F9-B961-6A00-7EEA8BBCA8BB}"/>
            </ac:spMkLst>
          </pc:spChg>
        </pc:sldLayoutChg>
        <pc:sldLayoutChg chg="add">
          <pc:chgData name="Nuber, Nathalie" userId="64826a5e-75fc-44e6-a073-417b106d7220" providerId="ADAL" clId="{2D240D19-45E2-4320-A1B7-FEF1D055401D}" dt="2026-09-20T17:14:23.387" v="226" actId="26606"/>
          <pc:sldLayoutMkLst>
            <pc:docMk/>
            <pc:sldMasterMk cId="1299563448" sldId="2147483648"/>
            <pc:sldLayoutMk cId="2421602914" sldId="2147483687"/>
          </pc:sldLayoutMkLst>
        </pc:sldLayoutChg>
        <pc:sldLayoutChg chg="add">
          <pc:chgData name="Nuber, Nathalie" userId="64826a5e-75fc-44e6-a073-417b106d7220" providerId="ADAL" clId="{2D240D19-45E2-4320-A1B7-FEF1D055401D}" dt="2026-09-20T17:14:23.387" v="226" actId="26606"/>
          <pc:sldLayoutMkLst>
            <pc:docMk/>
            <pc:sldMasterMk cId="1299563448" sldId="2147483648"/>
            <pc:sldLayoutMk cId="2421602914" sldId="2147483688"/>
          </pc:sldLayoutMkLst>
        </pc:sldLayoutChg>
        <pc:sldLayoutChg chg="add">
          <pc:chgData name="Nuber, Nathalie" userId="64826a5e-75fc-44e6-a073-417b106d7220" providerId="ADAL" clId="{2D240D19-45E2-4320-A1B7-FEF1D055401D}" dt="2026-09-20T17:14:23.387" v="226" actId="26606"/>
          <pc:sldLayoutMkLst>
            <pc:docMk/>
            <pc:sldMasterMk cId="1299563448" sldId="2147483648"/>
            <pc:sldLayoutMk cId="2421602914" sldId="2147483689"/>
          </pc:sldLayoutMkLst>
        </pc:sldLayoutChg>
        <pc:sldLayoutChg chg="add">
          <pc:chgData name="Nuber, Nathalie" userId="64826a5e-75fc-44e6-a073-417b106d7220" providerId="ADAL" clId="{2D240D19-45E2-4320-A1B7-FEF1D055401D}" dt="2026-09-20T17:14:23.387" v="226" actId="26606"/>
          <pc:sldLayoutMkLst>
            <pc:docMk/>
            <pc:sldMasterMk cId="1299563448" sldId="2147483648"/>
            <pc:sldLayoutMk cId="2421602914" sldId="2147483690"/>
          </pc:sldLayoutMkLst>
        </pc:sldLayoutChg>
        <pc:sldLayoutChg chg="add">
          <pc:chgData name="Nuber, Nathalie" userId="64826a5e-75fc-44e6-a073-417b106d7220" providerId="ADAL" clId="{2D240D19-45E2-4320-A1B7-FEF1D055401D}" dt="2026-09-20T17:14:23.387" v="226" actId="26606"/>
          <pc:sldLayoutMkLst>
            <pc:docMk/>
            <pc:sldMasterMk cId="1299563448" sldId="2147483648"/>
            <pc:sldLayoutMk cId="2421602914" sldId="2147483691"/>
          </pc:sldLayoutMkLst>
        </pc:sldLayoutChg>
        <pc:sldLayoutChg chg="add">
          <pc:chgData name="Nuber, Nathalie" userId="64826a5e-75fc-44e6-a073-417b106d7220" providerId="ADAL" clId="{2D240D19-45E2-4320-A1B7-FEF1D055401D}" dt="2026-09-20T17:14:23.387" v="226" actId="26606"/>
          <pc:sldLayoutMkLst>
            <pc:docMk/>
            <pc:sldMasterMk cId="1299563448" sldId="2147483648"/>
            <pc:sldLayoutMk cId="2421602914" sldId="2147483692"/>
          </pc:sldLayoutMkLst>
        </pc:sldLayoutChg>
        <pc:sldLayoutChg chg="del replId">
          <pc:chgData name="Nuber, Nathalie" userId="64826a5e-75fc-44e6-a073-417b106d7220" providerId="ADAL" clId="{2D240D19-45E2-4320-A1B7-FEF1D055401D}" dt="2026-09-21T06:49:56.860" v="411" actId="26606"/>
          <pc:sldLayoutMkLst>
            <pc:docMk/>
            <pc:sldMasterMk cId="1299563448" sldId="2147483648"/>
            <pc:sldLayoutMk cId="2462642456" sldId="214748369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8BEB59-B03F-1516-D49A-9B01C9EBDB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E739C-43EC-06F0-78BD-C84C799ED0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9CB0D-740C-494B-9BDA-DCE1ACE6143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B51A1-BCC8-3F2F-A236-B281F68E21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E4778-705C-CBF1-D316-F090A61B91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9DDCA-229A-46B2-BF95-595DCDF55B5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21032"/>
      </p:ext>
    </p:extLst>
  </p:cSld>
  <p:clrMap bg1="dk1" tx1="lt1" bg2="dk2" tx2="lt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FF18E-6B4D-4FA3-9B28-AA54BB56B2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29047" y="840364"/>
            <a:ext cx="3399906" cy="19124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134388"/>
            <a:ext cx="5486400" cy="486661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B6471-ACEC-47CF-B768-419C0458B3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64755"/>
      </p:ext>
    </p:extLst>
  </p:cSld>
  <p:clrMap bg1="dk1" tx1="lt1" bg2="dk2" tx2="lt2" accent1="accent1" accent2="accent2" accent3="accent3" accent4="accent4" accent5="accent5" accent6="accent6" hlink="hlink" folHlink="folHlink"/>
  <p:notesStyle>
    <a:lvl1pPr marL="18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72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90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108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126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144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162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F012-9F36-FC5D-1969-6D908125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4A54B-8344-1959-175D-225CB99E4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49452-3C53-EB78-BE2B-6C1D6C749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A697C-5DDD-9DFD-3735-725F03BD2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B6471-ACEC-47CF-B768-419C0458B3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1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F012-9F36-FC5D-1969-6D908125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4A54B-8344-1959-175D-225CB99E4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49452-3C53-EB78-BE2B-6C1D6C749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A697C-5DDD-9DFD-3735-725F03BD2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B6471-ACEC-47CF-B768-419C0458B3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1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74AD-1664-4AD2-A45F-52638444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D4A31-E237-4B46-A9FC-A9D9C5E58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667CA-AA97-42F5-B9E3-09F10C646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10FDD-7772-444D-926A-8E7CD3649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7CE30-D6A2-4344-AAC6-024B029B7B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1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7C772-9ADA-4246-A4A2-2F5FDCC7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BA25D-DC57-416E-B3B1-4B12A8307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93574-B2DD-4163-9AB3-5BB5D1E0B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C03A9-F61C-4238-A8FA-183E1DB16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535B-F888-4A29-87B1-D713AD7E4D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1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D4773-58C3-438A-8F57-ADB76BEB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EEDA2-19D7-4828-A435-8753A9563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F22B8-1B7E-4856-9A15-8FCDA4DE3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871DC-03F7-4F32-B9CF-2BF0943F8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31BCA-A73C-4475-A537-7EF7AAB9AC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1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A0C0-DD6D-493C-9517-0C6C7342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6BFF0-20CF-4492-92D3-C0AAB33A2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2755E-EE47-4EC5-80CB-F7356EBF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32AAD-F599-4FC2-AF0A-8D4601C24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DB512-1290-4591-BED7-986F2663001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1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0430-82F7-44A2-A82D-E3B64288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2F58C-D2F2-4032-A38E-933FEE1F0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7FD5D-3FE1-470C-B391-A9A984813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1901D-4DCC-484B-8733-E3B0767A3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0E2FC-6728-4282-86ED-A0943B683E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1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670605F2-62EC-4F77-8390-7214AD3921AC}">
              <a16:creationId xmlns:a16="http://schemas.microsoft.com/office/drawing/2014/main" xmlns="" id="{0ED33DE9-3BDA-417C-8D49-16237D93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5BC0F1D7-8EF5-4BD8-99A2-081ED607C384}">
                <a16:creationId xmlns:a16="http://schemas.microsoft.com/office/drawing/2014/main" xmlns="" id="{2017B959-02B3-4AC3-B6F0-A99D66FBB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68E4DCE8-FB15-47A9-A58E-33CA11FDBD4B}">
                <a16:creationId xmlns:a16="http://schemas.microsoft.com/office/drawing/2014/main" xmlns="" id="{6B72ED69-0A9F-402B-91B9-792D234B9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de-DE" dirty="0"/>
          </a:p>
        </p:txBody>
      </p:sp>
      <p:sp>
        <p:nvSpPr>
          <p:cNvPr id="4" name="Slide Number Placeholder 3">
            <a:extLst>
              <a:ext uri="{6DE6CD88-DC7C-40CB-AE4A-D17698ECA11C}">
                <a16:creationId xmlns:a16="http://schemas.microsoft.com/office/drawing/2014/main" xmlns="" id="{37C88F43-DB99-4747-8D31-1BE664D19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B1800-7FF7-4EA6-8DA1-B8823CC12EF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D2733C0E-A9B1-47BB-9CE6-2EE294297918}">
              <a16:creationId xmlns:a16="http://schemas.microsoft.com/office/drawing/2014/main" xmlns="" id="{0BA8E2E4-D6A8-43A3-B9E1-EBCDFE8B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6404DFBB-700D-4EC0-A13C-E8F84BF6FB64}">
                <a16:creationId xmlns:a16="http://schemas.microsoft.com/office/drawing/2014/main" xmlns="" id="{7EA458E0-424E-4DD1-A899-37E917A1A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07668D90-7958-4F13-9F6E-4A573263E885}">
                <a16:creationId xmlns:a16="http://schemas.microsoft.com/office/drawing/2014/main" xmlns="" id="{75FC021A-8532-4E36-8C8E-36C1E78DD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de-DE" dirty="0"/>
          </a:p>
        </p:txBody>
      </p:sp>
      <p:sp>
        <p:nvSpPr>
          <p:cNvPr id="4" name="Slide Number Placeholder 3">
            <a:extLst>
              <a:ext uri="{99CD95D3-99B2-48EE-B13E-F2C7D636A662}">
                <a16:creationId xmlns:a16="http://schemas.microsoft.com/office/drawing/2014/main" xmlns="" id="{B23B15F1-0234-49B3-9480-CF2C75C6B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35729-8080-4A1B-8FBF-CABB93AEBA2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D2733C0E-A9B1-47BB-9CE6-2EE294297918}">
              <a16:creationId xmlns:a16="http://schemas.microsoft.com/office/drawing/2014/main" xmlns="" id="{0BA8E2E4-D6A8-43A3-B9E1-EBCDFE8B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6404DFBB-700D-4EC0-A13C-E8F84BF6FB64}">
                <a16:creationId xmlns:a16="http://schemas.microsoft.com/office/drawing/2014/main" xmlns="" id="{7EA458E0-424E-4DD1-A899-37E917A1A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07668D90-7958-4F13-9F6E-4A573263E885}">
                <a16:creationId xmlns:a16="http://schemas.microsoft.com/office/drawing/2014/main" xmlns="" id="{75FC021A-8532-4E36-8C8E-36C1E78DD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rtl="0" fontAlgn="base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99CD95D3-99B2-48EE-B13E-F2C7D636A662}">
                <a16:creationId xmlns:a16="http://schemas.microsoft.com/office/drawing/2014/main" xmlns="" id="{B23B15F1-0234-49B3-9480-CF2C75C6B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35729-8080-4A1B-8FBF-CABB93AEBA2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D2733C0E-A9B1-47BB-9CE6-2EE294297918}">
              <a16:creationId xmlns:a16="http://schemas.microsoft.com/office/drawing/2014/main" xmlns="" id="{0BA8E2E4-D6A8-43A3-B9E1-EBCDFE8B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6404DFBB-700D-4EC0-A13C-E8F84BF6FB64}">
                <a16:creationId xmlns:a16="http://schemas.microsoft.com/office/drawing/2014/main" xmlns="" id="{7EA458E0-424E-4DD1-A899-37E917A1A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07668D90-7958-4F13-9F6E-4A573263E885}">
                <a16:creationId xmlns:a16="http://schemas.microsoft.com/office/drawing/2014/main" xmlns="" id="{75FC021A-8532-4E36-8C8E-36C1E78DD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rtl="0" fontAlgn="base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99CD95D3-99B2-48EE-B13E-F2C7D636A662}">
                <a16:creationId xmlns:a16="http://schemas.microsoft.com/office/drawing/2014/main" xmlns="" id="{B23B15F1-0234-49B3-9480-CF2C75C6B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35729-8080-4A1B-8FBF-CABB93AEBA2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8F62B288-9724-4959-90D4-587BB80E150C}">
              <a16:creationId xmlns:a16="http://schemas.microsoft.com/office/drawing/2014/main" xmlns="" id="{26398D83-54CD-4DB7-9A6D-E9DED4A5C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946D8102-3B89-4323-A2EB-6ECF25F4B49F}">
                <a16:creationId xmlns:a16="http://schemas.microsoft.com/office/drawing/2014/main" xmlns="" id="{4F23711A-14BF-4C91-9F5F-D34B66F3E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3E92631D-0443-459E-A721-5D31CF128DCF}">
                <a16:creationId xmlns:a16="http://schemas.microsoft.com/office/drawing/2014/main" xmlns="" id="{1277FF67-B72D-4BF1-8A76-F5ED1CC32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de-DE"/>
          </a:p>
        </p:txBody>
      </p:sp>
      <p:sp>
        <p:nvSpPr>
          <p:cNvPr id="4" name="Slide Number Placeholder 3">
            <a:extLst>
              <a:ext uri="{3787C274-31AD-4AC4-87F3-907F203E2C23}">
                <a16:creationId xmlns:a16="http://schemas.microsoft.com/office/drawing/2014/main" xmlns="" id="{B6DE2E63-2E01-448E-8AD3-D5CBDA8BD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DE432-DB92-40EB-A719-B3CEA8CE966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B6471-ACEC-47CF-B768-419C0458B3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27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90482204-7BDC-440B-BC9B-746C383463EB}">
              <a16:creationId xmlns:a16="http://schemas.microsoft.com/office/drawing/2014/main" xmlns="" id="{B4293B34-33E5-459D-ABAD-0B2F7CB7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E7A40164-3E7C-422A-A750-9BC37A0DB98B}">
                <a16:creationId xmlns:a16="http://schemas.microsoft.com/office/drawing/2014/main" xmlns="" id="{8999F6FF-BE71-459F-9626-CFD89802E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8DA2DC31-8FB5-46C6-9C32-A7718A0410D4}">
                <a16:creationId xmlns:a16="http://schemas.microsoft.com/office/drawing/2014/main" xmlns="" id="{A06FEE89-3BC0-4F88-85CC-0E773AF39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de-DE"/>
          </a:p>
        </p:txBody>
      </p:sp>
      <p:sp>
        <p:nvSpPr>
          <p:cNvPr id="4" name="Slide Number Placeholder 3">
            <a:extLst>
              <a:ext uri="{6032B191-C41F-4C7D-8843-3B56F779ADD6}">
                <a16:creationId xmlns:a16="http://schemas.microsoft.com/office/drawing/2014/main" xmlns="" id="{F0FCACAE-2AAD-4B31-BAF0-2743C15CE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D06E0-E674-4B5B-A3DE-FD188D69B56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D2733C0E-A9B1-47BB-9CE6-2EE294297918}">
              <a16:creationId xmlns:a16="http://schemas.microsoft.com/office/drawing/2014/main" xmlns="" id="{0BA8E2E4-D6A8-43A3-B9E1-EBCDFE8B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6404DFBB-700D-4EC0-A13C-E8F84BF6FB64}">
                <a16:creationId xmlns:a16="http://schemas.microsoft.com/office/drawing/2014/main" xmlns="" id="{7EA458E0-424E-4DD1-A899-37E917A1A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07668D90-7958-4F13-9F6E-4A573263E885}">
                <a16:creationId xmlns:a16="http://schemas.microsoft.com/office/drawing/2014/main" xmlns="" id="{75FC021A-8532-4E36-8C8E-36C1E78DD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fontAlgn="t">
              <a:buNone/>
            </a:pPr>
            <a:endParaRPr lang="de-DE"/>
          </a:p>
        </p:txBody>
      </p:sp>
      <p:sp>
        <p:nvSpPr>
          <p:cNvPr id="4" name="Slide Number Placeholder 3">
            <a:extLst>
              <a:ext uri="{99CD95D3-99B2-48EE-B13E-F2C7D636A662}">
                <a16:creationId xmlns:a16="http://schemas.microsoft.com/office/drawing/2014/main" xmlns="" id="{B23B15F1-0234-49B3-9480-CF2C75C6B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35729-8080-4A1B-8FBF-CABB93AEBA2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A9D8CF98-7654-4C0F-984D-AB234D08F0F9}">
              <a16:creationId xmlns:a16="http://schemas.microsoft.com/office/drawing/2014/main" xmlns="" id="{560EB9D5-8E84-485B-B498-502A4B89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1002C705-5C24-4461-A410-E19F963EE856}">
                <a16:creationId xmlns:a16="http://schemas.microsoft.com/office/drawing/2014/main" xmlns="" id="{942D82F2-3925-4E42-AC42-F42BD4C24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8C812426-689B-4492-8F48-72ADDFD6528D}">
                <a16:creationId xmlns:a16="http://schemas.microsoft.com/office/drawing/2014/main" xmlns="" id="{0B6B6B04-F436-48F7-8E35-2641EE8DB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de-DE"/>
          </a:p>
        </p:txBody>
      </p:sp>
      <p:sp>
        <p:nvSpPr>
          <p:cNvPr id="4" name="Slide Number Placeholder 3">
            <a:extLst>
              <a:ext uri="{9A2C5F88-7C4F-4AB0-954B-1D011D3C22DA}">
                <a16:creationId xmlns:a16="http://schemas.microsoft.com/office/drawing/2014/main" xmlns="" id="{E42385A3-68D7-4461-B390-D6EF751C8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F625C-41D5-4335-AF67-E03B3776A1AC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8E44F196-5B40-404F-83E5-3DACC2DCDFB9}">
              <a16:creationId xmlns:a16="http://schemas.microsoft.com/office/drawing/2014/main" xmlns="" id="{E3AA21B8-2D1D-458D-813E-281B2F5CA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14935987-F1E3-4AC0-A358-15F4540D5ADD}">
                <a16:creationId xmlns:a16="http://schemas.microsoft.com/office/drawing/2014/main" xmlns="" id="{9A1DA943-6CE3-4C47-A78D-55E0476DB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740D2BAD-BA30-4C85-ABB7-ED3A43272D31}">
                <a16:creationId xmlns="" xmlns:a16="http://schemas.microsoft.com/office/drawing/2014/main" id="{B2579260-5F66-40FA-AB81-13C50997A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1E5AE973-9B7F-44A0-8DF9-75175C4911F9}">
                <a16:creationId xmlns:a16="http://schemas.microsoft.com/office/drawing/2014/main" xmlns="" id="{84FBFDAB-CE6E-4352-B7A4-2F809A636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9898B-B797-43B3-A4D1-8EFED788F99E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6ED78E2-8199-4A12-A3F5-01A71A893ECC}">
              <a16:creationId xmlns:a16="http://schemas.microsoft.com/office/drawing/2014/main" xmlns="" id="{19C5169A-E034-4998-ACAA-21EBC0CE8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27605436-5047-4606-8652-26D2B6A8C5AB}">
                <a16:creationId xmlns:a16="http://schemas.microsoft.com/office/drawing/2014/main" xmlns="" id="{75606DBB-CFBD-4B1D-9549-671D82FDE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8C971F9F-2137-4F72-BBD4-524942B82B14}">
                <a16:creationId xmlns:a16="http://schemas.microsoft.com/office/drawing/2014/main" xmlns="" id="{5304FEDF-C0B6-4287-BA37-B7652E4AF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de-DE" dirty="0"/>
          </a:p>
        </p:txBody>
      </p:sp>
      <p:sp>
        <p:nvSpPr>
          <p:cNvPr id="4" name="Slide Number Placeholder 3">
            <a:extLst>
              <a:ext uri="{D2A69684-CA19-418F-9FEE-704CB72DF521}">
                <a16:creationId xmlns:a16="http://schemas.microsoft.com/office/drawing/2014/main" xmlns="" id="{5943B0B5-C66D-44AE-BC4B-9D41E26D9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516DB-5679-46DF-B38B-9086E9B544DE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2769D31-C9F5-4248-A790-296AC3BB37CA}">
              <a16:creationId xmlns:a16="http://schemas.microsoft.com/office/drawing/2014/main" xmlns="" id="{54FCC1AB-A873-4860-BA9D-7FA396D6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87C27891-15A2-4757-B141-DF50B649D9E7}">
                <a16:creationId xmlns:a16="http://schemas.microsoft.com/office/drawing/2014/main" xmlns="" id="{A81DC0CE-4F44-4042-956F-29042D4BD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28788" y="839788"/>
            <a:ext cx="3400425" cy="1912937"/>
          </a:xfrm>
        </p:spPr>
      </p:sp>
      <p:sp>
        <p:nvSpPr>
          <p:cNvPr id="3" name="Notes Placeholder 2">
            <a:extLst>
              <a:ext uri="{272A570D-E261-45CE-8801-A07C688CBBB6}">
                <a16:creationId xmlns:a16="http://schemas.microsoft.com/office/drawing/2014/main" xmlns="" id="{084E5351-DE09-45D8-9C03-51F6A0DEA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CA14EA35-5005-4EF9-8DAD-5EABC0DD55B2}">
                <a16:creationId xmlns:a16="http://schemas.microsoft.com/office/drawing/2014/main" xmlns="" id="{8E46F92A-CCF9-47B9-BAD7-17B9B3489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F6725-E692-417D-A32F-7296EE65F6D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ang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50100DB-63C2-9910-B81D-421C05004A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4289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0100DB-63C2-9910-B81D-421C05004A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3063" y="373063"/>
            <a:ext cx="11447462" cy="830997"/>
          </a:xfrm>
        </p:spPr>
        <p:txBody>
          <a:bodyPr vert="horz" lIns="0" tIns="0" rIns="0" bIns="0" anchor="t">
            <a:spAutoFit/>
          </a:bodyPr>
          <a:lstStyle>
            <a:lvl1pPr algn="l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12F02C-6C8E-FA47-49A4-0D592874E4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063" y="5956300"/>
            <a:ext cx="5722937" cy="252413"/>
          </a:xfrm>
        </p:spPr>
        <p:txBody>
          <a:bodyPr lIns="0" tIns="0" rIns="0" bIns="0" anchor="b">
            <a:sp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5pPr marL="540000" indent="0">
              <a:buNone/>
              <a:defRPr/>
            </a:lvl5pPr>
          </a:lstStyle>
          <a:p>
            <a:r>
              <a:rPr lang="en-US" dirty="0">
                <a:cs typeface="Arial" panose="020B0604020202020204" pitchFamily="34" charset="0"/>
              </a:rPr>
              <a:t>Date or further information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6232009"/>
            <a:ext cx="4699000" cy="184666"/>
          </a:xfrm>
        </p:spPr>
        <p:txBody>
          <a:bodyPr lIns="0" tIns="0" rIns="0" bIns="0" anchor="b">
            <a:spAutoFit/>
          </a:bodyPr>
          <a:lstStyle>
            <a:lvl1pPr>
              <a:buNone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6763F-DB2C-1653-E1D8-F89762942E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3063" y="1204060"/>
            <a:ext cx="11447462" cy="461665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0" indent="0" algn="l">
              <a:buNone/>
              <a:defRPr sz="3000">
                <a:solidFill>
                  <a:schemeClr val="bg1"/>
                </a:solidFill>
              </a:defRPr>
            </a:lvl2pPr>
            <a:lvl3pPr marL="0" indent="0" algn="l">
              <a:buNone/>
              <a:defRPr sz="3000">
                <a:solidFill>
                  <a:schemeClr val="bg1"/>
                </a:solidFill>
              </a:defRPr>
            </a:lvl3pPr>
            <a:lvl4pPr marL="0" indent="0" algn="l">
              <a:buNone/>
              <a:defRPr sz="3000">
                <a:solidFill>
                  <a:schemeClr val="bg1"/>
                </a:solidFill>
              </a:defRPr>
            </a:lvl4pPr>
            <a:lvl5pPr marL="0" indent="0" algn="l">
              <a:buNone/>
              <a:defRPr sz="3000">
                <a:solidFill>
                  <a:schemeClr val="bg1"/>
                </a:solidFill>
              </a:defRPr>
            </a:lvl5pPr>
            <a:lvl6pPr marL="0" indent="0" algn="l">
              <a:buNone/>
              <a:defRPr sz="3000">
                <a:solidFill>
                  <a:schemeClr val="bg1"/>
                </a:solidFill>
              </a:defRPr>
            </a:lvl6pPr>
            <a:lvl7pPr marL="0" indent="0" algn="l">
              <a:buNone/>
              <a:defRPr sz="3000">
                <a:solidFill>
                  <a:schemeClr val="bg1"/>
                </a:solidFill>
              </a:defRPr>
            </a:lvl7pPr>
            <a:lvl8pPr marL="0" indent="0" algn="l">
              <a:buNone/>
              <a:defRPr sz="3000">
                <a:solidFill>
                  <a:schemeClr val="bg1"/>
                </a:solidFill>
              </a:defRPr>
            </a:lvl8pPr>
            <a:lvl9pPr marL="0" indent="0" algn="l">
              <a:buNone/>
              <a:defRPr sz="3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description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BB39316-0B9B-AC28-B9F9-D76D251744F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48438" y="2111435"/>
            <a:ext cx="53340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47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3">
            <a:extLst>
              <a:ext uri="{FF2B5EF4-FFF2-40B4-BE49-F238E27FC236}">
                <a16:creationId xmlns:a16="http://schemas.microsoft.com/office/drawing/2014/main" id="{5A766D3D-C15A-EE82-7498-75239FD227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270"/>
            <a:ext cx="12210089" cy="6857460"/>
          </a:xfrm>
          <a:prstGeom prst="rect">
            <a:avLst/>
          </a:prstGeom>
        </p:spPr>
      </p:pic>
      <p:sp>
        <p:nvSpPr>
          <p:cNvPr id="5" name="Rechteck">
            <a:extLst>
              <a:ext uri="{FF2B5EF4-FFF2-40B4-BE49-F238E27FC236}">
                <a16:creationId xmlns:a16="http://schemas.microsoft.com/office/drawing/2014/main" id="{9E77F99A-7C99-D1E4-541B-7B0C866691E7}"/>
              </a:ext>
            </a:extLst>
          </p:cNvPr>
          <p:cNvSpPr>
            <a:spLocks/>
          </p:cNvSpPr>
          <p:nvPr userDrawn="1"/>
        </p:nvSpPr>
        <p:spPr>
          <a:xfrm>
            <a:off x="0" y="270"/>
            <a:ext cx="12210089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73063" y="373063"/>
            <a:ext cx="11447462" cy="830997"/>
          </a:xfrm>
        </p:spPr>
        <p:txBody>
          <a:bodyPr lIns="0" tIns="0" rIns="0" bIns="0" anchor="t">
            <a:sp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6763F-DB2C-1653-E1D8-F89762942E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73063" y="1204060"/>
            <a:ext cx="11447462" cy="461665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0" indent="0" algn="l">
              <a:buNone/>
              <a:defRPr sz="3000">
                <a:solidFill>
                  <a:schemeClr val="bg1"/>
                </a:solidFill>
              </a:defRPr>
            </a:lvl2pPr>
            <a:lvl3pPr marL="0" indent="0" algn="l">
              <a:buNone/>
              <a:defRPr sz="3000">
                <a:solidFill>
                  <a:schemeClr val="bg1"/>
                </a:solidFill>
              </a:defRPr>
            </a:lvl3pPr>
            <a:lvl4pPr marL="0" indent="0" algn="l">
              <a:buNone/>
              <a:defRPr sz="3000">
                <a:solidFill>
                  <a:schemeClr val="bg1"/>
                </a:solidFill>
              </a:defRPr>
            </a:lvl4pPr>
            <a:lvl5pPr marL="0" indent="0" algn="l">
              <a:buNone/>
              <a:defRPr sz="3000">
                <a:solidFill>
                  <a:schemeClr val="bg1"/>
                </a:solidFill>
              </a:defRPr>
            </a:lvl5pPr>
            <a:lvl6pPr marL="0" indent="0" algn="l">
              <a:buNone/>
              <a:defRPr sz="3000">
                <a:solidFill>
                  <a:schemeClr val="bg1"/>
                </a:solidFill>
              </a:defRPr>
            </a:lvl6pPr>
            <a:lvl7pPr marL="0" indent="0" algn="l">
              <a:buNone/>
              <a:defRPr sz="3000">
                <a:solidFill>
                  <a:schemeClr val="bg1"/>
                </a:solidFill>
              </a:defRPr>
            </a:lvl7pPr>
            <a:lvl8pPr marL="0" indent="0" algn="l">
              <a:buNone/>
              <a:defRPr sz="3000">
                <a:solidFill>
                  <a:schemeClr val="bg1"/>
                </a:solidFill>
              </a:defRPr>
            </a:lvl8pPr>
            <a:lvl9pPr marL="0" indent="0" algn="l">
              <a:buNone/>
              <a:defRPr sz="3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Presentation description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12F02C-6C8E-FA47-49A4-0D592874E4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73063" y="5956300"/>
            <a:ext cx="5722937" cy="252413"/>
          </a:xfrm>
        </p:spPr>
        <p:txBody>
          <a:bodyPr lIns="0" tIns="0" rIns="0" bIns="0" anchor="b">
            <a:sp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5pPr marL="540000" indent="0">
              <a:buNone/>
              <a:defRPr/>
            </a:lvl5pPr>
          </a:lstStyle>
          <a:p>
            <a:r>
              <a:rPr lang="en-US" dirty="0">
                <a:cs typeface="Arial" panose="020B0604020202020204" pitchFamily="34" charset="0"/>
              </a:rPr>
              <a:t>Date or further information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1397000" y="6232009"/>
            <a:ext cx="4699000" cy="184666"/>
          </a:xfrm>
        </p:spPr>
        <p:txBody>
          <a:bodyPr lIns="0" tIns="0" r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2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0968A5-41FD-32D2-7F90-0191942485BD}"/>
              </a:ext>
            </a:extLst>
          </p:cNvPr>
          <p:cNvGrpSpPr/>
          <p:nvPr userDrawn="1"/>
        </p:nvGrpSpPr>
        <p:grpSpPr>
          <a:xfrm>
            <a:off x="6597756" y="2225331"/>
            <a:ext cx="5088778" cy="4811136"/>
            <a:chOff x="6597756" y="2225331"/>
            <a:chExt cx="5088778" cy="4811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8D77FE9-CC05-6AC2-F340-3D2327F4A3FC}"/>
                </a:ext>
              </a:extLst>
            </p:cNvPr>
            <p:cNvSpPr/>
            <p:nvPr/>
          </p:nvSpPr>
          <p:spPr bwMode="gray">
            <a:xfrm rot="21132644">
              <a:off x="6597756" y="2225331"/>
              <a:ext cx="5088778" cy="4811136"/>
            </a:xfrm>
            <a:custGeom>
              <a:avLst/>
              <a:gdLst>
                <a:gd name="connsiteX0" fmla="*/ 2804813 w 5088778"/>
                <a:gd name="connsiteY0" fmla="*/ 13119 h 4811136"/>
                <a:gd name="connsiteX1" fmla="*/ 5088778 w 5088778"/>
                <a:gd name="connsiteY1" fmla="*/ 2544389 h 4811136"/>
                <a:gd name="connsiteX2" fmla="*/ 3757935 w 5088778"/>
                <a:gd name="connsiteY2" fmla="*/ 4782020 h 4811136"/>
                <a:gd name="connsiteX3" fmla="*/ 3697427 w 5088778"/>
                <a:gd name="connsiteY3" fmla="*/ 4811136 h 4811136"/>
                <a:gd name="connsiteX4" fmla="*/ 826279 w 5088778"/>
                <a:gd name="connsiteY4" fmla="*/ 4418385 h 4811136"/>
                <a:gd name="connsiteX5" fmla="*/ 744609 w 5088778"/>
                <a:gd name="connsiteY5" fmla="*/ 4344170 h 4811136"/>
                <a:gd name="connsiteX6" fmla="*/ 1 w 5088778"/>
                <a:gd name="connsiteY6" fmla="*/ 2544389 h 4811136"/>
                <a:gd name="connsiteX7" fmla="*/ 2544389 w 5088778"/>
                <a:gd name="connsiteY7" fmla="*/ 1 h 4811136"/>
                <a:gd name="connsiteX8" fmla="*/ 2804813 w 5088778"/>
                <a:gd name="connsiteY8" fmla="*/ 13119 h 481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8778" h="4811136">
                  <a:moveTo>
                    <a:pt x="2804813" y="13119"/>
                  </a:moveTo>
                  <a:cubicBezTo>
                    <a:pt x="4089029" y="143239"/>
                    <a:pt x="5088778" y="1225425"/>
                    <a:pt x="5088778" y="2544389"/>
                  </a:cubicBezTo>
                  <a:cubicBezTo>
                    <a:pt x="5088778" y="3511630"/>
                    <a:pt x="4551135" y="4351536"/>
                    <a:pt x="3757935" y="4782020"/>
                  </a:cubicBezTo>
                  <a:lnTo>
                    <a:pt x="3697427" y="4811136"/>
                  </a:lnTo>
                  <a:lnTo>
                    <a:pt x="826279" y="4418385"/>
                  </a:lnTo>
                  <a:lnTo>
                    <a:pt x="744609" y="4344170"/>
                  </a:lnTo>
                  <a:cubicBezTo>
                    <a:pt x="284374" y="3883934"/>
                    <a:pt x="0" y="3247837"/>
                    <a:pt x="1" y="2544389"/>
                  </a:cubicBezTo>
                  <a:cubicBezTo>
                    <a:pt x="0" y="1137494"/>
                    <a:pt x="1137494" y="0"/>
                    <a:pt x="2544389" y="1"/>
                  </a:cubicBezTo>
                  <a:cubicBezTo>
                    <a:pt x="2632320" y="1"/>
                    <a:pt x="2719199" y="4444"/>
                    <a:pt x="2804813" y="13119"/>
                  </a:cubicBezTo>
                  <a:close/>
                </a:path>
              </a:pathLst>
            </a:custGeom>
            <a:solidFill>
              <a:schemeClr val="tx2"/>
            </a:solidFill>
            <a:ln w="1748" cap="flat">
              <a:solidFill>
                <a:srgbClr val="FF6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1E88DBC-A094-B4D9-2C59-BF333ADBB76D}"/>
                </a:ext>
              </a:extLst>
            </p:cNvPr>
            <p:cNvSpPr/>
            <p:nvPr/>
          </p:nvSpPr>
          <p:spPr bwMode="gray">
            <a:xfrm rot="21132644">
              <a:off x="7048659" y="2839116"/>
              <a:ext cx="4118922" cy="3262805"/>
            </a:xfrm>
            <a:custGeom>
              <a:avLst/>
              <a:gdLst>
                <a:gd name="connsiteX0" fmla="*/ 85384 w 407943"/>
                <a:gd name="connsiteY0" fmla="*/ 68781 h 323152"/>
                <a:gd name="connsiteX1" fmla="*/ 88941 w 407943"/>
                <a:gd name="connsiteY1" fmla="*/ 86569 h 323152"/>
                <a:gd name="connsiteX2" fmla="*/ 44471 w 407943"/>
                <a:gd name="connsiteY2" fmla="*/ 131040 h 323152"/>
                <a:gd name="connsiteX3" fmla="*/ 0 w 407943"/>
                <a:gd name="connsiteY3" fmla="*/ 86569 h 323152"/>
                <a:gd name="connsiteX4" fmla="*/ 44471 w 407943"/>
                <a:gd name="connsiteY4" fmla="*/ 42099 h 323152"/>
                <a:gd name="connsiteX5" fmla="*/ 68781 w 407943"/>
                <a:gd name="connsiteY5" fmla="*/ 49807 h 323152"/>
                <a:gd name="connsiteX6" fmla="*/ 68781 w 407943"/>
                <a:gd name="connsiteY6" fmla="*/ 38541 h 323152"/>
                <a:gd name="connsiteX7" fmla="*/ 107322 w 407943"/>
                <a:gd name="connsiteY7" fmla="*/ 0 h 323152"/>
                <a:gd name="connsiteX8" fmla="*/ 215831 w 407943"/>
                <a:gd name="connsiteY8" fmla="*/ 0 h 323152"/>
                <a:gd name="connsiteX9" fmla="*/ 215831 w 407943"/>
                <a:gd name="connsiteY9" fmla="*/ 64631 h 323152"/>
                <a:gd name="connsiteX10" fmla="*/ 152979 w 407943"/>
                <a:gd name="connsiteY10" fmla="*/ 64631 h 323152"/>
                <a:gd name="connsiteX11" fmla="*/ 150607 w 407943"/>
                <a:gd name="connsiteY11" fmla="*/ 67002 h 323152"/>
                <a:gd name="connsiteX12" fmla="*/ 150607 w 407943"/>
                <a:gd name="connsiteY12" fmla="*/ 106729 h 323152"/>
                <a:gd name="connsiteX13" fmla="*/ 152979 w 407943"/>
                <a:gd name="connsiteY13" fmla="*/ 109101 h 323152"/>
                <a:gd name="connsiteX14" fmla="*/ 215831 w 407943"/>
                <a:gd name="connsiteY14" fmla="*/ 109101 h 323152"/>
                <a:gd name="connsiteX15" fmla="*/ 215831 w 407943"/>
                <a:gd name="connsiteY15" fmla="*/ 163652 h 323152"/>
                <a:gd name="connsiteX16" fmla="*/ 154758 w 407943"/>
                <a:gd name="connsiteY16" fmla="*/ 163652 h 323152"/>
                <a:gd name="connsiteX17" fmla="*/ 150607 w 407943"/>
                <a:gd name="connsiteY17" fmla="*/ 167802 h 323152"/>
                <a:gd name="connsiteX18" fmla="*/ 150607 w 407943"/>
                <a:gd name="connsiteY18" fmla="*/ 307144 h 323152"/>
                <a:gd name="connsiteX19" fmla="*/ 199821 w 407943"/>
                <a:gd name="connsiteY19" fmla="*/ 307144 h 323152"/>
                <a:gd name="connsiteX20" fmla="*/ 199821 w 407943"/>
                <a:gd name="connsiteY20" fmla="*/ 208122 h 323152"/>
                <a:gd name="connsiteX21" fmla="*/ 214052 w 407943"/>
                <a:gd name="connsiteY21" fmla="*/ 193892 h 323152"/>
                <a:gd name="connsiteX22" fmla="*/ 232433 w 407943"/>
                <a:gd name="connsiteY22" fmla="*/ 193892 h 323152"/>
                <a:gd name="connsiteX23" fmla="*/ 246664 w 407943"/>
                <a:gd name="connsiteY23" fmla="*/ 208122 h 323152"/>
                <a:gd name="connsiteX24" fmla="*/ 246664 w 407943"/>
                <a:gd name="connsiteY24" fmla="*/ 307144 h 323152"/>
                <a:gd name="connsiteX25" fmla="*/ 295878 w 407943"/>
                <a:gd name="connsiteY25" fmla="*/ 307144 h 323152"/>
                <a:gd name="connsiteX26" fmla="*/ 295878 w 407943"/>
                <a:gd name="connsiteY26" fmla="*/ 208122 h 323152"/>
                <a:gd name="connsiteX27" fmla="*/ 310108 w 407943"/>
                <a:gd name="connsiteY27" fmla="*/ 193892 h 323152"/>
                <a:gd name="connsiteX28" fmla="*/ 328489 w 407943"/>
                <a:gd name="connsiteY28" fmla="*/ 193892 h 323152"/>
                <a:gd name="connsiteX29" fmla="*/ 342720 w 407943"/>
                <a:gd name="connsiteY29" fmla="*/ 208122 h 323152"/>
                <a:gd name="connsiteX30" fmla="*/ 342720 w 407943"/>
                <a:gd name="connsiteY30" fmla="*/ 307144 h 323152"/>
                <a:gd name="connsiteX31" fmla="*/ 391934 w 407943"/>
                <a:gd name="connsiteY31" fmla="*/ 307144 h 323152"/>
                <a:gd name="connsiteX32" fmla="*/ 391934 w 407943"/>
                <a:gd name="connsiteY32" fmla="*/ 167802 h 323152"/>
                <a:gd name="connsiteX33" fmla="*/ 387784 w 407943"/>
                <a:gd name="connsiteY33" fmla="*/ 163652 h 323152"/>
                <a:gd name="connsiteX34" fmla="*/ 230654 w 407943"/>
                <a:gd name="connsiteY34" fmla="*/ 163652 h 323152"/>
                <a:gd name="connsiteX35" fmla="*/ 230654 w 407943"/>
                <a:gd name="connsiteY35" fmla="*/ 147642 h 323152"/>
                <a:gd name="connsiteX36" fmla="*/ 393713 w 407943"/>
                <a:gd name="connsiteY36" fmla="*/ 147642 h 323152"/>
                <a:gd name="connsiteX37" fmla="*/ 407944 w 407943"/>
                <a:gd name="connsiteY37" fmla="*/ 161873 h 323152"/>
                <a:gd name="connsiteX38" fmla="*/ 407944 w 407943"/>
                <a:gd name="connsiteY38" fmla="*/ 323153 h 323152"/>
                <a:gd name="connsiteX39" fmla="*/ 326711 w 407943"/>
                <a:gd name="connsiteY39" fmla="*/ 323153 h 323152"/>
                <a:gd name="connsiteX40" fmla="*/ 326711 w 407943"/>
                <a:gd name="connsiteY40" fmla="*/ 212866 h 323152"/>
                <a:gd name="connsiteX41" fmla="*/ 324339 w 407943"/>
                <a:gd name="connsiteY41" fmla="*/ 210494 h 323152"/>
                <a:gd name="connsiteX42" fmla="*/ 314852 w 407943"/>
                <a:gd name="connsiteY42" fmla="*/ 210494 h 323152"/>
                <a:gd name="connsiteX43" fmla="*/ 312480 w 407943"/>
                <a:gd name="connsiteY43" fmla="*/ 212866 h 323152"/>
                <a:gd name="connsiteX44" fmla="*/ 312480 w 407943"/>
                <a:gd name="connsiteY44" fmla="*/ 323153 h 323152"/>
                <a:gd name="connsiteX45" fmla="*/ 231247 w 407943"/>
                <a:gd name="connsiteY45" fmla="*/ 323153 h 323152"/>
                <a:gd name="connsiteX46" fmla="*/ 231247 w 407943"/>
                <a:gd name="connsiteY46" fmla="*/ 212866 h 323152"/>
                <a:gd name="connsiteX47" fmla="*/ 228875 w 407943"/>
                <a:gd name="connsiteY47" fmla="*/ 210494 h 323152"/>
                <a:gd name="connsiteX48" fmla="*/ 219388 w 407943"/>
                <a:gd name="connsiteY48" fmla="*/ 210494 h 323152"/>
                <a:gd name="connsiteX49" fmla="*/ 217016 w 407943"/>
                <a:gd name="connsiteY49" fmla="*/ 212866 h 323152"/>
                <a:gd name="connsiteX50" fmla="*/ 217016 w 407943"/>
                <a:gd name="connsiteY50" fmla="*/ 323153 h 323152"/>
                <a:gd name="connsiteX51" fmla="*/ 34984 w 407943"/>
                <a:gd name="connsiteY51" fmla="*/ 323153 h 323152"/>
                <a:gd name="connsiteX52" fmla="*/ 34984 w 407943"/>
                <a:gd name="connsiteY52" fmla="*/ 307144 h 323152"/>
                <a:gd name="connsiteX53" fmla="*/ 69967 w 407943"/>
                <a:gd name="connsiteY53" fmla="*/ 307144 h 323152"/>
                <a:gd name="connsiteX54" fmla="*/ 69967 w 407943"/>
                <a:gd name="connsiteY54" fmla="*/ 167802 h 323152"/>
                <a:gd name="connsiteX55" fmla="*/ 65816 w 407943"/>
                <a:gd name="connsiteY55" fmla="*/ 163652 h 323152"/>
                <a:gd name="connsiteX56" fmla="*/ 20753 w 407943"/>
                <a:gd name="connsiteY56" fmla="*/ 163652 h 323152"/>
                <a:gd name="connsiteX57" fmla="*/ 20753 w 407943"/>
                <a:gd name="connsiteY57" fmla="*/ 323153 h 323152"/>
                <a:gd name="connsiteX58" fmla="*/ 4744 w 407943"/>
                <a:gd name="connsiteY58" fmla="*/ 323153 h 323152"/>
                <a:gd name="connsiteX59" fmla="*/ 4744 w 407943"/>
                <a:gd name="connsiteY59" fmla="*/ 147642 h 323152"/>
                <a:gd name="connsiteX60" fmla="*/ 72339 w 407943"/>
                <a:gd name="connsiteY60" fmla="*/ 147642 h 323152"/>
                <a:gd name="connsiteX61" fmla="*/ 86569 w 407943"/>
                <a:gd name="connsiteY61" fmla="*/ 161873 h 323152"/>
                <a:gd name="connsiteX62" fmla="*/ 86569 w 407943"/>
                <a:gd name="connsiteY62" fmla="*/ 307144 h 323152"/>
                <a:gd name="connsiteX63" fmla="*/ 135784 w 407943"/>
                <a:gd name="connsiteY63" fmla="*/ 307144 h 323152"/>
                <a:gd name="connsiteX64" fmla="*/ 135784 w 407943"/>
                <a:gd name="connsiteY64" fmla="*/ 161873 h 323152"/>
                <a:gd name="connsiteX65" fmla="*/ 150014 w 407943"/>
                <a:gd name="connsiteY65" fmla="*/ 147642 h 323152"/>
                <a:gd name="connsiteX66" fmla="*/ 201007 w 407943"/>
                <a:gd name="connsiteY66" fmla="*/ 147642 h 323152"/>
                <a:gd name="connsiteX67" fmla="*/ 201007 w 407943"/>
                <a:gd name="connsiteY67" fmla="*/ 125704 h 323152"/>
                <a:gd name="connsiteX68" fmla="*/ 150014 w 407943"/>
                <a:gd name="connsiteY68" fmla="*/ 125704 h 323152"/>
                <a:gd name="connsiteX69" fmla="*/ 135784 w 407943"/>
                <a:gd name="connsiteY69" fmla="*/ 111473 h 323152"/>
                <a:gd name="connsiteX70" fmla="*/ 135784 w 407943"/>
                <a:gd name="connsiteY70" fmla="*/ 62852 h 323152"/>
                <a:gd name="connsiteX71" fmla="*/ 150014 w 407943"/>
                <a:gd name="connsiteY71" fmla="*/ 48621 h 323152"/>
                <a:gd name="connsiteX72" fmla="*/ 201007 w 407943"/>
                <a:gd name="connsiteY72" fmla="*/ 48621 h 323152"/>
                <a:gd name="connsiteX73" fmla="*/ 201007 w 407943"/>
                <a:gd name="connsiteY73" fmla="*/ 16602 h 323152"/>
                <a:gd name="connsiteX74" fmla="*/ 108508 w 407943"/>
                <a:gd name="connsiteY74" fmla="*/ 16602 h 323152"/>
                <a:gd name="connsiteX75" fmla="*/ 86569 w 407943"/>
                <a:gd name="connsiteY75" fmla="*/ 38541 h 323152"/>
                <a:gd name="connsiteX76" fmla="*/ 86569 w 407943"/>
                <a:gd name="connsiteY76" fmla="*/ 69374 h 323152"/>
                <a:gd name="connsiteX77" fmla="*/ 85384 w 407943"/>
                <a:gd name="connsiteY77" fmla="*/ 68781 h 323152"/>
                <a:gd name="connsiteX78" fmla="*/ 16009 w 407943"/>
                <a:gd name="connsiteY78" fmla="*/ 86569 h 323152"/>
                <a:gd name="connsiteX79" fmla="*/ 44471 w 407943"/>
                <a:gd name="connsiteY79" fmla="*/ 58108 h 323152"/>
                <a:gd name="connsiteX80" fmla="*/ 72932 w 407943"/>
                <a:gd name="connsiteY80" fmla="*/ 86569 h 323152"/>
                <a:gd name="connsiteX81" fmla="*/ 44471 w 407943"/>
                <a:gd name="connsiteY81" fmla="*/ 115031 h 323152"/>
                <a:gd name="connsiteX82" fmla="*/ 16009 w 407943"/>
                <a:gd name="connsiteY82" fmla="*/ 86569 h 323152"/>
                <a:gd name="connsiteX0" fmla="*/ 85384 w 407944"/>
                <a:gd name="connsiteY0" fmla="*/ 68781 h 323153"/>
                <a:gd name="connsiteX1" fmla="*/ 88941 w 407944"/>
                <a:gd name="connsiteY1" fmla="*/ 86569 h 323153"/>
                <a:gd name="connsiteX2" fmla="*/ 44471 w 407944"/>
                <a:gd name="connsiteY2" fmla="*/ 131040 h 323153"/>
                <a:gd name="connsiteX3" fmla="*/ 0 w 407944"/>
                <a:gd name="connsiteY3" fmla="*/ 86569 h 323153"/>
                <a:gd name="connsiteX4" fmla="*/ 44471 w 407944"/>
                <a:gd name="connsiteY4" fmla="*/ 42099 h 323153"/>
                <a:gd name="connsiteX5" fmla="*/ 68781 w 407944"/>
                <a:gd name="connsiteY5" fmla="*/ 49807 h 323153"/>
                <a:gd name="connsiteX6" fmla="*/ 68781 w 407944"/>
                <a:gd name="connsiteY6" fmla="*/ 38541 h 323153"/>
                <a:gd name="connsiteX7" fmla="*/ 107322 w 407944"/>
                <a:gd name="connsiteY7" fmla="*/ 0 h 323153"/>
                <a:gd name="connsiteX8" fmla="*/ 215831 w 407944"/>
                <a:gd name="connsiteY8" fmla="*/ 0 h 323153"/>
                <a:gd name="connsiteX9" fmla="*/ 215831 w 407944"/>
                <a:gd name="connsiteY9" fmla="*/ 64631 h 323153"/>
                <a:gd name="connsiteX10" fmla="*/ 152979 w 407944"/>
                <a:gd name="connsiteY10" fmla="*/ 64631 h 323153"/>
                <a:gd name="connsiteX11" fmla="*/ 150607 w 407944"/>
                <a:gd name="connsiteY11" fmla="*/ 67002 h 323153"/>
                <a:gd name="connsiteX12" fmla="*/ 150607 w 407944"/>
                <a:gd name="connsiteY12" fmla="*/ 106729 h 323153"/>
                <a:gd name="connsiteX13" fmla="*/ 152979 w 407944"/>
                <a:gd name="connsiteY13" fmla="*/ 109101 h 323153"/>
                <a:gd name="connsiteX14" fmla="*/ 215831 w 407944"/>
                <a:gd name="connsiteY14" fmla="*/ 109101 h 323153"/>
                <a:gd name="connsiteX15" fmla="*/ 215831 w 407944"/>
                <a:gd name="connsiteY15" fmla="*/ 163652 h 323153"/>
                <a:gd name="connsiteX16" fmla="*/ 154758 w 407944"/>
                <a:gd name="connsiteY16" fmla="*/ 163652 h 323153"/>
                <a:gd name="connsiteX17" fmla="*/ 150607 w 407944"/>
                <a:gd name="connsiteY17" fmla="*/ 167802 h 323153"/>
                <a:gd name="connsiteX18" fmla="*/ 150607 w 407944"/>
                <a:gd name="connsiteY18" fmla="*/ 307144 h 323153"/>
                <a:gd name="connsiteX19" fmla="*/ 199821 w 407944"/>
                <a:gd name="connsiteY19" fmla="*/ 307144 h 323153"/>
                <a:gd name="connsiteX20" fmla="*/ 199821 w 407944"/>
                <a:gd name="connsiteY20" fmla="*/ 208122 h 323153"/>
                <a:gd name="connsiteX21" fmla="*/ 214052 w 407944"/>
                <a:gd name="connsiteY21" fmla="*/ 193892 h 323153"/>
                <a:gd name="connsiteX22" fmla="*/ 232433 w 407944"/>
                <a:gd name="connsiteY22" fmla="*/ 193892 h 323153"/>
                <a:gd name="connsiteX23" fmla="*/ 246664 w 407944"/>
                <a:gd name="connsiteY23" fmla="*/ 208122 h 323153"/>
                <a:gd name="connsiteX24" fmla="*/ 246664 w 407944"/>
                <a:gd name="connsiteY24" fmla="*/ 307144 h 323153"/>
                <a:gd name="connsiteX25" fmla="*/ 295878 w 407944"/>
                <a:gd name="connsiteY25" fmla="*/ 307144 h 323153"/>
                <a:gd name="connsiteX26" fmla="*/ 295878 w 407944"/>
                <a:gd name="connsiteY26" fmla="*/ 208122 h 323153"/>
                <a:gd name="connsiteX27" fmla="*/ 310108 w 407944"/>
                <a:gd name="connsiteY27" fmla="*/ 193892 h 323153"/>
                <a:gd name="connsiteX28" fmla="*/ 328489 w 407944"/>
                <a:gd name="connsiteY28" fmla="*/ 193892 h 323153"/>
                <a:gd name="connsiteX29" fmla="*/ 342720 w 407944"/>
                <a:gd name="connsiteY29" fmla="*/ 208122 h 323153"/>
                <a:gd name="connsiteX30" fmla="*/ 342720 w 407944"/>
                <a:gd name="connsiteY30" fmla="*/ 307144 h 323153"/>
                <a:gd name="connsiteX31" fmla="*/ 391934 w 407944"/>
                <a:gd name="connsiteY31" fmla="*/ 307144 h 323153"/>
                <a:gd name="connsiteX32" fmla="*/ 391934 w 407944"/>
                <a:gd name="connsiteY32" fmla="*/ 167802 h 323153"/>
                <a:gd name="connsiteX33" fmla="*/ 387784 w 407944"/>
                <a:gd name="connsiteY33" fmla="*/ 163652 h 323153"/>
                <a:gd name="connsiteX34" fmla="*/ 230654 w 407944"/>
                <a:gd name="connsiteY34" fmla="*/ 163652 h 323153"/>
                <a:gd name="connsiteX35" fmla="*/ 230654 w 407944"/>
                <a:gd name="connsiteY35" fmla="*/ 147642 h 323153"/>
                <a:gd name="connsiteX36" fmla="*/ 393713 w 407944"/>
                <a:gd name="connsiteY36" fmla="*/ 147642 h 323153"/>
                <a:gd name="connsiteX37" fmla="*/ 407944 w 407944"/>
                <a:gd name="connsiteY37" fmla="*/ 161873 h 323153"/>
                <a:gd name="connsiteX38" fmla="*/ 407944 w 407944"/>
                <a:gd name="connsiteY38" fmla="*/ 323153 h 323153"/>
                <a:gd name="connsiteX39" fmla="*/ 326711 w 407944"/>
                <a:gd name="connsiteY39" fmla="*/ 323153 h 323153"/>
                <a:gd name="connsiteX40" fmla="*/ 326711 w 407944"/>
                <a:gd name="connsiteY40" fmla="*/ 212866 h 323153"/>
                <a:gd name="connsiteX41" fmla="*/ 324339 w 407944"/>
                <a:gd name="connsiteY41" fmla="*/ 210494 h 323153"/>
                <a:gd name="connsiteX42" fmla="*/ 314852 w 407944"/>
                <a:gd name="connsiteY42" fmla="*/ 210494 h 323153"/>
                <a:gd name="connsiteX43" fmla="*/ 312480 w 407944"/>
                <a:gd name="connsiteY43" fmla="*/ 212866 h 323153"/>
                <a:gd name="connsiteX44" fmla="*/ 312480 w 407944"/>
                <a:gd name="connsiteY44" fmla="*/ 323153 h 323153"/>
                <a:gd name="connsiteX45" fmla="*/ 231247 w 407944"/>
                <a:gd name="connsiteY45" fmla="*/ 323153 h 323153"/>
                <a:gd name="connsiteX46" fmla="*/ 231247 w 407944"/>
                <a:gd name="connsiteY46" fmla="*/ 212866 h 323153"/>
                <a:gd name="connsiteX47" fmla="*/ 228875 w 407944"/>
                <a:gd name="connsiteY47" fmla="*/ 210494 h 323153"/>
                <a:gd name="connsiteX48" fmla="*/ 219388 w 407944"/>
                <a:gd name="connsiteY48" fmla="*/ 210494 h 323153"/>
                <a:gd name="connsiteX49" fmla="*/ 217016 w 407944"/>
                <a:gd name="connsiteY49" fmla="*/ 212866 h 323153"/>
                <a:gd name="connsiteX50" fmla="*/ 217016 w 407944"/>
                <a:gd name="connsiteY50" fmla="*/ 323153 h 323153"/>
                <a:gd name="connsiteX51" fmla="*/ 34984 w 407944"/>
                <a:gd name="connsiteY51" fmla="*/ 323153 h 323153"/>
                <a:gd name="connsiteX52" fmla="*/ 34984 w 407944"/>
                <a:gd name="connsiteY52" fmla="*/ 307144 h 323153"/>
                <a:gd name="connsiteX53" fmla="*/ 69967 w 407944"/>
                <a:gd name="connsiteY53" fmla="*/ 307144 h 323153"/>
                <a:gd name="connsiteX54" fmla="*/ 69967 w 407944"/>
                <a:gd name="connsiteY54" fmla="*/ 167802 h 323153"/>
                <a:gd name="connsiteX55" fmla="*/ 65816 w 407944"/>
                <a:gd name="connsiteY55" fmla="*/ 163652 h 323153"/>
                <a:gd name="connsiteX56" fmla="*/ 20753 w 407944"/>
                <a:gd name="connsiteY56" fmla="*/ 163652 h 323153"/>
                <a:gd name="connsiteX57" fmla="*/ 20753 w 407944"/>
                <a:gd name="connsiteY57" fmla="*/ 323153 h 323153"/>
                <a:gd name="connsiteX58" fmla="*/ 4744 w 407944"/>
                <a:gd name="connsiteY58" fmla="*/ 323153 h 323153"/>
                <a:gd name="connsiteX59" fmla="*/ 4744 w 407944"/>
                <a:gd name="connsiteY59" fmla="*/ 147642 h 323153"/>
                <a:gd name="connsiteX60" fmla="*/ 72339 w 407944"/>
                <a:gd name="connsiteY60" fmla="*/ 147642 h 323153"/>
                <a:gd name="connsiteX61" fmla="*/ 86569 w 407944"/>
                <a:gd name="connsiteY61" fmla="*/ 161873 h 323153"/>
                <a:gd name="connsiteX62" fmla="*/ 86569 w 407944"/>
                <a:gd name="connsiteY62" fmla="*/ 307144 h 323153"/>
                <a:gd name="connsiteX63" fmla="*/ 135784 w 407944"/>
                <a:gd name="connsiteY63" fmla="*/ 307144 h 323153"/>
                <a:gd name="connsiteX64" fmla="*/ 135784 w 407944"/>
                <a:gd name="connsiteY64" fmla="*/ 161873 h 323153"/>
                <a:gd name="connsiteX65" fmla="*/ 150014 w 407944"/>
                <a:gd name="connsiteY65" fmla="*/ 147642 h 323153"/>
                <a:gd name="connsiteX66" fmla="*/ 201007 w 407944"/>
                <a:gd name="connsiteY66" fmla="*/ 147642 h 323153"/>
                <a:gd name="connsiteX67" fmla="*/ 201007 w 407944"/>
                <a:gd name="connsiteY67" fmla="*/ 125704 h 323153"/>
                <a:gd name="connsiteX68" fmla="*/ 150014 w 407944"/>
                <a:gd name="connsiteY68" fmla="*/ 125704 h 323153"/>
                <a:gd name="connsiteX69" fmla="*/ 135784 w 407944"/>
                <a:gd name="connsiteY69" fmla="*/ 111473 h 323153"/>
                <a:gd name="connsiteX70" fmla="*/ 135784 w 407944"/>
                <a:gd name="connsiteY70" fmla="*/ 62852 h 323153"/>
                <a:gd name="connsiteX71" fmla="*/ 150014 w 407944"/>
                <a:gd name="connsiteY71" fmla="*/ 48621 h 323153"/>
                <a:gd name="connsiteX72" fmla="*/ 201007 w 407944"/>
                <a:gd name="connsiteY72" fmla="*/ 48621 h 323153"/>
                <a:gd name="connsiteX73" fmla="*/ 201007 w 407944"/>
                <a:gd name="connsiteY73" fmla="*/ 16602 h 323153"/>
                <a:gd name="connsiteX74" fmla="*/ 108508 w 407944"/>
                <a:gd name="connsiteY74" fmla="*/ 16602 h 323153"/>
                <a:gd name="connsiteX75" fmla="*/ 86569 w 407944"/>
                <a:gd name="connsiteY75" fmla="*/ 38541 h 323153"/>
                <a:gd name="connsiteX76" fmla="*/ 86569 w 407944"/>
                <a:gd name="connsiteY76" fmla="*/ 69374 h 323153"/>
                <a:gd name="connsiteX77" fmla="*/ 85384 w 407944"/>
                <a:gd name="connsiteY77" fmla="*/ 68781 h 323153"/>
                <a:gd name="connsiteX78" fmla="*/ 16009 w 407944"/>
                <a:gd name="connsiteY78" fmla="*/ 86569 h 323153"/>
                <a:gd name="connsiteX79" fmla="*/ 44471 w 407944"/>
                <a:gd name="connsiteY79" fmla="*/ 58108 h 323153"/>
                <a:gd name="connsiteX80" fmla="*/ 72932 w 407944"/>
                <a:gd name="connsiteY80" fmla="*/ 86569 h 323153"/>
                <a:gd name="connsiteX81" fmla="*/ 44471 w 407944"/>
                <a:gd name="connsiteY81" fmla="*/ 115031 h 323153"/>
                <a:gd name="connsiteX82" fmla="*/ 16009 w 407944"/>
                <a:gd name="connsiteY82" fmla="*/ 86569 h 323153"/>
                <a:gd name="connsiteX0" fmla="*/ 85384 w 407944"/>
                <a:gd name="connsiteY0" fmla="*/ 68781 h 323153"/>
                <a:gd name="connsiteX1" fmla="*/ 88941 w 407944"/>
                <a:gd name="connsiteY1" fmla="*/ 86569 h 323153"/>
                <a:gd name="connsiteX2" fmla="*/ 44471 w 407944"/>
                <a:gd name="connsiteY2" fmla="*/ 131040 h 323153"/>
                <a:gd name="connsiteX3" fmla="*/ 0 w 407944"/>
                <a:gd name="connsiteY3" fmla="*/ 86569 h 323153"/>
                <a:gd name="connsiteX4" fmla="*/ 44471 w 407944"/>
                <a:gd name="connsiteY4" fmla="*/ 42099 h 323153"/>
                <a:gd name="connsiteX5" fmla="*/ 68781 w 407944"/>
                <a:gd name="connsiteY5" fmla="*/ 49807 h 323153"/>
                <a:gd name="connsiteX6" fmla="*/ 68781 w 407944"/>
                <a:gd name="connsiteY6" fmla="*/ 38541 h 323153"/>
                <a:gd name="connsiteX7" fmla="*/ 107322 w 407944"/>
                <a:gd name="connsiteY7" fmla="*/ 0 h 323153"/>
                <a:gd name="connsiteX8" fmla="*/ 215831 w 407944"/>
                <a:gd name="connsiteY8" fmla="*/ 0 h 323153"/>
                <a:gd name="connsiteX9" fmla="*/ 215831 w 407944"/>
                <a:gd name="connsiteY9" fmla="*/ 64631 h 323153"/>
                <a:gd name="connsiteX10" fmla="*/ 152979 w 407944"/>
                <a:gd name="connsiteY10" fmla="*/ 64631 h 323153"/>
                <a:gd name="connsiteX11" fmla="*/ 150607 w 407944"/>
                <a:gd name="connsiteY11" fmla="*/ 67002 h 323153"/>
                <a:gd name="connsiteX12" fmla="*/ 150607 w 407944"/>
                <a:gd name="connsiteY12" fmla="*/ 106729 h 323153"/>
                <a:gd name="connsiteX13" fmla="*/ 152979 w 407944"/>
                <a:gd name="connsiteY13" fmla="*/ 109101 h 323153"/>
                <a:gd name="connsiteX14" fmla="*/ 215831 w 407944"/>
                <a:gd name="connsiteY14" fmla="*/ 109101 h 323153"/>
                <a:gd name="connsiteX15" fmla="*/ 215831 w 407944"/>
                <a:gd name="connsiteY15" fmla="*/ 163652 h 323153"/>
                <a:gd name="connsiteX16" fmla="*/ 154758 w 407944"/>
                <a:gd name="connsiteY16" fmla="*/ 163652 h 323153"/>
                <a:gd name="connsiteX17" fmla="*/ 150607 w 407944"/>
                <a:gd name="connsiteY17" fmla="*/ 167802 h 323153"/>
                <a:gd name="connsiteX18" fmla="*/ 150607 w 407944"/>
                <a:gd name="connsiteY18" fmla="*/ 307144 h 323153"/>
                <a:gd name="connsiteX19" fmla="*/ 199821 w 407944"/>
                <a:gd name="connsiteY19" fmla="*/ 307144 h 323153"/>
                <a:gd name="connsiteX20" fmla="*/ 199821 w 407944"/>
                <a:gd name="connsiteY20" fmla="*/ 208122 h 323153"/>
                <a:gd name="connsiteX21" fmla="*/ 214052 w 407944"/>
                <a:gd name="connsiteY21" fmla="*/ 193892 h 323153"/>
                <a:gd name="connsiteX22" fmla="*/ 232433 w 407944"/>
                <a:gd name="connsiteY22" fmla="*/ 193892 h 323153"/>
                <a:gd name="connsiteX23" fmla="*/ 246664 w 407944"/>
                <a:gd name="connsiteY23" fmla="*/ 208122 h 323153"/>
                <a:gd name="connsiteX24" fmla="*/ 246664 w 407944"/>
                <a:gd name="connsiteY24" fmla="*/ 307144 h 323153"/>
                <a:gd name="connsiteX25" fmla="*/ 295878 w 407944"/>
                <a:gd name="connsiteY25" fmla="*/ 307144 h 323153"/>
                <a:gd name="connsiteX26" fmla="*/ 295878 w 407944"/>
                <a:gd name="connsiteY26" fmla="*/ 208122 h 323153"/>
                <a:gd name="connsiteX27" fmla="*/ 310108 w 407944"/>
                <a:gd name="connsiteY27" fmla="*/ 193892 h 323153"/>
                <a:gd name="connsiteX28" fmla="*/ 328489 w 407944"/>
                <a:gd name="connsiteY28" fmla="*/ 193892 h 323153"/>
                <a:gd name="connsiteX29" fmla="*/ 342720 w 407944"/>
                <a:gd name="connsiteY29" fmla="*/ 208122 h 323153"/>
                <a:gd name="connsiteX30" fmla="*/ 342720 w 407944"/>
                <a:gd name="connsiteY30" fmla="*/ 307144 h 323153"/>
                <a:gd name="connsiteX31" fmla="*/ 391934 w 407944"/>
                <a:gd name="connsiteY31" fmla="*/ 307144 h 323153"/>
                <a:gd name="connsiteX32" fmla="*/ 391934 w 407944"/>
                <a:gd name="connsiteY32" fmla="*/ 167802 h 323153"/>
                <a:gd name="connsiteX33" fmla="*/ 387784 w 407944"/>
                <a:gd name="connsiteY33" fmla="*/ 163652 h 323153"/>
                <a:gd name="connsiteX34" fmla="*/ 230654 w 407944"/>
                <a:gd name="connsiteY34" fmla="*/ 163652 h 323153"/>
                <a:gd name="connsiteX35" fmla="*/ 230654 w 407944"/>
                <a:gd name="connsiteY35" fmla="*/ 147642 h 323153"/>
                <a:gd name="connsiteX36" fmla="*/ 393713 w 407944"/>
                <a:gd name="connsiteY36" fmla="*/ 147642 h 323153"/>
                <a:gd name="connsiteX37" fmla="*/ 407944 w 407944"/>
                <a:gd name="connsiteY37" fmla="*/ 161873 h 323153"/>
                <a:gd name="connsiteX38" fmla="*/ 407944 w 407944"/>
                <a:gd name="connsiteY38" fmla="*/ 323153 h 323153"/>
                <a:gd name="connsiteX39" fmla="*/ 326711 w 407944"/>
                <a:gd name="connsiteY39" fmla="*/ 323153 h 323153"/>
                <a:gd name="connsiteX40" fmla="*/ 326711 w 407944"/>
                <a:gd name="connsiteY40" fmla="*/ 212866 h 323153"/>
                <a:gd name="connsiteX41" fmla="*/ 324339 w 407944"/>
                <a:gd name="connsiteY41" fmla="*/ 210494 h 323153"/>
                <a:gd name="connsiteX42" fmla="*/ 314852 w 407944"/>
                <a:gd name="connsiteY42" fmla="*/ 210494 h 323153"/>
                <a:gd name="connsiteX43" fmla="*/ 312480 w 407944"/>
                <a:gd name="connsiteY43" fmla="*/ 212866 h 323153"/>
                <a:gd name="connsiteX44" fmla="*/ 312480 w 407944"/>
                <a:gd name="connsiteY44" fmla="*/ 323153 h 323153"/>
                <a:gd name="connsiteX45" fmla="*/ 231247 w 407944"/>
                <a:gd name="connsiteY45" fmla="*/ 323153 h 323153"/>
                <a:gd name="connsiteX46" fmla="*/ 231247 w 407944"/>
                <a:gd name="connsiteY46" fmla="*/ 212866 h 323153"/>
                <a:gd name="connsiteX47" fmla="*/ 228875 w 407944"/>
                <a:gd name="connsiteY47" fmla="*/ 210494 h 323153"/>
                <a:gd name="connsiteX48" fmla="*/ 219388 w 407944"/>
                <a:gd name="connsiteY48" fmla="*/ 210494 h 323153"/>
                <a:gd name="connsiteX49" fmla="*/ 217016 w 407944"/>
                <a:gd name="connsiteY49" fmla="*/ 212866 h 323153"/>
                <a:gd name="connsiteX50" fmla="*/ 217016 w 407944"/>
                <a:gd name="connsiteY50" fmla="*/ 323153 h 323153"/>
                <a:gd name="connsiteX51" fmla="*/ 34984 w 407944"/>
                <a:gd name="connsiteY51" fmla="*/ 323153 h 323153"/>
                <a:gd name="connsiteX52" fmla="*/ 34984 w 407944"/>
                <a:gd name="connsiteY52" fmla="*/ 307144 h 323153"/>
                <a:gd name="connsiteX53" fmla="*/ 69967 w 407944"/>
                <a:gd name="connsiteY53" fmla="*/ 307144 h 323153"/>
                <a:gd name="connsiteX54" fmla="*/ 69967 w 407944"/>
                <a:gd name="connsiteY54" fmla="*/ 167802 h 323153"/>
                <a:gd name="connsiteX55" fmla="*/ 65816 w 407944"/>
                <a:gd name="connsiteY55" fmla="*/ 163652 h 323153"/>
                <a:gd name="connsiteX56" fmla="*/ 20753 w 407944"/>
                <a:gd name="connsiteY56" fmla="*/ 163652 h 323153"/>
                <a:gd name="connsiteX57" fmla="*/ 20753 w 407944"/>
                <a:gd name="connsiteY57" fmla="*/ 323153 h 323153"/>
                <a:gd name="connsiteX58" fmla="*/ 4744 w 407944"/>
                <a:gd name="connsiteY58" fmla="*/ 323153 h 323153"/>
                <a:gd name="connsiteX59" fmla="*/ 4744 w 407944"/>
                <a:gd name="connsiteY59" fmla="*/ 147642 h 323153"/>
                <a:gd name="connsiteX60" fmla="*/ 72339 w 407944"/>
                <a:gd name="connsiteY60" fmla="*/ 147642 h 323153"/>
                <a:gd name="connsiteX61" fmla="*/ 86569 w 407944"/>
                <a:gd name="connsiteY61" fmla="*/ 161873 h 323153"/>
                <a:gd name="connsiteX62" fmla="*/ 86569 w 407944"/>
                <a:gd name="connsiteY62" fmla="*/ 307144 h 323153"/>
                <a:gd name="connsiteX63" fmla="*/ 135784 w 407944"/>
                <a:gd name="connsiteY63" fmla="*/ 307144 h 323153"/>
                <a:gd name="connsiteX64" fmla="*/ 135784 w 407944"/>
                <a:gd name="connsiteY64" fmla="*/ 161873 h 323153"/>
                <a:gd name="connsiteX65" fmla="*/ 150014 w 407944"/>
                <a:gd name="connsiteY65" fmla="*/ 147642 h 323153"/>
                <a:gd name="connsiteX66" fmla="*/ 201007 w 407944"/>
                <a:gd name="connsiteY66" fmla="*/ 147642 h 323153"/>
                <a:gd name="connsiteX67" fmla="*/ 201007 w 407944"/>
                <a:gd name="connsiteY67" fmla="*/ 125704 h 323153"/>
                <a:gd name="connsiteX68" fmla="*/ 150014 w 407944"/>
                <a:gd name="connsiteY68" fmla="*/ 125704 h 323153"/>
                <a:gd name="connsiteX69" fmla="*/ 135784 w 407944"/>
                <a:gd name="connsiteY69" fmla="*/ 111473 h 323153"/>
                <a:gd name="connsiteX70" fmla="*/ 135784 w 407944"/>
                <a:gd name="connsiteY70" fmla="*/ 62852 h 323153"/>
                <a:gd name="connsiteX71" fmla="*/ 150014 w 407944"/>
                <a:gd name="connsiteY71" fmla="*/ 48621 h 323153"/>
                <a:gd name="connsiteX72" fmla="*/ 201007 w 407944"/>
                <a:gd name="connsiteY72" fmla="*/ 48621 h 323153"/>
                <a:gd name="connsiteX73" fmla="*/ 201007 w 407944"/>
                <a:gd name="connsiteY73" fmla="*/ 16602 h 323153"/>
                <a:gd name="connsiteX74" fmla="*/ 108508 w 407944"/>
                <a:gd name="connsiteY74" fmla="*/ 16602 h 323153"/>
                <a:gd name="connsiteX75" fmla="*/ 86569 w 407944"/>
                <a:gd name="connsiteY75" fmla="*/ 38541 h 323153"/>
                <a:gd name="connsiteX76" fmla="*/ 86569 w 407944"/>
                <a:gd name="connsiteY76" fmla="*/ 69374 h 323153"/>
                <a:gd name="connsiteX77" fmla="*/ 85384 w 407944"/>
                <a:gd name="connsiteY77" fmla="*/ 68781 h 323153"/>
                <a:gd name="connsiteX78" fmla="*/ 16009 w 407944"/>
                <a:gd name="connsiteY78" fmla="*/ 86569 h 323153"/>
                <a:gd name="connsiteX79" fmla="*/ 44471 w 407944"/>
                <a:gd name="connsiteY79" fmla="*/ 58108 h 323153"/>
                <a:gd name="connsiteX80" fmla="*/ 72932 w 407944"/>
                <a:gd name="connsiteY80" fmla="*/ 86569 h 323153"/>
                <a:gd name="connsiteX81" fmla="*/ 44471 w 407944"/>
                <a:gd name="connsiteY81" fmla="*/ 115031 h 323153"/>
                <a:gd name="connsiteX82" fmla="*/ 16009 w 407944"/>
                <a:gd name="connsiteY82" fmla="*/ 86569 h 32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407944" h="323153">
                  <a:moveTo>
                    <a:pt x="85384" y="68781"/>
                  </a:moveTo>
                  <a:cubicBezTo>
                    <a:pt x="87755" y="74118"/>
                    <a:pt x="88941" y="80047"/>
                    <a:pt x="88941" y="86569"/>
                  </a:cubicBezTo>
                  <a:cubicBezTo>
                    <a:pt x="88941" y="110880"/>
                    <a:pt x="68781" y="131040"/>
                    <a:pt x="44471" y="131040"/>
                  </a:cubicBezTo>
                  <a:cubicBezTo>
                    <a:pt x="20160" y="131040"/>
                    <a:pt x="0" y="110880"/>
                    <a:pt x="0" y="86569"/>
                  </a:cubicBezTo>
                  <a:cubicBezTo>
                    <a:pt x="0" y="62259"/>
                    <a:pt x="20160" y="42099"/>
                    <a:pt x="44471" y="42099"/>
                  </a:cubicBezTo>
                  <a:cubicBezTo>
                    <a:pt x="68781" y="42099"/>
                    <a:pt x="36342" y="60960"/>
                    <a:pt x="68781" y="49807"/>
                  </a:cubicBezTo>
                  <a:lnTo>
                    <a:pt x="68781" y="38541"/>
                  </a:lnTo>
                  <a:cubicBezTo>
                    <a:pt x="68781" y="17195"/>
                    <a:pt x="85976" y="0"/>
                    <a:pt x="107322" y="0"/>
                  </a:cubicBezTo>
                  <a:lnTo>
                    <a:pt x="215831" y="0"/>
                  </a:lnTo>
                  <a:lnTo>
                    <a:pt x="215831" y="64631"/>
                  </a:lnTo>
                  <a:lnTo>
                    <a:pt x="152979" y="64631"/>
                  </a:lnTo>
                  <a:cubicBezTo>
                    <a:pt x="151793" y="64631"/>
                    <a:pt x="150607" y="65816"/>
                    <a:pt x="150607" y="67002"/>
                  </a:cubicBezTo>
                  <a:lnTo>
                    <a:pt x="150607" y="106729"/>
                  </a:lnTo>
                  <a:cubicBezTo>
                    <a:pt x="150607" y="107915"/>
                    <a:pt x="151793" y="109101"/>
                    <a:pt x="152979" y="109101"/>
                  </a:cubicBezTo>
                  <a:lnTo>
                    <a:pt x="215831" y="109101"/>
                  </a:lnTo>
                  <a:lnTo>
                    <a:pt x="215831" y="163652"/>
                  </a:lnTo>
                  <a:lnTo>
                    <a:pt x="154758" y="163652"/>
                  </a:lnTo>
                  <a:cubicBezTo>
                    <a:pt x="152386" y="163652"/>
                    <a:pt x="150607" y="165431"/>
                    <a:pt x="150607" y="167802"/>
                  </a:cubicBezTo>
                  <a:lnTo>
                    <a:pt x="150607" y="307144"/>
                  </a:lnTo>
                  <a:lnTo>
                    <a:pt x="199821" y="307144"/>
                  </a:lnTo>
                  <a:lnTo>
                    <a:pt x="199821" y="208122"/>
                  </a:lnTo>
                  <a:cubicBezTo>
                    <a:pt x="199821" y="200414"/>
                    <a:pt x="206344" y="193892"/>
                    <a:pt x="214052" y="193892"/>
                  </a:cubicBezTo>
                  <a:lnTo>
                    <a:pt x="232433" y="193892"/>
                  </a:lnTo>
                  <a:cubicBezTo>
                    <a:pt x="240141" y="193892"/>
                    <a:pt x="246664" y="200414"/>
                    <a:pt x="246664" y="208122"/>
                  </a:cubicBezTo>
                  <a:lnTo>
                    <a:pt x="246664" y="307144"/>
                  </a:lnTo>
                  <a:lnTo>
                    <a:pt x="295878" y="307144"/>
                  </a:lnTo>
                  <a:lnTo>
                    <a:pt x="295878" y="208122"/>
                  </a:lnTo>
                  <a:cubicBezTo>
                    <a:pt x="295878" y="200414"/>
                    <a:pt x="302400" y="193892"/>
                    <a:pt x="310108" y="193892"/>
                  </a:cubicBezTo>
                  <a:lnTo>
                    <a:pt x="328489" y="193892"/>
                  </a:lnTo>
                  <a:cubicBezTo>
                    <a:pt x="336198" y="193892"/>
                    <a:pt x="342720" y="200414"/>
                    <a:pt x="342720" y="208122"/>
                  </a:cubicBezTo>
                  <a:lnTo>
                    <a:pt x="342720" y="307144"/>
                  </a:lnTo>
                  <a:lnTo>
                    <a:pt x="391934" y="307144"/>
                  </a:lnTo>
                  <a:lnTo>
                    <a:pt x="391934" y="167802"/>
                  </a:lnTo>
                  <a:cubicBezTo>
                    <a:pt x="391934" y="165431"/>
                    <a:pt x="390155" y="163652"/>
                    <a:pt x="387784" y="163652"/>
                  </a:cubicBezTo>
                  <a:lnTo>
                    <a:pt x="230654" y="163652"/>
                  </a:lnTo>
                  <a:lnTo>
                    <a:pt x="230654" y="147642"/>
                  </a:lnTo>
                  <a:lnTo>
                    <a:pt x="393713" y="147642"/>
                  </a:lnTo>
                  <a:cubicBezTo>
                    <a:pt x="401421" y="147642"/>
                    <a:pt x="407944" y="154165"/>
                    <a:pt x="407944" y="161873"/>
                  </a:cubicBezTo>
                  <a:lnTo>
                    <a:pt x="407944" y="323153"/>
                  </a:lnTo>
                  <a:lnTo>
                    <a:pt x="326711" y="323153"/>
                  </a:lnTo>
                  <a:lnTo>
                    <a:pt x="326711" y="212866"/>
                  </a:lnTo>
                  <a:cubicBezTo>
                    <a:pt x="326711" y="211680"/>
                    <a:pt x="325525" y="210494"/>
                    <a:pt x="324339" y="210494"/>
                  </a:cubicBezTo>
                  <a:lnTo>
                    <a:pt x="314852" y="210494"/>
                  </a:lnTo>
                  <a:cubicBezTo>
                    <a:pt x="313666" y="210494"/>
                    <a:pt x="312480" y="211680"/>
                    <a:pt x="312480" y="212866"/>
                  </a:cubicBezTo>
                  <a:lnTo>
                    <a:pt x="312480" y="323153"/>
                  </a:lnTo>
                  <a:lnTo>
                    <a:pt x="231247" y="323153"/>
                  </a:lnTo>
                  <a:lnTo>
                    <a:pt x="231247" y="212866"/>
                  </a:lnTo>
                  <a:cubicBezTo>
                    <a:pt x="231247" y="211680"/>
                    <a:pt x="230061" y="210494"/>
                    <a:pt x="228875" y="210494"/>
                  </a:cubicBezTo>
                  <a:lnTo>
                    <a:pt x="219388" y="210494"/>
                  </a:lnTo>
                  <a:cubicBezTo>
                    <a:pt x="218202" y="210494"/>
                    <a:pt x="217016" y="211680"/>
                    <a:pt x="217016" y="212866"/>
                  </a:cubicBezTo>
                  <a:lnTo>
                    <a:pt x="217016" y="323153"/>
                  </a:lnTo>
                  <a:lnTo>
                    <a:pt x="34984" y="323153"/>
                  </a:lnTo>
                  <a:lnTo>
                    <a:pt x="34984" y="307144"/>
                  </a:lnTo>
                  <a:lnTo>
                    <a:pt x="69967" y="307144"/>
                  </a:lnTo>
                  <a:lnTo>
                    <a:pt x="69967" y="167802"/>
                  </a:lnTo>
                  <a:cubicBezTo>
                    <a:pt x="69967" y="165431"/>
                    <a:pt x="68188" y="163652"/>
                    <a:pt x="65816" y="163652"/>
                  </a:cubicBezTo>
                  <a:lnTo>
                    <a:pt x="20753" y="163652"/>
                  </a:lnTo>
                  <a:lnTo>
                    <a:pt x="20753" y="323153"/>
                  </a:lnTo>
                  <a:lnTo>
                    <a:pt x="4744" y="323153"/>
                  </a:lnTo>
                  <a:lnTo>
                    <a:pt x="4744" y="147642"/>
                  </a:lnTo>
                  <a:lnTo>
                    <a:pt x="72339" y="147642"/>
                  </a:lnTo>
                  <a:cubicBezTo>
                    <a:pt x="80047" y="147642"/>
                    <a:pt x="86569" y="154165"/>
                    <a:pt x="86569" y="161873"/>
                  </a:cubicBezTo>
                  <a:lnTo>
                    <a:pt x="86569" y="307144"/>
                  </a:lnTo>
                  <a:lnTo>
                    <a:pt x="135784" y="307144"/>
                  </a:lnTo>
                  <a:lnTo>
                    <a:pt x="135784" y="161873"/>
                  </a:lnTo>
                  <a:cubicBezTo>
                    <a:pt x="135784" y="154165"/>
                    <a:pt x="142306" y="147642"/>
                    <a:pt x="150014" y="147642"/>
                  </a:cubicBezTo>
                  <a:lnTo>
                    <a:pt x="201007" y="147642"/>
                  </a:lnTo>
                  <a:lnTo>
                    <a:pt x="201007" y="125704"/>
                  </a:lnTo>
                  <a:lnTo>
                    <a:pt x="150014" y="125704"/>
                  </a:lnTo>
                  <a:cubicBezTo>
                    <a:pt x="142306" y="125704"/>
                    <a:pt x="135784" y="119181"/>
                    <a:pt x="135784" y="111473"/>
                  </a:cubicBezTo>
                  <a:lnTo>
                    <a:pt x="135784" y="62852"/>
                  </a:lnTo>
                  <a:cubicBezTo>
                    <a:pt x="135784" y="55144"/>
                    <a:pt x="142306" y="48621"/>
                    <a:pt x="150014" y="48621"/>
                  </a:cubicBezTo>
                  <a:lnTo>
                    <a:pt x="201007" y="48621"/>
                  </a:lnTo>
                  <a:lnTo>
                    <a:pt x="201007" y="16602"/>
                  </a:lnTo>
                  <a:lnTo>
                    <a:pt x="108508" y="16602"/>
                  </a:lnTo>
                  <a:cubicBezTo>
                    <a:pt x="96056" y="16602"/>
                    <a:pt x="86569" y="26682"/>
                    <a:pt x="86569" y="38541"/>
                  </a:cubicBezTo>
                  <a:lnTo>
                    <a:pt x="86569" y="69374"/>
                  </a:lnTo>
                  <a:lnTo>
                    <a:pt x="85384" y="68781"/>
                  </a:lnTo>
                  <a:close/>
                  <a:moveTo>
                    <a:pt x="16009" y="86569"/>
                  </a:moveTo>
                  <a:cubicBezTo>
                    <a:pt x="16009" y="71153"/>
                    <a:pt x="28461" y="58108"/>
                    <a:pt x="44471" y="58108"/>
                  </a:cubicBezTo>
                  <a:cubicBezTo>
                    <a:pt x="60480" y="58108"/>
                    <a:pt x="72932" y="70560"/>
                    <a:pt x="72932" y="86569"/>
                  </a:cubicBezTo>
                  <a:cubicBezTo>
                    <a:pt x="72932" y="102579"/>
                    <a:pt x="60480" y="115031"/>
                    <a:pt x="44471" y="115031"/>
                  </a:cubicBezTo>
                  <a:cubicBezTo>
                    <a:pt x="28461" y="115031"/>
                    <a:pt x="16009" y="102579"/>
                    <a:pt x="16009" y="86569"/>
                  </a:cubicBezTo>
                  <a:close/>
                </a:path>
              </a:pathLst>
            </a:custGeom>
            <a:solidFill>
              <a:schemeClr val="bg1"/>
            </a:solidFill>
            <a:ln w="58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F4FFC34-2C72-F723-1336-00BE70E98108}"/>
                </a:ext>
              </a:extLst>
            </p:cNvPr>
            <p:cNvSpPr/>
            <p:nvPr/>
          </p:nvSpPr>
          <p:spPr bwMode="gray">
            <a:xfrm rot="21132644">
              <a:off x="6960598" y="3487392"/>
              <a:ext cx="898018" cy="898018"/>
            </a:xfrm>
            <a:custGeom>
              <a:avLst/>
              <a:gdLst>
                <a:gd name="connsiteX0" fmla="*/ 16009 w 88941"/>
                <a:gd name="connsiteY0" fmla="*/ 44471 h 88941"/>
                <a:gd name="connsiteX1" fmla="*/ 44471 w 88941"/>
                <a:gd name="connsiteY1" fmla="*/ 16009 h 88941"/>
                <a:gd name="connsiteX2" fmla="*/ 72932 w 88941"/>
                <a:gd name="connsiteY2" fmla="*/ 44471 h 88941"/>
                <a:gd name="connsiteX3" fmla="*/ 44471 w 88941"/>
                <a:gd name="connsiteY3" fmla="*/ 72932 h 88941"/>
                <a:gd name="connsiteX4" fmla="*/ 16009 w 88941"/>
                <a:gd name="connsiteY4" fmla="*/ 44471 h 88941"/>
                <a:gd name="connsiteX5" fmla="*/ 0 w 88941"/>
                <a:gd name="connsiteY5" fmla="*/ 44471 h 88941"/>
                <a:gd name="connsiteX6" fmla="*/ 44471 w 88941"/>
                <a:gd name="connsiteY6" fmla="*/ 0 h 88941"/>
                <a:gd name="connsiteX7" fmla="*/ 88941 w 88941"/>
                <a:gd name="connsiteY7" fmla="*/ 44471 h 88941"/>
                <a:gd name="connsiteX8" fmla="*/ 44471 w 88941"/>
                <a:gd name="connsiteY8" fmla="*/ 88941 h 88941"/>
                <a:gd name="connsiteX9" fmla="*/ 0 w 88941"/>
                <a:gd name="connsiteY9" fmla="*/ 44471 h 8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941" h="88941">
                  <a:moveTo>
                    <a:pt x="16009" y="44471"/>
                  </a:moveTo>
                  <a:cubicBezTo>
                    <a:pt x="16009" y="29054"/>
                    <a:pt x="28461" y="16009"/>
                    <a:pt x="44471" y="16009"/>
                  </a:cubicBezTo>
                  <a:cubicBezTo>
                    <a:pt x="60480" y="16009"/>
                    <a:pt x="72932" y="28461"/>
                    <a:pt x="72932" y="44471"/>
                  </a:cubicBezTo>
                  <a:cubicBezTo>
                    <a:pt x="72932" y="60480"/>
                    <a:pt x="60480" y="72932"/>
                    <a:pt x="44471" y="72932"/>
                  </a:cubicBezTo>
                  <a:cubicBezTo>
                    <a:pt x="28461" y="72932"/>
                    <a:pt x="16009" y="60480"/>
                    <a:pt x="16009" y="44471"/>
                  </a:cubicBezTo>
                  <a:close/>
                  <a:moveTo>
                    <a:pt x="0" y="44471"/>
                  </a:moveTo>
                  <a:cubicBezTo>
                    <a:pt x="0" y="20160"/>
                    <a:pt x="20160" y="0"/>
                    <a:pt x="44471" y="0"/>
                  </a:cubicBezTo>
                  <a:cubicBezTo>
                    <a:pt x="68781" y="0"/>
                    <a:pt x="88941" y="20160"/>
                    <a:pt x="88941" y="44471"/>
                  </a:cubicBezTo>
                  <a:cubicBezTo>
                    <a:pt x="88941" y="68781"/>
                    <a:pt x="68781" y="88941"/>
                    <a:pt x="44471" y="88941"/>
                  </a:cubicBezTo>
                  <a:cubicBezTo>
                    <a:pt x="20160" y="88941"/>
                    <a:pt x="0" y="68781"/>
                    <a:pt x="0" y="44471"/>
                  </a:cubicBezTo>
                  <a:close/>
                </a:path>
              </a:pathLst>
            </a:custGeom>
            <a:solidFill>
              <a:schemeClr val="tx1"/>
            </a:solidFill>
            <a:ln w="1748" cap="flat">
              <a:solidFill>
                <a:srgbClr val="1A1A1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1151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placeho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E8476C-3A63-D1D8-D079-F3F9989CAA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941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E8476C-3A63-D1D8-D079-F3F9989CA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002B38-5B80-698E-BB6F-26F6D80F0006}"/>
              </a:ext>
            </a:extLst>
          </p:cNvPr>
          <p:cNvSpPr>
            <a:spLocks/>
          </p:cNvSpPr>
          <p:nvPr userDrawn="1"/>
        </p:nvSpPr>
        <p:spPr bwMode="blackWhite">
          <a:xfrm>
            <a:off x="0" y="270"/>
            <a:ext cx="12210089" cy="6857460"/>
          </a:xfrm>
          <a:custGeom>
            <a:avLst/>
            <a:gdLst>
              <a:gd name="connsiteX0" fmla="*/ 0 w 12210089"/>
              <a:gd name="connsiteY0" fmla="*/ 0 h 6857460"/>
              <a:gd name="connsiteX1" fmla="*/ 12210089 w 12210089"/>
              <a:gd name="connsiteY1" fmla="*/ 0 h 6857460"/>
              <a:gd name="connsiteX2" fmla="*/ 12210089 w 12210089"/>
              <a:gd name="connsiteY2" fmla="*/ 6857460 h 6857460"/>
              <a:gd name="connsiteX3" fmla="*/ 10610979 w 12210089"/>
              <a:gd name="connsiteY3" fmla="*/ 6857460 h 6857460"/>
              <a:gd name="connsiteX4" fmla="*/ 10666574 w 12210089"/>
              <a:gd name="connsiteY4" fmla="*/ 6820682 h 6857460"/>
              <a:gd name="connsiteX5" fmla="*/ 11681872 w 12210089"/>
              <a:gd name="connsiteY5" fmla="*/ 4423328 h 6857460"/>
              <a:gd name="connsiteX6" fmla="*/ 9075918 w 12210089"/>
              <a:gd name="connsiteY6" fmla="*/ 2224959 h 6857460"/>
              <a:gd name="connsiteX7" fmla="*/ 8816119 w 12210089"/>
              <a:gd name="connsiteY7" fmla="*/ 2247258 h 6857460"/>
              <a:gd name="connsiteX8" fmla="*/ 6640048 w 12210089"/>
              <a:gd name="connsiteY8" fmla="*/ 5113010 h 6857460"/>
              <a:gd name="connsiteX9" fmla="*/ 7621710 w 12210089"/>
              <a:gd name="connsiteY9" fmla="*/ 6795268 h 6857460"/>
              <a:gd name="connsiteX10" fmla="*/ 7712292 w 12210089"/>
              <a:gd name="connsiteY10" fmla="*/ 6857460 h 6857460"/>
              <a:gd name="connsiteX11" fmla="*/ 0 w 12210089"/>
              <a:gd name="connsiteY11" fmla="*/ 6857460 h 685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10089" h="6857460">
                <a:moveTo>
                  <a:pt x="0" y="0"/>
                </a:moveTo>
                <a:lnTo>
                  <a:pt x="12210089" y="0"/>
                </a:lnTo>
                <a:lnTo>
                  <a:pt x="12210089" y="6857460"/>
                </a:lnTo>
                <a:lnTo>
                  <a:pt x="10610979" y="6857460"/>
                </a:lnTo>
                <a:lnTo>
                  <a:pt x="10666574" y="6820682"/>
                </a:lnTo>
                <a:cubicBezTo>
                  <a:pt x="11394112" y="6286668"/>
                  <a:pt x="11812962" y="5381645"/>
                  <a:pt x="11681872" y="4423328"/>
                </a:cubicBezTo>
                <a:cubicBezTo>
                  <a:pt x="11503113" y="3116534"/>
                  <a:pt x="10365920" y="2179829"/>
                  <a:pt x="9075918" y="2224959"/>
                </a:cubicBezTo>
                <a:cubicBezTo>
                  <a:pt x="8989918" y="2227968"/>
                  <a:pt x="8903238" y="2235340"/>
                  <a:pt x="8816119" y="2247258"/>
                </a:cubicBezTo>
                <a:cubicBezTo>
                  <a:pt x="7422205" y="2437933"/>
                  <a:pt x="6449371" y="3719096"/>
                  <a:pt x="6640048" y="5113010"/>
                </a:cubicBezTo>
                <a:cubicBezTo>
                  <a:pt x="6735385" y="5809968"/>
                  <a:pt x="7103346" y="6401655"/>
                  <a:pt x="7621710" y="6795268"/>
                </a:cubicBezTo>
                <a:lnTo>
                  <a:pt x="7712292" y="6857460"/>
                </a:lnTo>
                <a:lnTo>
                  <a:pt x="0" y="6857460"/>
                </a:lnTo>
                <a:close/>
              </a:path>
            </a:pathLst>
          </a:custGeom>
          <a:solidFill>
            <a:srgbClr val="000000">
              <a:alpha val="55000"/>
            </a:srgbClr>
          </a:solidFill>
          <a:ln w="12700">
            <a:miter lim="400000"/>
          </a:ln>
        </p:spPr>
        <p:txBody>
          <a:bodyPr wrap="square" lIns="50800" tIns="50800" rIns="50800" bIns="50800" anchor="ctr">
            <a:no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E65CE29-609E-F244-9891-0542228241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0"/>
            <a:ext cx="12210089" cy="6857460"/>
          </a:xfrm>
          <a:custGeom>
            <a:avLst/>
            <a:gdLst>
              <a:gd name="connsiteX0" fmla="*/ 0 w 12210089"/>
              <a:gd name="connsiteY0" fmla="*/ 0 h 6857460"/>
              <a:gd name="connsiteX1" fmla="*/ 12210089 w 12210089"/>
              <a:gd name="connsiteY1" fmla="*/ 0 h 6857460"/>
              <a:gd name="connsiteX2" fmla="*/ 12210089 w 12210089"/>
              <a:gd name="connsiteY2" fmla="*/ 6857460 h 6857460"/>
              <a:gd name="connsiteX3" fmla="*/ 10610979 w 12210089"/>
              <a:gd name="connsiteY3" fmla="*/ 6857460 h 6857460"/>
              <a:gd name="connsiteX4" fmla="*/ 10666574 w 12210089"/>
              <a:gd name="connsiteY4" fmla="*/ 6820682 h 6857460"/>
              <a:gd name="connsiteX5" fmla="*/ 11681872 w 12210089"/>
              <a:gd name="connsiteY5" fmla="*/ 4423328 h 6857460"/>
              <a:gd name="connsiteX6" fmla="*/ 9075918 w 12210089"/>
              <a:gd name="connsiteY6" fmla="*/ 2224959 h 6857460"/>
              <a:gd name="connsiteX7" fmla="*/ 8816119 w 12210089"/>
              <a:gd name="connsiteY7" fmla="*/ 2247258 h 6857460"/>
              <a:gd name="connsiteX8" fmla="*/ 6640048 w 12210089"/>
              <a:gd name="connsiteY8" fmla="*/ 5113010 h 6857460"/>
              <a:gd name="connsiteX9" fmla="*/ 7621710 w 12210089"/>
              <a:gd name="connsiteY9" fmla="*/ 6795268 h 6857460"/>
              <a:gd name="connsiteX10" fmla="*/ 7712292 w 12210089"/>
              <a:gd name="connsiteY10" fmla="*/ 6857460 h 6857460"/>
              <a:gd name="connsiteX11" fmla="*/ 0 w 12210089"/>
              <a:gd name="connsiteY11" fmla="*/ 6857460 h 685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10089" h="6857460">
                <a:moveTo>
                  <a:pt x="0" y="0"/>
                </a:moveTo>
                <a:lnTo>
                  <a:pt x="12210089" y="0"/>
                </a:lnTo>
                <a:lnTo>
                  <a:pt x="12210089" y="6857460"/>
                </a:lnTo>
                <a:lnTo>
                  <a:pt x="10610979" y="6857460"/>
                </a:lnTo>
                <a:lnTo>
                  <a:pt x="10666574" y="6820682"/>
                </a:lnTo>
                <a:cubicBezTo>
                  <a:pt x="11394112" y="6286668"/>
                  <a:pt x="11812962" y="5381645"/>
                  <a:pt x="11681872" y="4423328"/>
                </a:cubicBezTo>
                <a:cubicBezTo>
                  <a:pt x="11503113" y="3116534"/>
                  <a:pt x="10365920" y="2179829"/>
                  <a:pt x="9075918" y="2224959"/>
                </a:cubicBezTo>
                <a:cubicBezTo>
                  <a:pt x="8989918" y="2227968"/>
                  <a:pt x="8903238" y="2235340"/>
                  <a:pt x="8816119" y="2247258"/>
                </a:cubicBezTo>
                <a:cubicBezTo>
                  <a:pt x="7422205" y="2437933"/>
                  <a:pt x="6449371" y="3719096"/>
                  <a:pt x="6640048" y="5113010"/>
                </a:cubicBezTo>
                <a:cubicBezTo>
                  <a:pt x="6735385" y="5809968"/>
                  <a:pt x="7103346" y="6401655"/>
                  <a:pt x="7621710" y="6795268"/>
                </a:cubicBezTo>
                <a:lnTo>
                  <a:pt x="7712292" y="6857460"/>
                </a:lnTo>
                <a:lnTo>
                  <a:pt x="0" y="68574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Rechteck 12">
            <a:extLst>
              <a:ext uri="{FF2B5EF4-FFF2-40B4-BE49-F238E27FC236}">
                <a16:creationId xmlns:a16="http://schemas.microsoft.com/office/drawing/2014/main" id="{DBB08617-5AF7-C3FE-29A0-1802E616C95A}"/>
              </a:ext>
            </a:extLst>
          </p:cNvPr>
          <p:cNvSpPr>
            <a:spLocks/>
          </p:cNvSpPr>
          <p:nvPr userDrawn="1"/>
        </p:nvSpPr>
        <p:spPr>
          <a:xfrm>
            <a:off x="-2488502" y="-1"/>
            <a:ext cx="2298700" cy="5367867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</a:t>
            </a:r>
          </a:p>
          <a:p>
            <a:pPr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use images from this folder:</a:t>
            </a:r>
            <a:b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ifm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toolbox Background Images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1920x1080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find this collection here:</a:t>
            </a:r>
            <a:b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Intranet – About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ifm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Company Facts –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ifm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toolbox</a:t>
            </a:r>
          </a:p>
          <a:p>
            <a:pPr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1200" dirty="0"/>
              <a:t>If you use the </a:t>
            </a:r>
            <a:r>
              <a:rPr lang="en-US" sz="1200" b="1" dirty="0"/>
              <a:t>title slide with the image placeholder</a:t>
            </a:r>
            <a:r>
              <a:rPr lang="en-US" sz="1200" dirty="0"/>
              <a:t>, please insert your image </a:t>
            </a:r>
            <a:br>
              <a:rPr lang="en-US" sz="1200" dirty="0"/>
            </a:br>
            <a:r>
              <a:rPr lang="en-US" sz="1200" dirty="0"/>
              <a:t>and set its </a:t>
            </a:r>
            <a:r>
              <a:rPr lang="en-US" sz="1200" b="1" dirty="0"/>
              <a:t>transparency</a:t>
            </a:r>
            <a:r>
              <a:rPr lang="en-US" sz="1200" dirty="0"/>
              <a:t> to </a:t>
            </a:r>
            <a:r>
              <a:rPr lang="en-US" sz="1200" b="1" dirty="0"/>
              <a:t>50%</a:t>
            </a:r>
            <a:r>
              <a:rPr lang="en-US" sz="1200" dirty="0"/>
              <a:t> </a:t>
            </a:r>
          </a:p>
          <a:p>
            <a:pPr>
              <a:spcAft>
                <a:spcPts val="600"/>
              </a:spcAft>
            </a:pPr>
            <a:r>
              <a:rPr lang="en-US" sz="1200" dirty="0"/>
              <a:t>(Picture Format → </a:t>
            </a:r>
            <a:br>
              <a:rPr lang="en-US" sz="1200" dirty="0"/>
            </a:br>
            <a:r>
              <a:rPr lang="en-US" sz="1200" dirty="0"/>
              <a:t>Picture Transparency → 50%).</a:t>
            </a:r>
          </a:p>
          <a:p>
            <a:pPr>
              <a:spcAft>
                <a:spcPts val="600"/>
              </a:spcAft>
            </a:pPr>
            <a:r>
              <a:rPr lang="en-US" sz="1200" dirty="0"/>
              <a:t>When using this slide, inserting an image is mandatory – do not use the black background.</a:t>
            </a:r>
            <a:endParaRPr lang="en-US" sz="12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White">
          <a:xfrm>
            <a:off x="373063" y="373063"/>
            <a:ext cx="11447462" cy="830997"/>
          </a:xfrm>
        </p:spPr>
        <p:txBody>
          <a:bodyPr vert="horz" lIns="0" tIns="0" rIns="0" bIns="0" anchor="t">
            <a:sp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6763F-DB2C-1653-E1D8-F89762942E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White">
          <a:xfrm>
            <a:off x="373063" y="1204060"/>
            <a:ext cx="11447462" cy="461665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0" indent="0" algn="l">
              <a:buNone/>
              <a:defRPr sz="3000">
                <a:solidFill>
                  <a:schemeClr val="bg1"/>
                </a:solidFill>
              </a:defRPr>
            </a:lvl2pPr>
            <a:lvl3pPr marL="0" indent="0" algn="l">
              <a:buNone/>
              <a:defRPr sz="3000">
                <a:solidFill>
                  <a:schemeClr val="bg1"/>
                </a:solidFill>
              </a:defRPr>
            </a:lvl3pPr>
            <a:lvl4pPr marL="0" indent="0" algn="l">
              <a:buNone/>
              <a:defRPr sz="3000">
                <a:solidFill>
                  <a:schemeClr val="bg1"/>
                </a:solidFill>
              </a:defRPr>
            </a:lvl4pPr>
            <a:lvl5pPr marL="0" indent="0" algn="l">
              <a:buNone/>
              <a:defRPr sz="3000">
                <a:solidFill>
                  <a:schemeClr val="bg1"/>
                </a:solidFill>
              </a:defRPr>
            </a:lvl5pPr>
            <a:lvl6pPr marL="0" indent="0" algn="l">
              <a:buNone/>
              <a:defRPr sz="3000">
                <a:solidFill>
                  <a:schemeClr val="bg1"/>
                </a:solidFill>
              </a:defRPr>
            </a:lvl6pPr>
            <a:lvl7pPr marL="0" indent="0" algn="l">
              <a:buNone/>
              <a:defRPr sz="3000">
                <a:solidFill>
                  <a:schemeClr val="bg1"/>
                </a:solidFill>
              </a:defRPr>
            </a:lvl7pPr>
            <a:lvl8pPr marL="0" indent="0" algn="l">
              <a:buNone/>
              <a:defRPr sz="3000">
                <a:solidFill>
                  <a:schemeClr val="bg1"/>
                </a:solidFill>
              </a:defRPr>
            </a:lvl8pPr>
            <a:lvl9pPr marL="0" indent="0" algn="l">
              <a:buNone/>
              <a:defRPr sz="3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Presentation description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12F02C-6C8E-FA47-49A4-0D592874E4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White">
          <a:xfrm>
            <a:off x="373063" y="5956300"/>
            <a:ext cx="5722937" cy="252413"/>
          </a:xfrm>
        </p:spPr>
        <p:txBody>
          <a:bodyPr lIns="0" tIns="0" rIns="0" bIns="0" anchor="b">
            <a:sp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5pPr marL="540000" indent="0">
              <a:buNone/>
              <a:defRPr/>
            </a:lvl5pPr>
          </a:lstStyle>
          <a:p>
            <a:r>
              <a:rPr lang="en-US" dirty="0">
                <a:cs typeface="Arial" panose="020B0604020202020204" pitchFamily="34" charset="0"/>
              </a:rPr>
              <a:t>Date or further information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blackWhite">
          <a:xfrm>
            <a:off x="1397000" y="6232009"/>
            <a:ext cx="4699000" cy="184666"/>
          </a:xfrm>
        </p:spPr>
        <p:txBody>
          <a:bodyPr lIns="0" tIns="0" r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 bwMode="blackWhite"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2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520C57-5E5D-DB50-3769-4784B35DE6AE}"/>
              </a:ext>
            </a:extLst>
          </p:cNvPr>
          <p:cNvGrpSpPr>
            <a:grpSpLocks/>
          </p:cNvGrpSpPr>
          <p:nvPr userDrawn="1"/>
        </p:nvGrpSpPr>
        <p:grpSpPr>
          <a:xfrm>
            <a:off x="6597756" y="2225331"/>
            <a:ext cx="5088778" cy="4811136"/>
            <a:chOff x="6597756" y="2225331"/>
            <a:chExt cx="5088778" cy="4811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F32EA48-1DF4-3D3A-5586-7E84648EA4D7}"/>
                </a:ext>
              </a:extLst>
            </p:cNvPr>
            <p:cNvSpPr/>
            <p:nvPr/>
          </p:nvSpPr>
          <p:spPr bwMode="gray">
            <a:xfrm rot="21132644">
              <a:off x="6597756" y="2225331"/>
              <a:ext cx="5088778" cy="4811136"/>
            </a:xfrm>
            <a:custGeom>
              <a:avLst/>
              <a:gdLst>
                <a:gd name="connsiteX0" fmla="*/ 2804813 w 5088778"/>
                <a:gd name="connsiteY0" fmla="*/ 13119 h 4811136"/>
                <a:gd name="connsiteX1" fmla="*/ 5088778 w 5088778"/>
                <a:gd name="connsiteY1" fmla="*/ 2544389 h 4811136"/>
                <a:gd name="connsiteX2" fmla="*/ 3757935 w 5088778"/>
                <a:gd name="connsiteY2" fmla="*/ 4782020 h 4811136"/>
                <a:gd name="connsiteX3" fmla="*/ 3697427 w 5088778"/>
                <a:gd name="connsiteY3" fmla="*/ 4811136 h 4811136"/>
                <a:gd name="connsiteX4" fmla="*/ 826279 w 5088778"/>
                <a:gd name="connsiteY4" fmla="*/ 4418385 h 4811136"/>
                <a:gd name="connsiteX5" fmla="*/ 744609 w 5088778"/>
                <a:gd name="connsiteY5" fmla="*/ 4344170 h 4811136"/>
                <a:gd name="connsiteX6" fmla="*/ 1 w 5088778"/>
                <a:gd name="connsiteY6" fmla="*/ 2544389 h 4811136"/>
                <a:gd name="connsiteX7" fmla="*/ 2544389 w 5088778"/>
                <a:gd name="connsiteY7" fmla="*/ 1 h 4811136"/>
                <a:gd name="connsiteX8" fmla="*/ 2804813 w 5088778"/>
                <a:gd name="connsiteY8" fmla="*/ 13119 h 481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8778" h="4811136">
                  <a:moveTo>
                    <a:pt x="2804813" y="13119"/>
                  </a:moveTo>
                  <a:cubicBezTo>
                    <a:pt x="4089029" y="143239"/>
                    <a:pt x="5088778" y="1225425"/>
                    <a:pt x="5088778" y="2544389"/>
                  </a:cubicBezTo>
                  <a:cubicBezTo>
                    <a:pt x="5088778" y="3511630"/>
                    <a:pt x="4551135" y="4351536"/>
                    <a:pt x="3757935" y="4782020"/>
                  </a:cubicBezTo>
                  <a:lnTo>
                    <a:pt x="3697427" y="4811136"/>
                  </a:lnTo>
                  <a:lnTo>
                    <a:pt x="826279" y="4418385"/>
                  </a:lnTo>
                  <a:lnTo>
                    <a:pt x="744609" y="4344170"/>
                  </a:lnTo>
                  <a:cubicBezTo>
                    <a:pt x="284374" y="3883934"/>
                    <a:pt x="0" y="3247837"/>
                    <a:pt x="1" y="2544389"/>
                  </a:cubicBezTo>
                  <a:cubicBezTo>
                    <a:pt x="0" y="1137494"/>
                    <a:pt x="1137494" y="0"/>
                    <a:pt x="2544389" y="1"/>
                  </a:cubicBezTo>
                  <a:cubicBezTo>
                    <a:pt x="2632320" y="1"/>
                    <a:pt x="2719199" y="4444"/>
                    <a:pt x="2804813" y="13119"/>
                  </a:cubicBezTo>
                  <a:close/>
                </a:path>
              </a:pathLst>
            </a:custGeom>
            <a:solidFill>
              <a:schemeClr val="tx2"/>
            </a:solidFill>
            <a:ln w="1748" cap="flat">
              <a:solidFill>
                <a:srgbClr val="FF6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4A9AD83-0ACC-5A60-B880-53E7D831B0B7}"/>
                </a:ext>
              </a:extLst>
            </p:cNvPr>
            <p:cNvSpPr/>
            <p:nvPr/>
          </p:nvSpPr>
          <p:spPr bwMode="gray">
            <a:xfrm rot="21132644">
              <a:off x="7048659" y="2839116"/>
              <a:ext cx="4118922" cy="3262805"/>
            </a:xfrm>
            <a:custGeom>
              <a:avLst/>
              <a:gdLst>
                <a:gd name="connsiteX0" fmla="*/ 85384 w 407943"/>
                <a:gd name="connsiteY0" fmla="*/ 68781 h 323152"/>
                <a:gd name="connsiteX1" fmla="*/ 88941 w 407943"/>
                <a:gd name="connsiteY1" fmla="*/ 86569 h 323152"/>
                <a:gd name="connsiteX2" fmla="*/ 44471 w 407943"/>
                <a:gd name="connsiteY2" fmla="*/ 131040 h 323152"/>
                <a:gd name="connsiteX3" fmla="*/ 0 w 407943"/>
                <a:gd name="connsiteY3" fmla="*/ 86569 h 323152"/>
                <a:gd name="connsiteX4" fmla="*/ 44471 w 407943"/>
                <a:gd name="connsiteY4" fmla="*/ 42099 h 323152"/>
                <a:gd name="connsiteX5" fmla="*/ 68781 w 407943"/>
                <a:gd name="connsiteY5" fmla="*/ 49807 h 323152"/>
                <a:gd name="connsiteX6" fmla="*/ 68781 w 407943"/>
                <a:gd name="connsiteY6" fmla="*/ 38541 h 323152"/>
                <a:gd name="connsiteX7" fmla="*/ 107322 w 407943"/>
                <a:gd name="connsiteY7" fmla="*/ 0 h 323152"/>
                <a:gd name="connsiteX8" fmla="*/ 215831 w 407943"/>
                <a:gd name="connsiteY8" fmla="*/ 0 h 323152"/>
                <a:gd name="connsiteX9" fmla="*/ 215831 w 407943"/>
                <a:gd name="connsiteY9" fmla="*/ 64631 h 323152"/>
                <a:gd name="connsiteX10" fmla="*/ 152979 w 407943"/>
                <a:gd name="connsiteY10" fmla="*/ 64631 h 323152"/>
                <a:gd name="connsiteX11" fmla="*/ 150607 w 407943"/>
                <a:gd name="connsiteY11" fmla="*/ 67002 h 323152"/>
                <a:gd name="connsiteX12" fmla="*/ 150607 w 407943"/>
                <a:gd name="connsiteY12" fmla="*/ 106729 h 323152"/>
                <a:gd name="connsiteX13" fmla="*/ 152979 w 407943"/>
                <a:gd name="connsiteY13" fmla="*/ 109101 h 323152"/>
                <a:gd name="connsiteX14" fmla="*/ 215831 w 407943"/>
                <a:gd name="connsiteY14" fmla="*/ 109101 h 323152"/>
                <a:gd name="connsiteX15" fmla="*/ 215831 w 407943"/>
                <a:gd name="connsiteY15" fmla="*/ 163652 h 323152"/>
                <a:gd name="connsiteX16" fmla="*/ 154758 w 407943"/>
                <a:gd name="connsiteY16" fmla="*/ 163652 h 323152"/>
                <a:gd name="connsiteX17" fmla="*/ 150607 w 407943"/>
                <a:gd name="connsiteY17" fmla="*/ 167802 h 323152"/>
                <a:gd name="connsiteX18" fmla="*/ 150607 w 407943"/>
                <a:gd name="connsiteY18" fmla="*/ 307144 h 323152"/>
                <a:gd name="connsiteX19" fmla="*/ 199821 w 407943"/>
                <a:gd name="connsiteY19" fmla="*/ 307144 h 323152"/>
                <a:gd name="connsiteX20" fmla="*/ 199821 w 407943"/>
                <a:gd name="connsiteY20" fmla="*/ 208122 h 323152"/>
                <a:gd name="connsiteX21" fmla="*/ 214052 w 407943"/>
                <a:gd name="connsiteY21" fmla="*/ 193892 h 323152"/>
                <a:gd name="connsiteX22" fmla="*/ 232433 w 407943"/>
                <a:gd name="connsiteY22" fmla="*/ 193892 h 323152"/>
                <a:gd name="connsiteX23" fmla="*/ 246664 w 407943"/>
                <a:gd name="connsiteY23" fmla="*/ 208122 h 323152"/>
                <a:gd name="connsiteX24" fmla="*/ 246664 w 407943"/>
                <a:gd name="connsiteY24" fmla="*/ 307144 h 323152"/>
                <a:gd name="connsiteX25" fmla="*/ 295878 w 407943"/>
                <a:gd name="connsiteY25" fmla="*/ 307144 h 323152"/>
                <a:gd name="connsiteX26" fmla="*/ 295878 w 407943"/>
                <a:gd name="connsiteY26" fmla="*/ 208122 h 323152"/>
                <a:gd name="connsiteX27" fmla="*/ 310108 w 407943"/>
                <a:gd name="connsiteY27" fmla="*/ 193892 h 323152"/>
                <a:gd name="connsiteX28" fmla="*/ 328489 w 407943"/>
                <a:gd name="connsiteY28" fmla="*/ 193892 h 323152"/>
                <a:gd name="connsiteX29" fmla="*/ 342720 w 407943"/>
                <a:gd name="connsiteY29" fmla="*/ 208122 h 323152"/>
                <a:gd name="connsiteX30" fmla="*/ 342720 w 407943"/>
                <a:gd name="connsiteY30" fmla="*/ 307144 h 323152"/>
                <a:gd name="connsiteX31" fmla="*/ 391934 w 407943"/>
                <a:gd name="connsiteY31" fmla="*/ 307144 h 323152"/>
                <a:gd name="connsiteX32" fmla="*/ 391934 w 407943"/>
                <a:gd name="connsiteY32" fmla="*/ 167802 h 323152"/>
                <a:gd name="connsiteX33" fmla="*/ 387784 w 407943"/>
                <a:gd name="connsiteY33" fmla="*/ 163652 h 323152"/>
                <a:gd name="connsiteX34" fmla="*/ 230654 w 407943"/>
                <a:gd name="connsiteY34" fmla="*/ 163652 h 323152"/>
                <a:gd name="connsiteX35" fmla="*/ 230654 w 407943"/>
                <a:gd name="connsiteY35" fmla="*/ 147642 h 323152"/>
                <a:gd name="connsiteX36" fmla="*/ 393713 w 407943"/>
                <a:gd name="connsiteY36" fmla="*/ 147642 h 323152"/>
                <a:gd name="connsiteX37" fmla="*/ 407944 w 407943"/>
                <a:gd name="connsiteY37" fmla="*/ 161873 h 323152"/>
                <a:gd name="connsiteX38" fmla="*/ 407944 w 407943"/>
                <a:gd name="connsiteY38" fmla="*/ 323153 h 323152"/>
                <a:gd name="connsiteX39" fmla="*/ 326711 w 407943"/>
                <a:gd name="connsiteY39" fmla="*/ 323153 h 323152"/>
                <a:gd name="connsiteX40" fmla="*/ 326711 w 407943"/>
                <a:gd name="connsiteY40" fmla="*/ 212866 h 323152"/>
                <a:gd name="connsiteX41" fmla="*/ 324339 w 407943"/>
                <a:gd name="connsiteY41" fmla="*/ 210494 h 323152"/>
                <a:gd name="connsiteX42" fmla="*/ 314852 w 407943"/>
                <a:gd name="connsiteY42" fmla="*/ 210494 h 323152"/>
                <a:gd name="connsiteX43" fmla="*/ 312480 w 407943"/>
                <a:gd name="connsiteY43" fmla="*/ 212866 h 323152"/>
                <a:gd name="connsiteX44" fmla="*/ 312480 w 407943"/>
                <a:gd name="connsiteY44" fmla="*/ 323153 h 323152"/>
                <a:gd name="connsiteX45" fmla="*/ 231247 w 407943"/>
                <a:gd name="connsiteY45" fmla="*/ 323153 h 323152"/>
                <a:gd name="connsiteX46" fmla="*/ 231247 w 407943"/>
                <a:gd name="connsiteY46" fmla="*/ 212866 h 323152"/>
                <a:gd name="connsiteX47" fmla="*/ 228875 w 407943"/>
                <a:gd name="connsiteY47" fmla="*/ 210494 h 323152"/>
                <a:gd name="connsiteX48" fmla="*/ 219388 w 407943"/>
                <a:gd name="connsiteY48" fmla="*/ 210494 h 323152"/>
                <a:gd name="connsiteX49" fmla="*/ 217016 w 407943"/>
                <a:gd name="connsiteY49" fmla="*/ 212866 h 323152"/>
                <a:gd name="connsiteX50" fmla="*/ 217016 w 407943"/>
                <a:gd name="connsiteY50" fmla="*/ 323153 h 323152"/>
                <a:gd name="connsiteX51" fmla="*/ 34984 w 407943"/>
                <a:gd name="connsiteY51" fmla="*/ 323153 h 323152"/>
                <a:gd name="connsiteX52" fmla="*/ 34984 w 407943"/>
                <a:gd name="connsiteY52" fmla="*/ 307144 h 323152"/>
                <a:gd name="connsiteX53" fmla="*/ 69967 w 407943"/>
                <a:gd name="connsiteY53" fmla="*/ 307144 h 323152"/>
                <a:gd name="connsiteX54" fmla="*/ 69967 w 407943"/>
                <a:gd name="connsiteY54" fmla="*/ 167802 h 323152"/>
                <a:gd name="connsiteX55" fmla="*/ 65816 w 407943"/>
                <a:gd name="connsiteY55" fmla="*/ 163652 h 323152"/>
                <a:gd name="connsiteX56" fmla="*/ 20753 w 407943"/>
                <a:gd name="connsiteY56" fmla="*/ 163652 h 323152"/>
                <a:gd name="connsiteX57" fmla="*/ 20753 w 407943"/>
                <a:gd name="connsiteY57" fmla="*/ 323153 h 323152"/>
                <a:gd name="connsiteX58" fmla="*/ 4744 w 407943"/>
                <a:gd name="connsiteY58" fmla="*/ 323153 h 323152"/>
                <a:gd name="connsiteX59" fmla="*/ 4744 w 407943"/>
                <a:gd name="connsiteY59" fmla="*/ 147642 h 323152"/>
                <a:gd name="connsiteX60" fmla="*/ 72339 w 407943"/>
                <a:gd name="connsiteY60" fmla="*/ 147642 h 323152"/>
                <a:gd name="connsiteX61" fmla="*/ 86569 w 407943"/>
                <a:gd name="connsiteY61" fmla="*/ 161873 h 323152"/>
                <a:gd name="connsiteX62" fmla="*/ 86569 w 407943"/>
                <a:gd name="connsiteY62" fmla="*/ 307144 h 323152"/>
                <a:gd name="connsiteX63" fmla="*/ 135784 w 407943"/>
                <a:gd name="connsiteY63" fmla="*/ 307144 h 323152"/>
                <a:gd name="connsiteX64" fmla="*/ 135784 w 407943"/>
                <a:gd name="connsiteY64" fmla="*/ 161873 h 323152"/>
                <a:gd name="connsiteX65" fmla="*/ 150014 w 407943"/>
                <a:gd name="connsiteY65" fmla="*/ 147642 h 323152"/>
                <a:gd name="connsiteX66" fmla="*/ 201007 w 407943"/>
                <a:gd name="connsiteY66" fmla="*/ 147642 h 323152"/>
                <a:gd name="connsiteX67" fmla="*/ 201007 w 407943"/>
                <a:gd name="connsiteY67" fmla="*/ 125704 h 323152"/>
                <a:gd name="connsiteX68" fmla="*/ 150014 w 407943"/>
                <a:gd name="connsiteY68" fmla="*/ 125704 h 323152"/>
                <a:gd name="connsiteX69" fmla="*/ 135784 w 407943"/>
                <a:gd name="connsiteY69" fmla="*/ 111473 h 323152"/>
                <a:gd name="connsiteX70" fmla="*/ 135784 w 407943"/>
                <a:gd name="connsiteY70" fmla="*/ 62852 h 323152"/>
                <a:gd name="connsiteX71" fmla="*/ 150014 w 407943"/>
                <a:gd name="connsiteY71" fmla="*/ 48621 h 323152"/>
                <a:gd name="connsiteX72" fmla="*/ 201007 w 407943"/>
                <a:gd name="connsiteY72" fmla="*/ 48621 h 323152"/>
                <a:gd name="connsiteX73" fmla="*/ 201007 w 407943"/>
                <a:gd name="connsiteY73" fmla="*/ 16602 h 323152"/>
                <a:gd name="connsiteX74" fmla="*/ 108508 w 407943"/>
                <a:gd name="connsiteY74" fmla="*/ 16602 h 323152"/>
                <a:gd name="connsiteX75" fmla="*/ 86569 w 407943"/>
                <a:gd name="connsiteY75" fmla="*/ 38541 h 323152"/>
                <a:gd name="connsiteX76" fmla="*/ 86569 w 407943"/>
                <a:gd name="connsiteY76" fmla="*/ 69374 h 323152"/>
                <a:gd name="connsiteX77" fmla="*/ 85384 w 407943"/>
                <a:gd name="connsiteY77" fmla="*/ 68781 h 323152"/>
                <a:gd name="connsiteX78" fmla="*/ 16009 w 407943"/>
                <a:gd name="connsiteY78" fmla="*/ 86569 h 323152"/>
                <a:gd name="connsiteX79" fmla="*/ 44471 w 407943"/>
                <a:gd name="connsiteY79" fmla="*/ 58108 h 323152"/>
                <a:gd name="connsiteX80" fmla="*/ 72932 w 407943"/>
                <a:gd name="connsiteY80" fmla="*/ 86569 h 323152"/>
                <a:gd name="connsiteX81" fmla="*/ 44471 w 407943"/>
                <a:gd name="connsiteY81" fmla="*/ 115031 h 323152"/>
                <a:gd name="connsiteX82" fmla="*/ 16009 w 407943"/>
                <a:gd name="connsiteY82" fmla="*/ 86569 h 323152"/>
                <a:gd name="connsiteX0" fmla="*/ 85384 w 407944"/>
                <a:gd name="connsiteY0" fmla="*/ 68781 h 323153"/>
                <a:gd name="connsiteX1" fmla="*/ 88941 w 407944"/>
                <a:gd name="connsiteY1" fmla="*/ 86569 h 323153"/>
                <a:gd name="connsiteX2" fmla="*/ 44471 w 407944"/>
                <a:gd name="connsiteY2" fmla="*/ 131040 h 323153"/>
                <a:gd name="connsiteX3" fmla="*/ 0 w 407944"/>
                <a:gd name="connsiteY3" fmla="*/ 86569 h 323153"/>
                <a:gd name="connsiteX4" fmla="*/ 44471 w 407944"/>
                <a:gd name="connsiteY4" fmla="*/ 42099 h 323153"/>
                <a:gd name="connsiteX5" fmla="*/ 68781 w 407944"/>
                <a:gd name="connsiteY5" fmla="*/ 49807 h 323153"/>
                <a:gd name="connsiteX6" fmla="*/ 68781 w 407944"/>
                <a:gd name="connsiteY6" fmla="*/ 38541 h 323153"/>
                <a:gd name="connsiteX7" fmla="*/ 107322 w 407944"/>
                <a:gd name="connsiteY7" fmla="*/ 0 h 323153"/>
                <a:gd name="connsiteX8" fmla="*/ 215831 w 407944"/>
                <a:gd name="connsiteY8" fmla="*/ 0 h 323153"/>
                <a:gd name="connsiteX9" fmla="*/ 215831 w 407944"/>
                <a:gd name="connsiteY9" fmla="*/ 64631 h 323153"/>
                <a:gd name="connsiteX10" fmla="*/ 152979 w 407944"/>
                <a:gd name="connsiteY10" fmla="*/ 64631 h 323153"/>
                <a:gd name="connsiteX11" fmla="*/ 150607 w 407944"/>
                <a:gd name="connsiteY11" fmla="*/ 67002 h 323153"/>
                <a:gd name="connsiteX12" fmla="*/ 150607 w 407944"/>
                <a:gd name="connsiteY12" fmla="*/ 106729 h 323153"/>
                <a:gd name="connsiteX13" fmla="*/ 152979 w 407944"/>
                <a:gd name="connsiteY13" fmla="*/ 109101 h 323153"/>
                <a:gd name="connsiteX14" fmla="*/ 215831 w 407944"/>
                <a:gd name="connsiteY14" fmla="*/ 109101 h 323153"/>
                <a:gd name="connsiteX15" fmla="*/ 215831 w 407944"/>
                <a:gd name="connsiteY15" fmla="*/ 163652 h 323153"/>
                <a:gd name="connsiteX16" fmla="*/ 154758 w 407944"/>
                <a:gd name="connsiteY16" fmla="*/ 163652 h 323153"/>
                <a:gd name="connsiteX17" fmla="*/ 150607 w 407944"/>
                <a:gd name="connsiteY17" fmla="*/ 167802 h 323153"/>
                <a:gd name="connsiteX18" fmla="*/ 150607 w 407944"/>
                <a:gd name="connsiteY18" fmla="*/ 307144 h 323153"/>
                <a:gd name="connsiteX19" fmla="*/ 199821 w 407944"/>
                <a:gd name="connsiteY19" fmla="*/ 307144 h 323153"/>
                <a:gd name="connsiteX20" fmla="*/ 199821 w 407944"/>
                <a:gd name="connsiteY20" fmla="*/ 208122 h 323153"/>
                <a:gd name="connsiteX21" fmla="*/ 214052 w 407944"/>
                <a:gd name="connsiteY21" fmla="*/ 193892 h 323153"/>
                <a:gd name="connsiteX22" fmla="*/ 232433 w 407944"/>
                <a:gd name="connsiteY22" fmla="*/ 193892 h 323153"/>
                <a:gd name="connsiteX23" fmla="*/ 246664 w 407944"/>
                <a:gd name="connsiteY23" fmla="*/ 208122 h 323153"/>
                <a:gd name="connsiteX24" fmla="*/ 246664 w 407944"/>
                <a:gd name="connsiteY24" fmla="*/ 307144 h 323153"/>
                <a:gd name="connsiteX25" fmla="*/ 295878 w 407944"/>
                <a:gd name="connsiteY25" fmla="*/ 307144 h 323153"/>
                <a:gd name="connsiteX26" fmla="*/ 295878 w 407944"/>
                <a:gd name="connsiteY26" fmla="*/ 208122 h 323153"/>
                <a:gd name="connsiteX27" fmla="*/ 310108 w 407944"/>
                <a:gd name="connsiteY27" fmla="*/ 193892 h 323153"/>
                <a:gd name="connsiteX28" fmla="*/ 328489 w 407944"/>
                <a:gd name="connsiteY28" fmla="*/ 193892 h 323153"/>
                <a:gd name="connsiteX29" fmla="*/ 342720 w 407944"/>
                <a:gd name="connsiteY29" fmla="*/ 208122 h 323153"/>
                <a:gd name="connsiteX30" fmla="*/ 342720 w 407944"/>
                <a:gd name="connsiteY30" fmla="*/ 307144 h 323153"/>
                <a:gd name="connsiteX31" fmla="*/ 391934 w 407944"/>
                <a:gd name="connsiteY31" fmla="*/ 307144 h 323153"/>
                <a:gd name="connsiteX32" fmla="*/ 391934 w 407944"/>
                <a:gd name="connsiteY32" fmla="*/ 167802 h 323153"/>
                <a:gd name="connsiteX33" fmla="*/ 387784 w 407944"/>
                <a:gd name="connsiteY33" fmla="*/ 163652 h 323153"/>
                <a:gd name="connsiteX34" fmla="*/ 230654 w 407944"/>
                <a:gd name="connsiteY34" fmla="*/ 163652 h 323153"/>
                <a:gd name="connsiteX35" fmla="*/ 230654 w 407944"/>
                <a:gd name="connsiteY35" fmla="*/ 147642 h 323153"/>
                <a:gd name="connsiteX36" fmla="*/ 393713 w 407944"/>
                <a:gd name="connsiteY36" fmla="*/ 147642 h 323153"/>
                <a:gd name="connsiteX37" fmla="*/ 407944 w 407944"/>
                <a:gd name="connsiteY37" fmla="*/ 161873 h 323153"/>
                <a:gd name="connsiteX38" fmla="*/ 407944 w 407944"/>
                <a:gd name="connsiteY38" fmla="*/ 323153 h 323153"/>
                <a:gd name="connsiteX39" fmla="*/ 326711 w 407944"/>
                <a:gd name="connsiteY39" fmla="*/ 323153 h 323153"/>
                <a:gd name="connsiteX40" fmla="*/ 326711 w 407944"/>
                <a:gd name="connsiteY40" fmla="*/ 212866 h 323153"/>
                <a:gd name="connsiteX41" fmla="*/ 324339 w 407944"/>
                <a:gd name="connsiteY41" fmla="*/ 210494 h 323153"/>
                <a:gd name="connsiteX42" fmla="*/ 314852 w 407944"/>
                <a:gd name="connsiteY42" fmla="*/ 210494 h 323153"/>
                <a:gd name="connsiteX43" fmla="*/ 312480 w 407944"/>
                <a:gd name="connsiteY43" fmla="*/ 212866 h 323153"/>
                <a:gd name="connsiteX44" fmla="*/ 312480 w 407944"/>
                <a:gd name="connsiteY44" fmla="*/ 323153 h 323153"/>
                <a:gd name="connsiteX45" fmla="*/ 231247 w 407944"/>
                <a:gd name="connsiteY45" fmla="*/ 323153 h 323153"/>
                <a:gd name="connsiteX46" fmla="*/ 231247 w 407944"/>
                <a:gd name="connsiteY46" fmla="*/ 212866 h 323153"/>
                <a:gd name="connsiteX47" fmla="*/ 228875 w 407944"/>
                <a:gd name="connsiteY47" fmla="*/ 210494 h 323153"/>
                <a:gd name="connsiteX48" fmla="*/ 219388 w 407944"/>
                <a:gd name="connsiteY48" fmla="*/ 210494 h 323153"/>
                <a:gd name="connsiteX49" fmla="*/ 217016 w 407944"/>
                <a:gd name="connsiteY49" fmla="*/ 212866 h 323153"/>
                <a:gd name="connsiteX50" fmla="*/ 217016 w 407944"/>
                <a:gd name="connsiteY50" fmla="*/ 323153 h 323153"/>
                <a:gd name="connsiteX51" fmla="*/ 34984 w 407944"/>
                <a:gd name="connsiteY51" fmla="*/ 323153 h 323153"/>
                <a:gd name="connsiteX52" fmla="*/ 34984 w 407944"/>
                <a:gd name="connsiteY52" fmla="*/ 307144 h 323153"/>
                <a:gd name="connsiteX53" fmla="*/ 69967 w 407944"/>
                <a:gd name="connsiteY53" fmla="*/ 307144 h 323153"/>
                <a:gd name="connsiteX54" fmla="*/ 69967 w 407944"/>
                <a:gd name="connsiteY54" fmla="*/ 167802 h 323153"/>
                <a:gd name="connsiteX55" fmla="*/ 65816 w 407944"/>
                <a:gd name="connsiteY55" fmla="*/ 163652 h 323153"/>
                <a:gd name="connsiteX56" fmla="*/ 20753 w 407944"/>
                <a:gd name="connsiteY56" fmla="*/ 163652 h 323153"/>
                <a:gd name="connsiteX57" fmla="*/ 20753 w 407944"/>
                <a:gd name="connsiteY57" fmla="*/ 323153 h 323153"/>
                <a:gd name="connsiteX58" fmla="*/ 4744 w 407944"/>
                <a:gd name="connsiteY58" fmla="*/ 323153 h 323153"/>
                <a:gd name="connsiteX59" fmla="*/ 4744 w 407944"/>
                <a:gd name="connsiteY59" fmla="*/ 147642 h 323153"/>
                <a:gd name="connsiteX60" fmla="*/ 72339 w 407944"/>
                <a:gd name="connsiteY60" fmla="*/ 147642 h 323153"/>
                <a:gd name="connsiteX61" fmla="*/ 86569 w 407944"/>
                <a:gd name="connsiteY61" fmla="*/ 161873 h 323153"/>
                <a:gd name="connsiteX62" fmla="*/ 86569 w 407944"/>
                <a:gd name="connsiteY62" fmla="*/ 307144 h 323153"/>
                <a:gd name="connsiteX63" fmla="*/ 135784 w 407944"/>
                <a:gd name="connsiteY63" fmla="*/ 307144 h 323153"/>
                <a:gd name="connsiteX64" fmla="*/ 135784 w 407944"/>
                <a:gd name="connsiteY64" fmla="*/ 161873 h 323153"/>
                <a:gd name="connsiteX65" fmla="*/ 150014 w 407944"/>
                <a:gd name="connsiteY65" fmla="*/ 147642 h 323153"/>
                <a:gd name="connsiteX66" fmla="*/ 201007 w 407944"/>
                <a:gd name="connsiteY66" fmla="*/ 147642 h 323153"/>
                <a:gd name="connsiteX67" fmla="*/ 201007 w 407944"/>
                <a:gd name="connsiteY67" fmla="*/ 125704 h 323153"/>
                <a:gd name="connsiteX68" fmla="*/ 150014 w 407944"/>
                <a:gd name="connsiteY68" fmla="*/ 125704 h 323153"/>
                <a:gd name="connsiteX69" fmla="*/ 135784 w 407944"/>
                <a:gd name="connsiteY69" fmla="*/ 111473 h 323153"/>
                <a:gd name="connsiteX70" fmla="*/ 135784 w 407944"/>
                <a:gd name="connsiteY70" fmla="*/ 62852 h 323153"/>
                <a:gd name="connsiteX71" fmla="*/ 150014 w 407944"/>
                <a:gd name="connsiteY71" fmla="*/ 48621 h 323153"/>
                <a:gd name="connsiteX72" fmla="*/ 201007 w 407944"/>
                <a:gd name="connsiteY72" fmla="*/ 48621 h 323153"/>
                <a:gd name="connsiteX73" fmla="*/ 201007 w 407944"/>
                <a:gd name="connsiteY73" fmla="*/ 16602 h 323153"/>
                <a:gd name="connsiteX74" fmla="*/ 108508 w 407944"/>
                <a:gd name="connsiteY74" fmla="*/ 16602 h 323153"/>
                <a:gd name="connsiteX75" fmla="*/ 86569 w 407944"/>
                <a:gd name="connsiteY75" fmla="*/ 38541 h 323153"/>
                <a:gd name="connsiteX76" fmla="*/ 86569 w 407944"/>
                <a:gd name="connsiteY76" fmla="*/ 69374 h 323153"/>
                <a:gd name="connsiteX77" fmla="*/ 85384 w 407944"/>
                <a:gd name="connsiteY77" fmla="*/ 68781 h 323153"/>
                <a:gd name="connsiteX78" fmla="*/ 16009 w 407944"/>
                <a:gd name="connsiteY78" fmla="*/ 86569 h 323153"/>
                <a:gd name="connsiteX79" fmla="*/ 44471 w 407944"/>
                <a:gd name="connsiteY79" fmla="*/ 58108 h 323153"/>
                <a:gd name="connsiteX80" fmla="*/ 72932 w 407944"/>
                <a:gd name="connsiteY80" fmla="*/ 86569 h 323153"/>
                <a:gd name="connsiteX81" fmla="*/ 44471 w 407944"/>
                <a:gd name="connsiteY81" fmla="*/ 115031 h 323153"/>
                <a:gd name="connsiteX82" fmla="*/ 16009 w 407944"/>
                <a:gd name="connsiteY82" fmla="*/ 86569 h 323153"/>
                <a:gd name="connsiteX0" fmla="*/ 85384 w 407944"/>
                <a:gd name="connsiteY0" fmla="*/ 68781 h 323153"/>
                <a:gd name="connsiteX1" fmla="*/ 88941 w 407944"/>
                <a:gd name="connsiteY1" fmla="*/ 86569 h 323153"/>
                <a:gd name="connsiteX2" fmla="*/ 44471 w 407944"/>
                <a:gd name="connsiteY2" fmla="*/ 131040 h 323153"/>
                <a:gd name="connsiteX3" fmla="*/ 0 w 407944"/>
                <a:gd name="connsiteY3" fmla="*/ 86569 h 323153"/>
                <a:gd name="connsiteX4" fmla="*/ 44471 w 407944"/>
                <a:gd name="connsiteY4" fmla="*/ 42099 h 323153"/>
                <a:gd name="connsiteX5" fmla="*/ 68781 w 407944"/>
                <a:gd name="connsiteY5" fmla="*/ 49807 h 323153"/>
                <a:gd name="connsiteX6" fmla="*/ 68781 w 407944"/>
                <a:gd name="connsiteY6" fmla="*/ 38541 h 323153"/>
                <a:gd name="connsiteX7" fmla="*/ 107322 w 407944"/>
                <a:gd name="connsiteY7" fmla="*/ 0 h 323153"/>
                <a:gd name="connsiteX8" fmla="*/ 215831 w 407944"/>
                <a:gd name="connsiteY8" fmla="*/ 0 h 323153"/>
                <a:gd name="connsiteX9" fmla="*/ 215831 w 407944"/>
                <a:gd name="connsiteY9" fmla="*/ 64631 h 323153"/>
                <a:gd name="connsiteX10" fmla="*/ 152979 w 407944"/>
                <a:gd name="connsiteY10" fmla="*/ 64631 h 323153"/>
                <a:gd name="connsiteX11" fmla="*/ 150607 w 407944"/>
                <a:gd name="connsiteY11" fmla="*/ 67002 h 323153"/>
                <a:gd name="connsiteX12" fmla="*/ 150607 w 407944"/>
                <a:gd name="connsiteY12" fmla="*/ 106729 h 323153"/>
                <a:gd name="connsiteX13" fmla="*/ 152979 w 407944"/>
                <a:gd name="connsiteY13" fmla="*/ 109101 h 323153"/>
                <a:gd name="connsiteX14" fmla="*/ 215831 w 407944"/>
                <a:gd name="connsiteY14" fmla="*/ 109101 h 323153"/>
                <a:gd name="connsiteX15" fmla="*/ 215831 w 407944"/>
                <a:gd name="connsiteY15" fmla="*/ 163652 h 323153"/>
                <a:gd name="connsiteX16" fmla="*/ 154758 w 407944"/>
                <a:gd name="connsiteY16" fmla="*/ 163652 h 323153"/>
                <a:gd name="connsiteX17" fmla="*/ 150607 w 407944"/>
                <a:gd name="connsiteY17" fmla="*/ 167802 h 323153"/>
                <a:gd name="connsiteX18" fmla="*/ 150607 w 407944"/>
                <a:gd name="connsiteY18" fmla="*/ 307144 h 323153"/>
                <a:gd name="connsiteX19" fmla="*/ 199821 w 407944"/>
                <a:gd name="connsiteY19" fmla="*/ 307144 h 323153"/>
                <a:gd name="connsiteX20" fmla="*/ 199821 w 407944"/>
                <a:gd name="connsiteY20" fmla="*/ 208122 h 323153"/>
                <a:gd name="connsiteX21" fmla="*/ 214052 w 407944"/>
                <a:gd name="connsiteY21" fmla="*/ 193892 h 323153"/>
                <a:gd name="connsiteX22" fmla="*/ 232433 w 407944"/>
                <a:gd name="connsiteY22" fmla="*/ 193892 h 323153"/>
                <a:gd name="connsiteX23" fmla="*/ 246664 w 407944"/>
                <a:gd name="connsiteY23" fmla="*/ 208122 h 323153"/>
                <a:gd name="connsiteX24" fmla="*/ 246664 w 407944"/>
                <a:gd name="connsiteY24" fmla="*/ 307144 h 323153"/>
                <a:gd name="connsiteX25" fmla="*/ 295878 w 407944"/>
                <a:gd name="connsiteY25" fmla="*/ 307144 h 323153"/>
                <a:gd name="connsiteX26" fmla="*/ 295878 w 407944"/>
                <a:gd name="connsiteY26" fmla="*/ 208122 h 323153"/>
                <a:gd name="connsiteX27" fmla="*/ 310108 w 407944"/>
                <a:gd name="connsiteY27" fmla="*/ 193892 h 323153"/>
                <a:gd name="connsiteX28" fmla="*/ 328489 w 407944"/>
                <a:gd name="connsiteY28" fmla="*/ 193892 h 323153"/>
                <a:gd name="connsiteX29" fmla="*/ 342720 w 407944"/>
                <a:gd name="connsiteY29" fmla="*/ 208122 h 323153"/>
                <a:gd name="connsiteX30" fmla="*/ 342720 w 407944"/>
                <a:gd name="connsiteY30" fmla="*/ 307144 h 323153"/>
                <a:gd name="connsiteX31" fmla="*/ 391934 w 407944"/>
                <a:gd name="connsiteY31" fmla="*/ 307144 h 323153"/>
                <a:gd name="connsiteX32" fmla="*/ 391934 w 407944"/>
                <a:gd name="connsiteY32" fmla="*/ 167802 h 323153"/>
                <a:gd name="connsiteX33" fmla="*/ 387784 w 407944"/>
                <a:gd name="connsiteY33" fmla="*/ 163652 h 323153"/>
                <a:gd name="connsiteX34" fmla="*/ 230654 w 407944"/>
                <a:gd name="connsiteY34" fmla="*/ 163652 h 323153"/>
                <a:gd name="connsiteX35" fmla="*/ 230654 w 407944"/>
                <a:gd name="connsiteY35" fmla="*/ 147642 h 323153"/>
                <a:gd name="connsiteX36" fmla="*/ 393713 w 407944"/>
                <a:gd name="connsiteY36" fmla="*/ 147642 h 323153"/>
                <a:gd name="connsiteX37" fmla="*/ 407944 w 407944"/>
                <a:gd name="connsiteY37" fmla="*/ 161873 h 323153"/>
                <a:gd name="connsiteX38" fmla="*/ 407944 w 407944"/>
                <a:gd name="connsiteY38" fmla="*/ 323153 h 323153"/>
                <a:gd name="connsiteX39" fmla="*/ 326711 w 407944"/>
                <a:gd name="connsiteY39" fmla="*/ 323153 h 323153"/>
                <a:gd name="connsiteX40" fmla="*/ 326711 w 407944"/>
                <a:gd name="connsiteY40" fmla="*/ 212866 h 323153"/>
                <a:gd name="connsiteX41" fmla="*/ 324339 w 407944"/>
                <a:gd name="connsiteY41" fmla="*/ 210494 h 323153"/>
                <a:gd name="connsiteX42" fmla="*/ 314852 w 407944"/>
                <a:gd name="connsiteY42" fmla="*/ 210494 h 323153"/>
                <a:gd name="connsiteX43" fmla="*/ 312480 w 407944"/>
                <a:gd name="connsiteY43" fmla="*/ 212866 h 323153"/>
                <a:gd name="connsiteX44" fmla="*/ 312480 w 407944"/>
                <a:gd name="connsiteY44" fmla="*/ 323153 h 323153"/>
                <a:gd name="connsiteX45" fmla="*/ 231247 w 407944"/>
                <a:gd name="connsiteY45" fmla="*/ 323153 h 323153"/>
                <a:gd name="connsiteX46" fmla="*/ 231247 w 407944"/>
                <a:gd name="connsiteY46" fmla="*/ 212866 h 323153"/>
                <a:gd name="connsiteX47" fmla="*/ 228875 w 407944"/>
                <a:gd name="connsiteY47" fmla="*/ 210494 h 323153"/>
                <a:gd name="connsiteX48" fmla="*/ 219388 w 407944"/>
                <a:gd name="connsiteY48" fmla="*/ 210494 h 323153"/>
                <a:gd name="connsiteX49" fmla="*/ 217016 w 407944"/>
                <a:gd name="connsiteY49" fmla="*/ 212866 h 323153"/>
                <a:gd name="connsiteX50" fmla="*/ 217016 w 407944"/>
                <a:gd name="connsiteY50" fmla="*/ 323153 h 323153"/>
                <a:gd name="connsiteX51" fmla="*/ 34984 w 407944"/>
                <a:gd name="connsiteY51" fmla="*/ 323153 h 323153"/>
                <a:gd name="connsiteX52" fmla="*/ 34984 w 407944"/>
                <a:gd name="connsiteY52" fmla="*/ 307144 h 323153"/>
                <a:gd name="connsiteX53" fmla="*/ 69967 w 407944"/>
                <a:gd name="connsiteY53" fmla="*/ 307144 h 323153"/>
                <a:gd name="connsiteX54" fmla="*/ 69967 w 407944"/>
                <a:gd name="connsiteY54" fmla="*/ 167802 h 323153"/>
                <a:gd name="connsiteX55" fmla="*/ 65816 w 407944"/>
                <a:gd name="connsiteY55" fmla="*/ 163652 h 323153"/>
                <a:gd name="connsiteX56" fmla="*/ 20753 w 407944"/>
                <a:gd name="connsiteY56" fmla="*/ 163652 h 323153"/>
                <a:gd name="connsiteX57" fmla="*/ 20753 w 407944"/>
                <a:gd name="connsiteY57" fmla="*/ 323153 h 323153"/>
                <a:gd name="connsiteX58" fmla="*/ 4744 w 407944"/>
                <a:gd name="connsiteY58" fmla="*/ 323153 h 323153"/>
                <a:gd name="connsiteX59" fmla="*/ 4744 w 407944"/>
                <a:gd name="connsiteY59" fmla="*/ 147642 h 323153"/>
                <a:gd name="connsiteX60" fmla="*/ 72339 w 407944"/>
                <a:gd name="connsiteY60" fmla="*/ 147642 h 323153"/>
                <a:gd name="connsiteX61" fmla="*/ 86569 w 407944"/>
                <a:gd name="connsiteY61" fmla="*/ 161873 h 323153"/>
                <a:gd name="connsiteX62" fmla="*/ 86569 w 407944"/>
                <a:gd name="connsiteY62" fmla="*/ 307144 h 323153"/>
                <a:gd name="connsiteX63" fmla="*/ 135784 w 407944"/>
                <a:gd name="connsiteY63" fmla="*/ 307144 h 323153"/>
                <a:gd name="connsiteX64" fmla="*/ 135784 w 407944"/>
                <a:gd name="connsiteY64" fmla="*/ 161873 h 323153"/>
                <a:gd name="connsiteX65" fmla="*/ 150014 w 407944"/>
                <a:gd name="connsiteY65" fmla="*/ 147642 h 323153"/>
                <a:gd name="connsiteX66" fmla="*/ 201007 w 407944"/>
                <a:gd name="connsiteY66" fmla="*/ 147642 h 323153"/>
                <a:gd name="connsiteX67" fmla="*/ 201007 w 407944"/>
                <a:gd name="connsiteY67" fmla="*/ 125704 h 323153"/>
                <a:gd name="connsiteX68" fmla="*/ 150014 w 407944"/>
                <a:gd name="connsiteY68" fmla="*/ 125704 h 323153"/>
                <a:gd name="connsiteX69" fmla="*/ 135784 w 407944"/>
                <a:gd name="connsiteY69" fmla="*/ 111473 h 323153"/>
                <a:gd name="connsiteX70" fmla="*/ 135784 w 407944"/>
                <a:gd name="connsiteY70" fmla="*/ 62852 h 323153"/>
                <a:gd name="connsiteX71" fmla="*/ 150014 w 407944"/>
                <a:gd name="connsiteY71" fmla="*/ 48621 h 323153"/>
                <a:gd name="connsiteX72" fmla="*/ 201007 w 407944"/>
                <a:gd name="connsiteY72" fmla="*/ 48621 h 323153"/>
                <a:gd name="connsiteX73" fmla="*/ 201007 w 407944"/>
                <a:gd name="connsiteY73" fmla="*/ 16602 h 323153"/>
                <a:gd name="connsiteX74" fmla="*/ 108508 w 407944"/>
                <a:gd name="connsiteY74" fmla="*/ 16602 h 323153"/>
                <a:gd name="connsiteX75" fmla="*/ 86569 w 407944"/>
                <a:gd name="connsiteY75" fmla="*/ 38541 h 323153"/>
                <a:gd name="connsiteX76" fmla="*/ 86569 w 407944"/>
                <a:gd name="connsiteY76" fmla="*/ 69374 h 323153"/>
                <a:gd name="connsiteX77" fmla="*/ 85384 w 407944"/>
                <a:gd name="connsiteY77" fmla="*/ 68781 h 323153"/>
                <a:gd name="connsiteX78" fmla="*/ 16009 w 407944"/>
                <a:gd name="connsiteY78" fmla="*/ 86569 h 323153"/>
                <a:gd name="connsiteX79" fmla="*/ 44471 w 407944"/>
                <a:gd name="connsiteY79" fmla="*/ 58108 h 323153"/>
                <a:gd name="connsiteX80" fmla="*/ 72932 w 407944"/>
                <a:gd name="connsiteY80" fmla="*/ 86569 h 323153"/>
                <a:gd name="connsiteX81" fmla="*/ 44471 w 407944"/>
                <a:gd name="connsiteY81" fmla="*/ 115031 h 323153"/>
                <a:gd name="connsiteX82" fmla="*/ 16009 w 407944"/>
                <a:gd name="connsiteY82" fmla="*/ 86569 h 32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407944" h="323153">
                  <a:moveTo>
                    <a:pt x="85384" y="68781"/>
                  </a:moveTo>
                  <a:cubicBezTo>
                    <a:pt x="87755" y="74118"/>
                    <a:pt x="88941" y="80047"/>
                    <a:pt x="88941" y="86569"/>
                  </a:cubicBezTo>
                  <a:cubicBezTo>
                    <a:pt x="88941" y="110880"/>
                    <a:pt x="68781" y="131040"/>
                    <a:pt x="44471" y="131040"/>
                  </a:cubicBezTo>
                  <a:cubicBezTo>
                    <a:pt x="20160" y="131040"/>
                    <a:pt x="0" y="110880"/>
                    <a:pt x="0" y="86569"/>
                  </a:cubicBezTo>
                  <a:cubicBezTo>
                    <a:pt x="0" y="62259"/>
                    <a:pt x="20160" y="42099"/>
                    <a:pt x="44471" y="42099"/>
                  </a:cubicBezTo>
                  <a:cubicBezTo>
                    <a:pt x="68781" y="42099"/>
                    <a:pt x="36342" y="60960"/>
                    <a:pt x="68781" y="49807"/>
                  </a:cubicBezTo>
                  <a:lnTo>
                    <a:pt x="68781" y="38541"/>
                  </a:lnTo>
                  <a:cubicBezTo>
                    <a:pt x="68781" y="17195"/>
                    <a:pt x="85976" y="0"/>
                    <a:pt x="107322" y="0"/>
                  </a:cubicBezTo>
                  <a:lnTo>
                    <a:pt x="215831" y="0"/>
                  </a:lnTo>
                  <a:lnTo>
                    <a:pt x="215831" y="64631"/>
                  </a:lnTo>
                  <a:lnTo>
                    <a:pt x="152979" y="64631"/>
                  </a:lnTo>
                  <a:cubicBezTo>
                    <a:pt x="151793" y="64631"/>
                    <a:pt x="150607" y="65816"/>
                    <a:pt x="150607" y="67002"/>
                  </a:cubicBezTo>
                  <a:lnTo>
                    <a:pt x="150607" y="106729"/>
                  </a:lnTo>
                  <a:cubicBezTo>
                    <a:pt x="150607" y="107915"/>
                    <a:pt x="151793" y="109101"/>
                    <a:pt x="152979" y="109101"/>
                  </a:cubicBezTo>
                  <a:lnTo>
                    <a:pt x="215831" y="109101"/>
                  </a:lnTo>
                  <a:lnTo>
                    <a:pt x="215831" y="163652"/>
                  </a:lnTo>
                  <a:lnTo>
                    <a:pt x="154758" y="163652"/>
                  </a:lnTo>
                  <a:cubicBezTo>
                    <a:pt x="152386" y="163652"/>
                    <a:pt x="150607" y="165431"/>
                    <a:pt x="150607" y="167802"/>
                  </a:cubicBezTo>
                  <a:lnTo>
                    <a:pt x="150607" y="307144"/>
                  </a:lnTo>
                  <a:lnTo>
                    <a:pt x="199821" y="307144"/>
                  </a:lnTo>
                  <a:lnTo>
                    <a:pt x="199821" y="208122"/>
                  </a:lnTo>
                  <a:cubicBezTo>
                    <a:pt x="199821" y="200414"/>
                    <a:pt x="206344" y="193892"/>
                    <a:pt x="214052" y="193892"/>
                  </a:cubicBezTo>
                  <a:lnTo>
                    <a:pt x="232433" y="193892"/>
                  </a:lnTo>
                  <a:cubicBezTo>
                    <a:pt x="240141" y="193892"/>
                    <a:pt x="246664" y="200414"/>
                    <a:pt x="246664" y="208122"/>
                  </a:cubicBezTo>
                  <a:lnTo>
                    <a:pt x="246664" y="307144"/>
                  </a:lnTo>
                  <a:lnTo>
                    <a:pt x="295878" y="307144"/>
                  </a:lnTo>
                  <a:lnTo>
                    <a:pt x="295878" y="208122"/>
                  </a:lnTo>
                  <a:cubicBezTo>
                    <a:pt x="295878" y="200414"/>
                    <a:pt x="302400" y="193892"/>
                    <a:pt x="310108" y="193892"/>
                  </a:cubicBezTo>
                  <a:lnTo>
                    <a:pt x="328489" y="193892"/>
                  </a:lnTo>
                  <a:cubicBezTo>
                    <a:pt x="336198" y="193892"/>
                    <a:pt x="342720" y="200414"/>
                    <a:pt x="342720" y="208122"/>
                  </a:cubicBezTo>
                  <a:lnTo>
                    <a:pt x="342720" y="307144"/>
                  </a:lnTo>
                  <a:lnTo>
                    <a:pt x="391934" y="307144"/>
                  </a:lnTo>
                  <a:lnTo>
                    <a:pt x="391934" y="167802"/>
                  </a:lnTo>
                  <a:cubicBezTo>
                    <a:pt x="391934" y="165431"/>
                    <a:pt x="390155" y="163652"/>
                    <a:pt x="387784" y="163652"/>
                  </a:cubicBezTo>
                  <a:lnTo>
                    <a:pt x="230654" y="163652"/>
                  </a:lnTo>
                  <a:lnTo>
                    <a:pt x="230654" y="147642"/>
                  </a:lnTo>
                  <a:lnTo>
                    <a:pt x="393713" y="147642"/>
                  </a:lnTo>
                  <a:cubicBezTo>
                    <a:pt x="401421" y="147642"/>
                    <a:pt x="407944" y="154165"/>
                    <a:pt x="407944" y="161873"/>
                  </a:cubicBezTo>
                  <a:lnTo>
                    <a:pt x="407944" y="323153"/>
                  </a:lnTo>
                  <a:lnTo>
                    <a:pt x="326711" y="323153"/>
                  </a:lnTo>
                  <a:lnTo>
                    <a:pt x="326711" y="212866"/>
                  </a:lnTo>
                  <a:cubicBezTo>
                    <a:pt x="326711" y="211680"/>
                    <a:pt x="325525" y="210494"/>
                    <a:pt x="324339" y="210494"/>
                  </a:cubicBezTo>
                  <a:lnTo>
                    <a:pt x="314852" y="210494"/>
                  </a:lnTo>
                  <a:cubicBezTo>
                    <a:pt x="313666" y="210494"/>
                    <a:pt x="312480" y="211680"/>
                    <a:pt x="312480" y="212866"/>
                  </a:cubicBezTo>
                  <a:lnTo>
                    <a:pt x="312480" y="323153"/>
                  </a:lnTo>
                  <a:lnTo>
                    <a:pt x="231247" y="323153"/>
                  </a:lnTo>
                  <a:lnTo>
                    <a:pt x="231247" y="212866"/>
                  </a:lnTo>
                  <a:cubicBezTo>
                    <a:pt x="231247" y="211680"/>
                    <a:pt x="230061" y="210494"/>
                    <a:pt x="228875" y="210494"/>
                  </a:cubicBezTo>
                  <a:lnTo>
                    <a:pt x="219388" y="210494"/>
                  </a:lnTo>
                  <a:cubicBezTo>
                    <a:pt x="218202" y="210494"/>
                    <a:pt x="217016" y="211680"/>
                    <a:pt x="217016" y="212866"/>
                  </a:cubicBezTo>
                  <a:lnTo>
                    <a:pt x="217016" y="323153"/>
                  </a:lnTo>
                  <a:lnTo>
                    <a:pt x="34984" y="323153"/>
                  </a:lnTo>
                  <a:lnTo>
                    <a:pt x="34984" y="307144"/>
                  </a:lnTo>
                  <a:lnTo>
                    <a:pt x="69967" y="307144"/>
                  </a:lnTo>
                  <a:lnTo>
                    <a:pt x="69967" y="167802"/>
                  </a:lnTo>
                  <a:cubicBezTo>
                    <a:pt x="69967" y="165431"/>
                    <a:pt x="68188" y="163652"/>
                    <a:pt x="65816" y="163652"/>
                  </a:cubicBezTo>
                  <a:lnTo>
                    <a:pt x="20753" y="163652"/>
                  </a:lnTo>
                  <a:lnTo>
                    <a:pt x="20753" y="323153"/>
                  </a:lnTo>
                  <a:lnTo>
                    <a:pt x="4744" y="323153"/>
                  </a:lnTo>
                  <a:lnTo>
                    <a:pt x="4744" y="147642"/>
                  </a:lnTo>
                  <a:lnTo>
                    <a:pt x="72339" y="147642"/>
                  </a:lnTo>
                  <a:cubicBezTo>
                    <a:pt x="80047" y="147642"/>
                    <a:pt x="86569" y="154165"/>
                    <a:pt x="86569" y="161873"/>
                  </a:cubicBezTo>
                  <a:lnTo>
                    <a:pt x="86569" y="307144"/>
                  </a:lnTo>
                  <a:lnTo>
                    <a:pt x="135784" y="307144"/>
                  </a:lnTo>
                  <a:lnTo>
                    <a:pt x="135784" y="161873"/>
                  </a:lnTo>
                  <a:cubicBezTo>
                    <a:pt x="135784" y="154165"/>
                    <a:pt x="142306" y="147642"/>
                    <a:pt x="150014" y="147642"/>
                  </a:cubicBezTo>
                  <a:lnTo>
                    <a:pt x="201007" y="147642"/>
                  </a:lnTo>
                  <a:lnTo>
                    <a:pt x="201007" y="125704"/>
                  </a:lnTo>
                  <a:lnTo>
                    <a:pt x="150014" y="125704"/>
                  </a:lnTo>
                  <a:cubicBezTo>
                    <a:pt x="142306" y="125704"/>
                    <a:pt x="135784" y="119181"/>
                    <a:pt x="135784" y="111473"/>
                  </a:cubicBezTo>
                  <a:lnTo>
                    <a:pt x="135784" y="62852"/>
                  </a:lnTo>
                  <a:cubicBezTo>
                    <a:pt x="135784" y="55144"/>
                    <a:pt x="142306" y="48621"/>
                    <a:pt x="150014" y="48621"/>
                  </a:cubicBezTo>
                  <a:lnTo>
                    <a:pt x="201007" y="48621"/>
                  </a:lnTo>
                  <a:lnTo>
                    <a:pt x="201007" y="16602"/>
                  </a:lnTo>
                  <a:lnTo>
                    <a:pt x="108508" y="16602"/>
                  </a:lnTo>
                  <a:cubicBezTo>
                    <a:pt x="96056" y="16602"/>
                    <a:pt x="86569" y="26682"/>
                    <a:pt x="86569" y="38541"/>
                  </a:cubicBezTo>
                  <a:lnTo>
                    <a:pt x="86569" y="69374"/>
                  </a:lnTo>
                  <a:lnTo>
                    <a:pt x="85384" y="68781"/>
                  </a:lnTo>
                  <a:close/>
                  <a:moveTo>
                    <a:pt x="16009" y="86569"/>
                  </a:moveTo>
                  <a:cubicBezTo>
                    <a:pt x="16009" y="71153"/>
                    <a:pt x="28461" y="58108"/>
                    <a:pt x="44471" y="58108"/>
                  </a:cubicBezTo>
                  <a:cubicBezTo>
                    <a:pt x="60480" y="58108"/>
                    <a:pt x="72932" y="70560"/>
                    <a:pt x="72932" y="86569"/>
                  </a:cubicBezTo>
                  <a:cubicBezTo>
                    <a:pt x="72932" y="102579"/>
                    <a:pt x="60480" y="115031"/>
                    <a:pt x="44471" y="115031"/>
                  </a:cubicBezTo>
                  <a:cubicBezTo>
                    <a:pt x="28461" y="115031"/>
                    <a:pt x="16009" y="102579"/>
                    <a:pt x="16009" y="86569"/>
                  </a:cubicBezTo>
                  <a:close/>
                </a:path>
              </a:pathLst>
            </a:custGeom>
            <a:solidFill>
              <a:schemeClr val="bg1"/>
            </a:solidFill>
            <a:ln w="58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475815D-A84D-8187-CE2C-EBE4C33CA938}"/>
                </a:ext>
              </a:extLst>
            </p:cNvPr>
            <p:cNvSpPr/>
            <p:nvPr/>
          </p:nvSpPr>
          <p:spPr bwMode="gray">
            <a:xfrm rot="21132644">
              <a:off x="6960598" y="3487392"/>
              <a:ext cx="898018" cy="898018"/>
            </a:xfrm>
            <a:custGeom>
              <a:avLst/>
              <a:gdLst>
                <a:gd name="connsiteX0" fmla="*/ 16009 w 88941"/>
                <a:gd name="connsiteY0" fmla="*/ 44471 h 88941"/>
                <a:gd name="connsiteX1" fmla="*/ 44471 w 88941"/>
                <a:gd name="connsiteY1" fmla="*/ 16009 h 88941"/>
                <a:gd name="connsiteX2" fmla="*/ 72932 w 88941"/>
                <a:gd name="connsiteY2" fmla="*/ 44471 h 88941"/>
                <a:gd name="connsiteX3" fmla="*/ 44471 w 88941"/>
                <a:gd name="connsiteY3" fmla="*/ 72932 h 88941"/>
                <a:gd name="connsiteX4" fmla="*/ 16009 w 88941"/>
                <a:gd name="connsiteY4" fmla="*/ 44471 h 88941"/>
                <a:gd name="connsiteX5" fmla="*/ 0 w 88941"/>
                <a:gd name="connsiteY5" fmla="*/ 44471 h 88941"/>
                <a:gd name="connsiteX6" fmla="*/ 44471 w 88941"/>
                <a:gd name="connsiteY6" fmla="*/ 0 h 88941"/>
                <a:gd name="connsiteX7" fmla="*/ 88941 w 88941"/>
                <a:gd name="connsiteY7" fmla="*/ 44471 h 88941"/>
                <a:gd name="connsiteX8" fmla="*/ 44471 w 88941"/>
                <a:gd name="connsiteY8" fmla="*/ 88941 h 88941"/>
                <a:gd name="connsiteX9" fmla="*/ 0 w 88941"/>
                <a:gd name="connsiteY9" fmla="*/ 44471 h 8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941" h="88941">
                  <a:moveTo>
                    <a:pt x="16009" y="44471"/>
                  </a:moveTo>
                  <a:cubicBezTo>
                    <a:pt x="16009" y="29054"/>
                    <a:pt x="28461" y="16009"/>
                    <a:pt x="44471" y="16009"/>
                  </a:cubicBezTo>
                  <a:cubicBezTo>
                    <a:pt x="60480" y="16009"/>
                    <a:pt x="72932" y="28461"/>
                    <a:pt x="72932" y="44471"/>
                  </a:cubicBezTo>
                  <a:cubicBezTo>
                    <a:pt x="72932" y="60480"/>
                    <a:pt x="60480" y="72932"/>
                    <a:pt x="44471" y="72932"/>
                  </a:cubicBezTo>
                  <a:cubicBezTo>
                    <a:pt x="28461" y="72932"/>
                    <a:pt x="16009" y="60480"/>
                    <a:pt x="16009" y="44471"/>
                  </a:cubicBezTo>
                  <a:close/>
                  <a:moveTo>
                    <a:pt x="0" y="44471"/>
                  </a:moveTo>
                  <a:cubicBezTo>
                    <a:pt x="0" y="20160"/>
                    <a:pt x="20160" y="0"/>
                    <a:pt x="44471" y="0"/>
                  </a:cubicBezTo>
                  <a:cubicBezTo>
                    <a:pt x="68781" y="0"/>
                    <a:pt x="88941" y="20160"/>
                    <a:pt x="88941" y="44471"/>
                  </a:cubicBezTo>
                  <a:cubicBezTo>
                    <a:pt x="88941" y="68781"/>
                    <a:pt x="68781" y="88941"/>
                    <a:pt x="44471" y="88941"/>
                  </a:cubicBezTo>
                  <a:cubicBezTo>
                    <a:pt x="20160" y="88941"/>
                    <a:pt x="0" y="68781"/>
                    <a:pt x="0" y="44471"/>
                  </a:cubicBezTo>
                  <a:close/>
                </a:path>
              </a:pathLst>
            </a:custGeom>
            <a:solidFill>
              <a:schemeClr val="tx1"/>
            </a:solidFill>
            <a:ln w="1748" cap="flat">
              <a:solidFill>
                <a:srgbClr val="1A1A1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1707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orang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178A092-4712-C262-2FCB-E37DDCD7F5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37024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78A092-4712-C262-2FCB-E37DDCD7F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3063" y="373063"/>
            <a:ext cx="11447462" cy="498598"/>
          </a:xfrm>
        </p:spPr>
        <p:txBody>
          <a:bodyPr vert="horz" lIns="0" tIns="0" rIns="0" bIns="0" anchor="t">
            <a:spAutoFit/>
          </a:bodyPr>
          <a:lstStyle>
            <a:lvl1pPr algn="l">
              <a:defRPr sz="35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6232009"/>
            <a:ext cx="4699000" cy="184666"/>
          </a:xfrm>
        </p:spPr>
        <p:txBody>
          <a:bodyPr lIns="0" tIns="0" r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6F77653-073C-6AA9-DAB2-02927701D1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48438" y="2111435"/>
            <a:ext cx="53340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4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ext list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BF1462E-821F-E0BE-6720-CB0771694B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543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F1462E-821F-E0BE-6720-CB0771694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309C4C4-B494-F634-E921-39ECB35B41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592" y="1635656"/>
            <a:ext cx="11447463" cy="4571754"/>
          </a:xfrm>
        </p:spPr>
        <p:txBody>
          <a:bodyPr lIns="0" tIns="0" rIns="0" bIns="0">
            <a:noAutofit/>
          </a:bodyPr>
          <a:lstStyle>
            <a:lvl1pPr marL="360000" indent="-360000">
              <a:spcAft>
                <a:spcPts val="1200"/>
              </a:spcAft>
              <a:buClr>
                <a:schemeClr val="tx2"/>
              </a:buClr>
              <a:buFont typeface="+mj-lt"/>
              <a:buAutoNum type="arabicPeriod"/>
              <a:defRPr/>
            </a:lvl1pPr>
          </a:lstStyle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spcAft>
                <a:spcPts val="0"/>
              </a:spcAft>
              <a:buNone/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marL="0" lvl="0"/>
            <a:r>
              <a:rPr lang="en-US" dirty="0"/>
              <a:t>Please add chapter title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2238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ext list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42A970C-00C3-B51C-45CA-D053C22444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2A970C-00C3-B51C-45CA-D053C22444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309C4C4-B494-F634-E921-39ECB35B41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592" y="1635656"/>
            <a:ext cx="11447463" cy="4571754"/>
          </a:xfrm>
        </p:spPr>
        <p:txBody>
          <a:bodyPr lIns="0" tIns="0" rIns="0" bIns="0">
            <a:noAutofit/>
          </a:bodyPr>
          <a:lstStyle>
            <a:lvl1pPr marL="360000" indent="-360000"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>
              <a:buNone/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24190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en-US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2160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3296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one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4" y="1635126"/>
            <a:ext cx="1144746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3" y="2014903"/>
            <a:ext cx="11447462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93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one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4" y="1635126"/>
            <a:ext cx="1144746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3" y="2014903"/>
            <a:ext cx="1144746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918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two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40A459E-5386-0A57-4541-79BDC30112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762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0A459E-5386-0A57-4541-79BDC30112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794" y="1635125"/>
            <a:ext cx="5543732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794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 algn="l">
              <a:buNone/>
              <a:defRPr sz="900"/>
            </a:lvl2pPr>
            <a:lvl3pPr marL="0" indent="0" algn="l">
              <a:buNone/>
              <a:defRPr sz="900"/>
            </a:lvl3pPr>
            <a:lvl4pPr marL="0" indent="0" algn="l">
              <a:buNone/>
              <a:defRPr sz="900"/>
            </a:lvl4pPr>
            <a:lvl5pPr marL="0" indent="0" algn="l">
              <a:buNone/>
              <a:defRPr sz="900"/>
            </a:lvl5pPr>
            <a:lvl6pPr marL="0" indent="0" algn="l">
              <a:buNone/>
              <a:defRPr sz="900"/>
            </a:lvl6pPr>
            <a:lvl7pPr marL="0" indent="0" algn="l">
              <a:buNone/>
              <a:defRPr sz="900"/>
            </a:lvl7pPr>
            <a:lvl8pPr marL="0" indent="0" algn="l">
              <a:buNone/>
              <a:defRPr sz="900"/>
            </a:lvl8pPr>
            <a:lvl9pPr marL="0" indent="0" algn="l">
              <a:buNone/>
              <a:defRPr sz="900"/>
            </a:lvl9pPr>
          </a:lstStyle>
          <a:p>
            <a:pPr lvl="0"/>
            <a:r>
              <a:rPr lang="en-US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358591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794" y="1635125"/>
            <a:ext cx="5543732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794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055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wo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Please insert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794" y="1635125"/>
            <a:ext cx="5543732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794" y="2014903"/>
            <a:ext cx="5543732" cy="41938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Please insert text</a:t>
            </a:r>
          </a:p>
        </p:txBody>
      </p:sp>
    </p:spTree>
    <p:extLst>
      <p:ext uri="{BB962C8B-B14F-4D97-AF65-F5344CB8AC3E}">
        <p14:creationId xmlns:p14="http://schemas.microsoft.com/office/powerpoint/2010/main" val="3893535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Please insert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794" y="1635125"/>
            <a:ext cx="5543732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794" y="2014903"/>
            <a:ext cx="5543732" cy="41938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Please insert text</a:t>
            </a:r>
          </a:p>
        </p:txBody>
      </p:sp>
    </p:spTree>
    <p:extLst>
      <p:ext uri="{BB962C8B-B14F-4D97-AF65-F5344CB8AC3E}">
        <p14:creationId xmlns:p14="http://schemas.microsoft.com/office/powerpoint/2010/main" val="2521473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three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357582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8884" y="1635125"/>
            <a:ext cx="357582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08884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9F637D-5B2A-36D8-CD88-CEEA6BCC8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705" y="1635125"/>
            <a:ext cx="357582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CFD67E-6FAC-AFDE-1D69-961E693AD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705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269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6" userDrawn="1">
          <p15:clr>
            <a:srgbClr val="FBAE40"/>
          </p15:clr>
        </p15:guide>
        <p15:guide id="2" pos="2714" userDrawn="1">
          <p15:clr>
            <a:srgbClr val="FBAE40"/>
          </p15:clr>
        </p15:guide>
        <p15:guide id="3" pos="4964" userDrawn="1">
          <p15:clr>
            <a:srgbClr val="FBAE40"/>
          </p15:clr>
        </p15:guide>
        <p15:guide id="4" pos="519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three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357582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8884" y="1635125"/>
            <a:ext cx="357582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08884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9F637D-5B2A-36D8-CD88-CEEA6BCC8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705" y="1635125"/>
            <a:ext cx="357582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CFD67E-6FAC-AFDE-1D69-961E693AD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705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4515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6" userDrawn="1">
          <p15:clr>
            <a:srgbClr val="FBAE40"/>
          </p15:clr>
        </p15:guide>
        <p15:guide id="2" pos="2714" userDrawn="1">
          <p15:clr>
            <a:srgbClr val="FBAE40"/>
          </p15:clr>
        </p15:guide>
        <p15:guide id="3" pos="4964" userDrawn="1">
          <p15:clr>
            <a:srgbClr val="FBAE40"/>
          </p15:clr>
        </p15:guide>
        <p15:guide id="4" pos="51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four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2591866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4928" y="1635125"/>
            <a:ext cx="2591866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4928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9F637D-5B2A-36D8-CD88-CEEA6BCC8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6794" y="1635125"/>
            <a:ext cx="2591866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CFD67E-6FAC-AFDE-1D69-961E693AD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6794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701AD16-077B-F2AD-B09E-56C3B796DF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8661" y="1635125"/>
            <a:ext cx="2591866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31C7AF7-6734-B21E-EC79-33B0E6DB20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28661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 userDrawn="1">
          <p15:clr>
            <a:srgbClr val="FBAE40"/>
          </p15:clr>
        </p15:guide>
        <p15:guide id="2" pos="2094" userDrawn="1">
          <p15:clr>
            <a:srgbClr val="FBAE40"/>
          </p15:clr>
        </p15:guide>
        <p15:guide id="3" pos="3726" userDrawn="1">
          <p15:clr>
            <a:srgbClr val="FBAE40"/>
          </p15:clr>
        </p15:guide>
        <p15:guide id="4" pos="3954" userDrawn="1">
          <p15:clr>
            <a:srgbClr val="FBAE40"/>
          </p15:clr>
        </p15:guide>
        <p15:guide id="5" pos="5586" userDrawn="1">
          <p15:clr>
            <a:srgbClr val="FBAE40"/>
          </p15:clr>
        </p15:guide>
        <p15:guide id="6" pos="581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four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2591866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4928" y="1635125"/>
            <a:ext cx="2591866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4928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9F637D-5B2A-36D8-CD88-CEEA6BCC8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6794" y="1635125"/>
            <a:ext cx="2591866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CFD67E-6FAC-AFDE-1D69-961E693AD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6794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701AD16-077B-F2AD-B09E-56C3B796DF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8661" y="1635125"/>
            <a:ext cx="2591866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31C7AF7-6734-B21E-EC79-33B0E6DB20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28661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8772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 userDrawn="1">
          <p15:clr>
            <a:srgbClr val="FBAE40"/>
          </p15:clr>
        </p15:guide>
        <p15:guide id="2" pos="2094" userDrawn="1">
          <p15:clr>
            <a:srgbClr val="FBAE40"/>
          </p15:clr>
        </p15:guide>
        <p15:guide id="3" pos="3726" userDrawn="1">
          <p15:clr>
            <a:srgbClr val="FBAE40"/>
          </p15:clr>
        </p15:guide>
        <p15:guide id="4" pos="3954" userDrawn="1">
          <p15:clr>
            <a:srgbClr val="FBAE40"/>
          </p15:clr>
        </p15:guide>
        <p15:guide id="5" pos="5586" userDrawn="1">
          <p15:clr>
            <a:srgbClr val="FBAE40"/>
          </p15:clr>
        </p15:guide>
        <p15:guide id="6" pos="5813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image right half sid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9BCE1AC-B81E-618D-B379-D9F69D09E52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6794" y="0"/>
            <a:ext cx="5915206" cy="6858000"/>
          </a:xfrm>
          <a:custGeom>
            <a:avLst/>
            <a:gdLst>
              <a:gd name="connsiteX0" fmla="*/ 5311503 w 5915206"/>
              <a:gd name="connsiteY0" fmla="*/ 6482964 h 6858000"/>
              <a:gd name="connsiteX1" fmla="*/ 5311503 w 5915206"/>
              <a:gd name="connsiteY1" fmla="*/ 6621463 h 6858000"/>
              <a:gd name="connsiteX2" fmla="*/ 5327378 w 5915206"/>
              <a:gd name="connsiteY2" fmla="*/ 6621463 h 6858000"/>
              <a:gd name="connsiteX3" fmla="*/ 5327378 w 5915206"/>
              <a:gd name="connsiteY3" fmla="*/ 6482964 h 6858000"/>
              <a:gd name="connsiteX4" fmla="*/ 0 w 5915206"/>
              <a:gd name="connsiteY4" fmla="*/ 0 h 6858000"/>
              <a:gd name="connsiteX5" fmla="*/ 5915206 w 5915206"/>
              <a:gd name="connsiteY5" fmla="*/ 0 h 6858000"/>
              <a:gd name="connsiteX6" fmla="*/ 5915206 w 5915206"/>
              <a:gd name="connsiteY6" fmla="*/ 6858000 h 6858000"/>
              <a:gd name="connsiteX7" fmla="*/ 0 w 591520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15206" h="6858000">
                <a:moveTo>
                  <a:pt x="5311503" y="6482964"/>
                </a:moveTo>
                <a:lnTo>
                  <a:pt x="5311503" y="6621463"/>
                </a:lnTo>
                <a:lnTo>
                  <a:pt x="5327378" y="6621463"/>
                </a:lnTo>
                <a:lnTo>
                  <a:pt x="5327378" y="6482964"/>
                </a:lnTo>
                <a:close/>
                <a:moveTo>
                  <a:pt x="0" y="0"/>
                </a:moveTo>
                <a:lnTo>
                  <a:pt x="5915206" y="0"/>
                </a:lnTo>
                <a:lnTo>
                  <a:pt x="591520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554373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554373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</p:spTree>
    <p:extLst>
      <p:ext uri="{BB962C8B-B14F-4D97-AF65-F5344CB8AC3E}">
        <p14:creationId xmlns:p14="http://schemas.microsoft.com/office/powerpoint/2010/main" val="4157941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image right half sid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F6284A0-22D9-A809-F02A-EBC9F8A1F3C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6794" y="0"/>
            <a:ext cx="5915206" cy="6858000"/>
          </a:xfrm>
          <a:custGeom>
            <a:avLst/>
            <a:gdLst>
              <a:gd name="connsiteX0" fmla="*/ 5311503 w 5915206"/>
              <a:gd name="connsiteY0" fmla="*/ 6482964 h 6858000"/>
              <a:gd name="connsiteX1" fmla="*/ 5311503 w 5915206"/>
              <a:gd name="connsiteY1" fmla="*/ 6621463 h 6858000"/>
              <a:gd name="connsiteX2" fmla="*/ 5327378 w 5915206"/>
              <a:gd name="connsiteY2" fmla="*/ 6621463 h 6858000"/>
              <a:gd name="connsiteX3" fmla="*/ 5327378 w 5915206"/>
              <a:gd name="connsiteY3" fmla="*/ 6482964 h 6858000"/>
              <a:gd name="connsiteX4" fmla="*/ 0 w 5915206"/>
              <a:gd name="connsiteY4" fmla="*/ 0 h 6858000"/>
              <a:gd name="connsiteX5" fmla="*/ 5915206 w 5915206"/>
              <a:gd name="connsiteY5" fmla="*/ 0 h 6858000"/>
              <a:gd name="connsiteX6" fmla="*/ 5915206 w 5915206"/>
              <a:gd name="connsiteY6" fmla="*/ 6858000 h 6858000"/>
              <a:gd name="connsiteX7" fmla="*/ 0 w 591520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15206" h="6858000">
                <a:moveTo>
                  <a:pt x="5311503" y="6482964"/>
                </a:moveTo>
                <a:lnTo>
                  <a:pt x="5311503" y="6621463"/>
                </a:lnTo>
                <a:lnTo>
                  <a:pt x="5327378" y="6621463"/>
                </a:lnTo>
                <a:lnTo>
                  <a:pt x="5327378" y="6482964"/>
                </a:lnTo>
                <a:close/>
                <a:moveTo>
                  <a:pt x="0" y="0"/>
                </a:moveTo>
                <a:lnTo>
                  <a:pt x="5915206" y="0"/>
                </a:lnTo>
                <a:lnTo>
                  <a:pt x="591520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554373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554373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</p:spTree>
    <p:extLst>
      <p:ext uri="{BB962C8B-B14F-4D97-AF65-F5344CB8AC3E}">
        <p14:creationId xmlns:p14="http://schemas.microsoft.com/office/powerpoint/2010/main" val="1447631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 slid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811A31E-6A5D-CF74-924F-6D86B805D6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3064" y="1635126"/>
            <a:ext cx="11447462" cy="4573587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</p:spTree>
    <p:extLst>
      <p:ext uri="{BB962C8B-B14F-4D97-AF65-F5344CB8AC3E}">
        <p14:creationId xmlns:p14="http://schemas.microsoft.com/office/powerpoint/2010/main" val="3289544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 slid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811A31E-6A5D-CF74-924F-6D86B805D6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3064" y="1635126"/>
            <a:ext cx="11447462" cy="4573587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</p:spTree>
    <p:extLst>
      <p:ext uri="{BB962C8B-B14F-4D97-AF65-F5344CB8AC3E}">
        <p14:creationId xmlns:p14="http://schemas.microsoft.com/office/powerpoint/2010/main" val="777683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EB5264C-2D5D-9574-27AF-D173FAE112A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588297 w 12192000"/>
              <a:gd name="connsiteY0" fmla="*/ 6482964 h 6858000"/>
              <a:gd name="connsiteX1" fmla="*/ 11588297 w 12192000"/>
              <a:gd name="connsiteY1" fmla="*/ 6621463 h 6858000"/>
              <a:gd name="connsiteX2" fmla="*/ 11604172 w 12192000"/>
              <a:gd name="connsiteY2" fmla="*/ 6621463 h 6858000"/>
              <a:gd name="connsiteX3" fmla="*/ 11604172 w 12192000"/>
              <a:gd name="connsiteY3" fmla="*/ 6482964 h 6858000"/>
              <a:gd name="connsiteX4" fmla="*/ 625138 w 12192000"/>
              <a:gd name="connsiteY4" fmla="*/ 6253686 h 6858000"/>
              <a:gd name="connsiteX5" fmla="*/ 373138 w 12192000"/>
              <a:gd name="connsiteY5" fmla="*/ 6505686 h 6858000"/>
              <a:gd name="connsiteX6" fmla="*/ 625138 w 12192000"/>
              <a:gd name="connsiteY6" fmla="*/ 6757686 h 6858000"/>
              <a:gd name="connsiteX7" fmla="*/ 877138 w 12192000"/>
              <a:gd name="connsiteY7" fmla="*/ 6505686 h 6858000"/>
              <a:gd name="connsiteX8" fmla="*/ 625138 w 12192000"/>
              <a:gd name="connsiteY8" fmla="*/ 6253686 h 6858000"/>
              <a:gd name="connsiteX9" fmla="*/ 0 w 12192000"/>
              <a:gd name="connsiteY9" fmla="*/ 0 h 6858000"/>
              <a:gd name="connsiteX10" fmla="*/ 12192000 w 12192000"/>
              <a:gd name="connsiteY10" fmla="*/ 0 h 6858000"/>
              <a:gd name="connsiteX11" fmla="*/ 12192000 w 12192000"/>
              <a:gd name="connsiteY11" fmla="*/ 6858000 h 6858000"/>
              <a:gd name="connsiteX12" fmla="*/ 0 w 12192000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8000">
                <a:moveTo>
                  <a:pt x="11588297" y="6482964"/>
                </a:moveTo>
                <a:lnTo>
                  <a:pt x="11588297" y="6621463"/>
                </a:lnTo>
                <a:lnTo>
                  <a:pt x="11604172" y="6621463"/>
                </a:lnTo>
                <a:lnTo>
                  <a:pt x="11604172" y="6482964"/>
                </a:lnTo>
                <a:close/>
                <a:moveTo>
                  <a:pt x="625138" y="6253686"/>
                </a:moveTo>
                <a:cubicBezTo>
                  <a:pt x="485797" y="6253686"/>
                  <a:pt x="373138" y="6366345"/>
                  <a:pt x="373138" y="6505686"/>
                </a:cubicBezTo>
                <a:cubicBezTo>
                  <a:pt x="373138" y="6645027"/>
                  <a:pt x="485797" y="6757686"/>
                  <a:pt x="625138" y="6757686"/>
                </a:cubicBezTo>
                <a:cubicBezTo>
                  <a:pt x="764479" y="6757686"/>
                  <a:pt x="877138" y="6645027"/>
                  <a:pt x="877138" y="6505686"/>
                </a:cubicBezTo>
                <a:cubicBezTo>
                  <a:pt x="877138" y="6366345"/>
                  <a:pt x="764479" y="6253686"/>
                  <a:pt x="625138" y="62536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25581-4362-FB11-A968-6293542D6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0C27B7E-0F2A-81C0-7993-E73AB597F1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703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ull slid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6" name="Rechteck 17">
            <a:extLst>
              <a:ext uri="{FF2B5EF4-FFF2-40B4-BE49-F238E27FC236}">
                <a16:creationId xmlns:a16="http://schemas.microsoft.com/office/drawing/2014/main" id="{8D3673CD-5A70-0CB3-C2BE-D00BEBEDAF24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 table, chart, image, or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text.Note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PowerPoint applies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colours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based on the preset sequence – you may need to adjust them manually.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5834B2-9DFB-0D16-3E01-188C3232CBA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ltGray">
          <a:xfrm>
            <a:off x="373064" y="1635126"/>
            <a:ext cx="11447462" cy="4573587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265348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ull slid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6" name="Rechteck 17">
            <a:extLst>
              <a:ext uri="{FF2B5EF4-FFF2-40B4-BE49-F238E27FC236}">
                <a16:creationId xmlns:a16="http://schemas.microsoft.com/office/drawing/2014/main" id="{8D3673CD-5A70-0CB3-C2BE-D00BEBEDAF24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 table, chart, image, or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text.Note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PowerPoint applies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colours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based on the preset sequence – you may need to adjust them manually.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5834B2-9DFB-0D16-3E01-188C3232CBA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ltGray">
          <a:xfrm>
            <a:off x="373064" y="1635126"/>
            <a:ext cx="11447462" cy="4573587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79744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quot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2A2F3C48-8329-B091-DC89-4786DAE4C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90143" y="1938216"/>
            <a:ext cx="3811712" cy="36576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F4A8C-1826-839C-8CA5-2FDAB3BAB2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3" y="1633539"/>
            <a:ext cx="11447462" cy="2881312"/>
          </a:xfrm>
        </p:spPr>
        <p:txBody>
          <a:bodyPr lIns="0" tIns="0" rIns="0" bIns="0" anchor="ctr">
            <a:noAutofit/>
          </a:bodyPr>
          <a:lstStyle>
            <a:lvl1pPr algn="ctr">
              <a:buNone/>
              <a:defRPr sz="4000" i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Please insert quote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7E0515-AEF3-1C8B-999D-0437BE459B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586851"/>
            <a:ext cx="5724525" cy="307777"/>
          </a:xfrm>
        </p:spPr>
        <p:txBody>
          <a:bodyPr wrap="square" lIns="0" tIns="0" rIns="0" bIns="0">
            <a:spAutoFit/>
          </a:bodyPr>
          <a:lstStyle>
            <a:lvl1pPr algn="r">
              <a:buNone/>
              <a:defRPr sz="2000">
                <a:solidFill>
                  <a:schemeClr val="accent3"/>
                </a:solidFill>
              </a:defRPr>
            </a:lvl1pPr>
            <a:lvl2pPr algn="r">
              <a:defRPr sz="2000">
                <a:solidFill>
                  <a:schemeClr val="accent3"/>
                </a:solidFill>
              </a:defRPr>
            </a:lvl2pPr>
            <a:lvl3pPr algn="r">
              <a:defRPr sz="2000">
                <a:solidFill>
                  <a:schemeClr val="accent3"/>
                </a:solidFill>
              </a:defRPr>
            </a:lvl3pPr>
            <a:lvl4pPr algn="r">
              <a:defRPr sz="2000">
                <a:solidFill>
                  <a:schemeClr val="accent3"/>
                </a:solidFill>
              </a:defRPr>
            </a:lvl4pPr>
            <a:lvl5pPr algn="r">
              <a:defRPr sz="2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Name, Surname</a:t>
            </a:r>
          </a:p>
        </p:txBody>
      </p:sp>
    </p:spTree>
    <p:extLst>
      <p:ext uri="{BB962C8B-B14F-4D97-AF65-F5344CB8AC3E}">
        <p14:creationId xmlns:p14="http://schemas.microsoft.com/office/powerpoint/2010/main" val="40755575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quot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2A2F3C48-8329-B091-DC89-4786DAE4C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90143" y="1938216"/>
            <a:ext cx="3811712" cy="36576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F4A8C-1826-839C-8CA5-2FDAB3BAB2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3" y="1633539"/>
            <a:ext cx="11447462" cy="2881312"/>
          </a:xfrm>
        </p:spPr>
        <p:txBody>
          <a:bodyPr lIns="0" tIns="0" rIns="0" bIns="0" anchor="ctr">
            <a:noAutofit/>
          </a:bodyPr>
          <a:lstStyle>
            <a:lvl1pPr algn="ctr">
              <a:buNone/>
              <a:defRPr sz="4000" i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Please insert quote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7E0515-AEF3-1C8B-999D-0437BE459B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586851"/>
            <a:ext cx="5724525" cy="307777"/>
          </a:xfrm>
        </p:spPr>
        <p:txBody>
          <a:bodyPr wrap="square" lIns="0" tIns="0" rIns="0" bIns="0">
            <a:spAutoFit/>
          </a:bodyPr>
          <a:lstStyle>
            <a:lvl1pPr algn="r">
              <a:buNone/>
              <a:defRPr sz="2000">
                <a:solidFill>
                  <a:schemeClr val="accent2"/>
                </a:solidFill>
              </a:defRPr>
            </a:lvl1pPr>
            <a:lvl2pPr algn="r">
              <a:defRPr sz="2000">
                <a:solidFill>
                  <a:schemeClr val="accent3"/>
                </a:solidFill>
              </a:defRPr>
            </a:lvl2pPr>
            <a:lvl3pPr algn="r">
              <a:defRPr sz="2000">
                <a:solidFill>
                  <a:schemeClr val="accent3"/>
                </a:solidFill>
              </a:defRPr>
            </a:lvl3pPr>
            <a:lvl4pPr algn="r">
              <a:defRPr sz="2000">
                <a:solidFill>
                  <a:schemeClr val="accent3"/>
                </a:solidFill>
              </a:defRPr>
            </a:lvl4pPr>
            <a:lvl5pPr algn="r">
              <a:defRPr sz="2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Name, Surname</a:t>
            </a:r>
          </a:p>
        </p:txBody>
      </p:sp>
    </p:spTree>
    <p:extLst>
      <p:ext uri="{BB962C8B-B14F-4D97-AF65-F5344CB8AC3E}">
        <p14:creationId xmlns:p14="http://schemas.microsoft.com/office/powerpoint/2010/main" val="17834071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orang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7FE9896-5211-23DE-0A2A-059929C8D9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4551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FE9896-5211-23DE-0A2A-059929C8D9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6242050"/>
            <a:ext cx="4699000" cy="174625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Nathalie Nuber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0F817F-E69A-891D-CC85-5FA713C72954}"/>
              </a:ext>
            </a:extLst>
          </p:cNvPr>
          <p:cNvGrpSpPr/>
          <p:nvPr userDrawn="1"/>
        </p:nvGrpSpPr>
        <p:grpSpPr bwMode="gray">
          <a:xfrm>
            <a:off x="6466690" y="2107484"/>
            <a:ext cx="5338938" cy="4959307"/>
            <a:chOff x="6466690" y="2107484"/>
            <a:chExt cx="5338938" cy="495930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BAEAD06-A4AE-9AE9-9683-066F48BA476D}"/>
                </a:ext>
              </a:extLst>
            </p:cNvPr>
            <p:cNvSpPr>
              <a:spLocks/>
            </p:cNvSpPr>
            <p:nvPr userDrawn="1"/>
          </p:nvSpPr>
          <p:spPr bwMode="gray">
            <a:xfrm rot="21132644">
              <a:off x="6466690" y="2107484"/>
              <a:ext cx="5338938" cy="4959307"/>
            </a:xfrm>
            <a:custGeom>
              <a:avLst/>
              <a:gdLst>
                <a:gd name="connsiteX0" fmla="*/ 2942695 w 5338938"/>
                <a:gd name="connsiteY0" fmla="*/ 13764 h 4959307"/>
                <a:gd name="connsiteX1" fmla="*/ 5338938 w 5338938"/>
                <a:gd name="connsiteY1" fmla="*/ 2669470 h 4959307"/>
                <a:gd name="connsiteX2" fmla="*/ 4095493 w 5338938"/>
                <a:gd name="connsiteY2" fmla="*/ 4927456 h 4959307"/>
                <a:gd name="connsiteX3" fmla="*/ 4041196 w 5338938"/>
                <a:gd name="connsiteY3" fmla="*/ 4959307 h 4959307"/>
                <a:gd name="connsiteX4" fmla="*/ 735181 w 5338938"/>
                <a:gd name="connsiteY4" fmla="*/ 4507070 h 4959307"/>
                <a:gd name="connsiteX5" fmla="*/ 609013 w 5338938"/>
                <a:gd name="connsiteY5" fmla="*/ 4368228 h 4959307"/>
                <a:gd name="connsiteX6" fmla="*/ 1 w 5338938"/>
                <a:gd name="connsiteY6" fmla="*/ 2669470 h 4959307"/>
                <a:gd name="connsiteX7" fmla="*/ 2669469 w 5338938"/>
                <a:gd name="connsiteY7" fmla="*/ 1 h 4959307"/>
                <a:gd name="connsiteX8" fmla="*/ 2942695 w 5338938"/>
                <a:gd name="connsiteY8" fmla="*/ 13764 h 4959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38938" h="4959307">
                  <a:moveTo>
                    <a:pt x="2942695" y="13764"/>
                  </a:moveTo>
                  <a:cubicBezTo>
                    <a:pt x="4290042" y="150280"/>
                    <a:pt x="5338938" y="1285666"/>
                    <a:pt x="5338938" y="2669470"/>
                  </a:cubicBezTo>
                  <a:cubicBezTo>
                    <a:pt x="5338938" y="3620835"/>
                    <a:pt x="4843170" y="4454784"/>
                    <a:pt x="4095493" y="4927456"/>
                  </a:cubicBezTo>
                  <a:lnTo>
                    <a:pt x="4041196" y="4959307"/>
                  </a:lnTo>
                  <a:lnTo>
                    <a:pt x="735181" y="4507070"/>
                  </a:lnTo>
                  <a:lnTo>
                    <a:pt x="609013" y="4368228"/>
                  </a:lnTo>
                  <a:cubicBezTo>
                    <a:pt x="228427" y="3906920"/>
                    <a:pt x="0" y="3315245"/>
                    <a:pt x="1" y="2669470"/>
                  </a:cubicBezTo>
                  <a:cubicBezTo>
                    <a:pt x="0" y="1193413"/>
                    <a:pt x="1193413" y="0"/>
                    <a:pt x="2669469" y="1"/>
                  </a:cubicBezTo>
                  <a:cubicBezTo>
                    <a:pt x="2761723" y="1"/>
                    <a:pt x="2852872" y="4663"/>
                    <a:pt x="2942695" y="13764"/>
                  </a:cubicBezTo>
                  <a:close/>
                </a:path>
              </a:pathLst>
            </a:custGeom>
            <a:solidFill>
              <a:schemeClr val="bg1"/>
            </a:solidFill>
            <a:ln w="1748" cap="flat">
              <a:solidFill>
                <a:srgbClr val="FF6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E94909-5B35-59E7-12FF-2AC456D63924}"/>
                </a:ext>
              </a:extLst>
            </p:cNvPr>
            <p:cNvGrpSpPr>
              <a:grpSpLocks/>
            </p:cNvGrpSpPr>
            <p:nvPr userDrawn="1"/>
          </p:nvGrpSpPr>
          <p:grpSpPr bwMode="gray">
            <a:xfrm>
              <a:off x="6597756" y="2225331"/>
              <a:ext cx="5088778" cy="4811136"/>
              <a:chOff x="6597756" y="2225331"/>
              <a:chExt cx="5088778" cy="4811136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3B259AE-A8F4-CD19-0A90-1579A649A368}"/>
                  </a:ext>
                </a:extLst>
              </p:cNvPr>
              <p:cNvSpPr/>
              <p:nvPr/>
            </p:nvSpPr>
            <p:spPr bwMode="gray">
              <a:xfrm rot="21132644">
                <a:off x="6597756" y="2225331"/>
                <a:ext cx="5088778" cy="4811136"/>
              </a:xfrm>
              <a:custGeom>
                <a:avLst/>
                <a:gdLst>
                  <a:gd name="connsiteX0" fmla="*/ 2804813 w 5088778"/>
                  <a:gd name="connsiteY0" fmla="*/ 13119 h 4811136"/>
                  <a:gd name="connsiteX1" fmla="*/ 5088778 w 5088778"/>
                  <a:gd name="connsiteY1" fmla="*/ 2544389 h 4811136"/>
                  <a:gd name="connsiteX2" fmla="*/ 3757935 w 5088778"/>
                  <a:gd name="connsiteY2" fmla="*/ 4782020 h 4811136"/>
                  <a:gd name="connsiteX3" fmla="*/ 3697427 w 5088778"/>
                  <a:gd name="connsiteY3" fmla="*/ 4811136 h 4811136"/>
                  <a:gd name="connsiteX4" fmla="*/ 826279 w 5088778"/>
                  <a:gd name="connsiteY4" fmla="*/ 4418385 h 4811136"/>
                  <a:gd name="connsiteX5" fmla="*/ 744609 w 5088778"/>
                  <a:gd name="connsiteY5" fmla="*/ 4344170 h 4811136"/>
                  <a:gd name="connsiteX6" fmla="*/ 1 w 5088778"/>
                  <a:gd name="connsiteY6" fmla="*/ 2544389 h 4811136"/>
                  <a:gd name="connsiteX7" fmla="*/ 2544389 w 5088778"/>
                  <a:gd name="connsiteY7" fmla="*/ 1 h 4811136"/>
                  <a:gd name="connsiteX8" fmla="*/ 2804813 w 5088778"/>
                  <a:gd name="connsiteY8" fmla="*/ 13119 h 4811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8778" h="4811136">
                    <a:moveTo>
                      <a:pt x="2804813" y="13119"/>
                    </a:moveTo>
                    <a:cubicBezTo>
                      <a:pt x="4089029" y="143239"/>
                      <a:pt x="5088778" y="1225425"/>
                      <a:pt x="5088778" y="2544389"/>
                    </a:cubicBezTo>
                    <a:cubicBezTo>
                      <a:pt x="5088778" y="3511630"/>
                      <a:pt x="4551135" y="4351536"/>
                      <a:pt x="3757935" y="4782020"/>
                    </a:cubicBezTo>
                    <a:lnTo>
                      <a:pt x="3697427" y="4811136"/>
                    </a:lnTo>
                    <a:lnTo>
                      <a:pt x="826279" y="4418385"/>
                    </a:lnTo>
                    <a:lnTo>
                      <a:pt x="744609" y="4344170"/>
                    </a:lnTo>
                    <a:cubicBezTo>
                      <a:pt x="284374" y="3883934"/>
                      <a:pt x="0" y="3247837"/>
                      <a:pt x="1" y="2544389"/>
                    </a:cubicBezTo>
                    <a:cubicBezTo>
                      <a:pt x="0" y="1137494"/>
                      <a:pt x="1137494" y="0"/>
                      <a:pt x="2544389" y="1"/>
                    </a:cubicBezTo>
                    <a:cubicBezTo>
                      <a:pt x="2632320" y="1"/>
                      <a:pt x="2719199" y="4444"/>
                      <a:pt x="2804813" y="13119"/>
                    </a:cubicBezTo>
                    <a:close/>
                  </a:path>
                </a:pathLst>
              </a:custGeom>
              <a:solidFill>
                <a:schemeClr val="tx2"/>
              </a:solidFill>
              <a:ln w="17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51B03F1-E9B4-DAF1-36B2-7945759CD4DF}"/>
                  </a:ext>
                </a:extLst>
              </p:cNvPr>
              <p:cNvSpPr/>
              <p:nvPr/>
            </p:nvSpPr>
            <p:spPr bwMode="gray">
              <a:xfrm rot="21132644">
                <a:off x="7048659" y="2839116"/>
                <a:ext cx="4118922" cy="3262805"/>
              </a:xfrm>
              <a:custGeom>
                <a:avLst/>
                <a:gdLst>
                  <a:gd name="connsiteX0" fmla="*/ 85384 w 407943"/>
                  <a:gd name="connsiteY0" fmla="*/ 68781 h 323152"/>
                  <a:gd name="connsiteX1" fmla="*/ 88941 w 407943"/>
                  <a:gd name="connsiteY1" fmla="*/ 86569 h 323152"/>
                  <a:gd name="connsiteX2" fmla="*/ 44471 w 407943"/>
                  <a:gd name="connsiteY2" fmla="*/ 131040 h 323152"/>
                  <a:gd name="connsiteX3" fmla="*/ 0 w 407943"/>
                  <a:gd name="connsiteY3" fmla="*/ 86569 h 323152"/>
                  <a:gd name="connsiteX4" fmla="*/ 44471 w 407943"/>
                  <a:gd name="connsiteY4" fmla="*/ 42099 h 323152"/>
                  <a:gd name="connsiteX5" fmla="*/ 68781 w 407943"/>
                  <a:gd name="connsiteY5" fmla="*/ 49807 h 323152"/>
                  <a:gd name="connsiteX6" fmla="*/ 68781 w 407943"/>
                  <a:gd name="connsiteY6" fmla="*/ 38541 h 323152"/>
                  <a:gd name="connsiteX7" fmla="*/ 107322 w 407943"/>
                  <a:gd name="connsiteY7" fmla="*/ 0 h 323152"/>
                  <a:gd name="connsiteX8" fmla="*/ 215831 w 407943"/>
                  <a:gd name="connsiteY8" fmla="*/ 0 h 323152"/>
                  <a:gd name="connsiteX9" fmla="*/ 215831 w 407943"/>
                  <a:gd name="connsiteY9" fmla="*/ 64631 h 323152"/>
                  <a:gd name="connsiteX10" fmla="*/ 152979 w 407943"/>
                  <a:gd name="connsiteY10" fmla="*/ 64631 h 323152"/>
                  <a:gd name="connsiteX11" fmla="*/ 150607 w 407943"/>
                  <a:gd name="connsiteY11" fmla="*/ 67002 h 323152"/>
                  <a:gd name="connsiteX12" fmla="*/ 150607 w 407943"/>
                  <a:gd name="connsiteY12" fmla="*/ 106729 h 323152"/>
                  <a:gd name="connsiteX13" fmla="*/ 152979 w 407943"/>
                  <a:gd name="connsiteY13" fmla="*/ 109101 h 323152"/>
                  <a:gd name="connsiteX14" fmla="*/ 215831 w 407943"/>
                  <a:gd name="connsiteY14" fmla="*/ 109101 h 323152"/>
                  <a:gd name="connsiteX15" fmla="*/ 215831 w 407943"/>
                  <a:gd name="connsiteY15" fmla="*/ 163652 h 323152"/>
                  <a:gd name="connsiteX16" fmla="*/ 154758 w 407943"/>
                  <a:gd name="connsiteY16" fmla="*/ 163652 h 323152"/>
                  <a:gd name="connsiteX17" fmla="*/ 150607 w 407943"/>
                  <a:gd name="connsiteY17" fmla="*/ 167802 h 323152"/>
                  <a:gd name="connsiteX18" fmla="*/ 150607 w 407943"/>
                  <a:gd name="connsiteY18" fmla="*/ 307144 h 323152"/>
                  <a:gd name="connsiteX19" fmla="*/ 199821 w 407943"/>
                  <a:gd name="connsiteY19" fmla="*/ 307144 h 323152"/>
                  <a:gd name="connsiteX20" fmla="*/ 199821 w 407943"/>
                  <a:gd name="connsiteY20" fmla="*/ 208122 h 323152"/>
                  <a:gd name="connsiteX21" fmla="*/ 214052 w 407943"/>
                  <a:gd name="connsiteY21" fmla="*/ 193892 h 323152"/>
                  <a:gd name="connsiteX22" fmla="*/ 232433 w 407943"/>
                  <a:gd name="connsiteY22" fmla="*/ 193892 h 323152"/>
                  <a:gd name="connsiteX23" fmla="*/ 246664 w 407943"/>
                  <a:gd name="connsiteY23" fmla="*/ 208122 h 323152"/>
                  <a:gd name="connsiteX24" fmla="*/ 246664 w 407943"/>
                  <a:gd name="connsiteY24" fmla="*/ 307144 h 323152"/>
                  <a:gd name="connsiteX25" fmla="*/ 295878 w 407943"/>
                  <a:gd name="connsiteY25" fmla="*/ 307144 h 323152"/>
                  <a:gd name="connsiteX26" fmla="*/ 295878 w 407943"/>
                  <a:gd name="connsiteY26" fmla="*/ 208122 h 323152"/>
                  <a:gd name="connsiteX27" fmla="*/ 310108 w 407943"/>
                  <a:gd name="connsiteY27" fmla="*/ 193892 h 323152"/>
                  <a:gd name="connsiteX28" fmla="*/ 328489 w 407943"/>
                  <a:gd name="connsiteY28" fmla="*/ 193892 h 323152"/>
                  <a:gd name="connsiteX29" fmla="*/ 342720 w 407943"/>
                  <a:gd name="connsiteY29" fmla="*/ 208122 h 323152"/>
                  <a:gd name="connsiteX30" fmla="*/ 342720 w 407943"/>
                  <a:gd name="connsiteY30" fmla="*/ 307144 h 323152"/>
                  <a:gd name="connsiteX31" fmla="*/ 391934 w 407943"/>
                  <a:gd name="connsiteY31" fmla="*/ 307144 h 323152"/>
                  <a:gd name="connsiteX32" fmla="*/ 391934 w 407943"/>
                  <a:gd name="connsiteY32" fmla="*/ 167802 h 323152"/>
                  <a:gd name="connsiteX33" fmla="*/ 387784 w 407943"/>
                  <a:gd name="connsiteY33" fmla="*/ 163652 h 323152"/>
                  <a:gd name="connsiteX34" fmla="*/ 230654 w 407943"/>
                  <a:gd name="connsiteY34" fmla="*/ 163652 h 323152"/>
                  <a:gd name="connsiteX35" fmla="*/ 230654 w 407943"/>
                  <a:gd name="connsiteY35" fmla="*/ 147642 h 323152"/>
                  <a:gd name="connsiteX36" fmla="*/ 393713 w 407943"/>
                  <a:gd name="connsiteY36" fmla="*/ 147642 h 323152"/>
                  <a:gd name="connsiteX37" fmla="*/ 407944 w 407943"/>
                  <a:gd name="connsiteY37" fmla="*/ 161873 h 323152"/>
                  <a:gd name="connsiteX38" fmla="*/ 407944 w 407943"/>
                  <a:gd name="connsiteY38" fmla="*/ 323153 h 323152"/>
                  <a:gd name="connsiteX39" fmla="*/ 326711 w 407943"/>
                  <a:gd name="connsiteY39" fmla="*/ 323153 h 323152"/>
                  <a:gd name="connsiteX40" fmla="*/ 326711 w 407943"/>
                  <a:gd name="connsiteY40" fmla="*/ 212866 h 323152"/>
                  <a:gd name="connsiteX41" fmla="*/ 324339 w 407943"/>
                  <a:gd name="connsiteY41" fmla="*/ 210494 h 323152"/>
                  <a:gd name="connsiteX42" fmla="*/ 314852 w 407943"/>
                  <a:gd name="connsiteY42" fmla="*/ 210494 h 323152"/>
                  <a:gd name="connsiteX43" fmla="*/ 312480 w 407943"/>
                  <a:gd name="connsiteY43" fmla="*/ 212866 h 323152"/>
                  <a:gd name="connsiteX44" fmla="*/ 312480 w 407943"/>
                  <a:gd name="connsiteY44" fmla="*/ 323153 h 323152"/>
                  <a:gd name="connsiteX45" fmla="*/ 231247 w 407943"/>
                  <a:gd name="connsiteY45" fmla="*/ 323153 h 323152"/>
                  <a:gd name="connsiteX46" fmla="*/ 231247 w 407943"/>
                  <a:gd name="connsiteY46" fmla="*/ 212866 h 323152"/>
                  <a:gd name="connsiteX47" fmla="*/ 228875 w 407943"/>
                  <a:gd name="connsiteY47" fmla="*/ 210494 h 323152"/>
                  <a:gd name="connsiteX48" fmla="*/ 219388 w 407943"/>
                  <a:gd name="connsiteY48" fmla="*/ 210494 h 323152"/>
                  <a:gd name="connsiteX49" fmla="*/ 217016 w 407943"/>
                  <a:gd name="connsiteY49" fmla="*/ 212866 h 323152"/>
                  <a:gd name="connsiteX50" fmla="*/ 217016 w 407943"/>
                  <a:gd name="connsiteY50" fmla="*/ 323153 h 323152"/>
                  <a:gd name="connsiteX51" fmla="*/ 34984 w 407943"/>
                  <a:gd name="connsiteY51" fmla="*/ 323153 h 323152"/>
                  <a:gd name="connsiteX52" fmla="*/ 34984 w 407943"/>
                  <a:gd name="connsiteY52" fmla="*/ 307144 h 323152"/>
                  <a:gd name="connsiteX53" fmla="*/ 69967 w 407943"/>
                  <a:gd name="connsiteY53" fmla="*/ 307144 h 323152"/>
                  <a:gd name="connsiteX54" fmla="*/ 69967 w 407943"/>
                  <a:gd name="connsiteY54" fmla="*/ 167802 h 323152"/>
                  <a:gd name="connsiteX55" fmla="*/ 65816 w 407943"/>
                  <a:gd name="connsiteY55" fmla="*/ 163652 h 323152"/>
                  <a:gd name="connsiteX56" fmla="*/ 20753 w 407943"/>
                  <a:gd name="connsiteY56" fmla="*/ 163652 h 323152"/>
                  <a:gd name="connsiteX57" fmla="*/ 20753 w 407943"/>
                  <a:gd name="connsiteY57" fmla="*/ 323153 h 323152"/>
                  <a:gd name="connsiteX58" fmla="*/ 4744 w 407943"/>
                  <a:gd name="connsiteY58" fmla="*/ 323153 h 323152"/>
                  <a:gd name="connsiteX59" fmla="*/ 4744 w 407943"/>
                  <a:gd name="connsiteY59" fmla="*/ 147642 h 323152"/>
                  <a:gd name="connsiteX60" fmla="*/ 72339 w 407943"/>
                  <a:gd name="connsiteY60" fmla="*/ 147642 h 323152"/>
                  <a:gd name="connsiteX61" fmla="*/ 86569 w 407943"/>
                  <a:gd name="connsiteY61" fmla="*/ 161873 h 323152"/>
                  <a:gd name="connsiteX62" fmla="*/ 86569 w 407943"/>
                  <a:gd name="connsiteY62" fmla="*/ 307144 h 323152"/>
                  <a:gd name="connsiteX63" fmla="*/ 135784 w 407943"/>
                  <a:gd name="connsiteY63" fmla="*/ 307144 h 323152"/>
                  <a:gd name="connsiteX64" fmla="*/ 135784 w 407943"/>
                  <a:gd name="connsiteY64" fmla="*/ 161873 h 323152"/>
                  <a:gd name="connsiteX65" fmla="*/ 150014 w 407943"/>
                  <a:gd name="connsiteY65" fmla="*/ 147642 h 323152"/>
                  <a:gd name="connsiteX66" fmla="*/ 201007 w 407943"/>
                  <a:gd name="connsiteY66" fmla="*/ 147642 h 323152"/>
                  <a:gd name="connsiteX67" fmla="*/ 201007 w 407943"/>
                  <a:gd name="connsiteY67" fmla="*/ 125704 h 323152"/>
                  <a:gd name="connsiteX68" fmla="*/ 150014 w 407943"/>
                  <a:gd name="connsiteY68" fmla="*/ 125704 h 323152"/>
                  <a:gd name="connsiteX69" fmla="*/ 135784 w 407943"/>
                  <a:gd name="connsiteY69" fmla="*/ 111473 h 323152"/>
                  <a:gd name="connsiteX70" fmla="*/ 135784 w 407943"/>
                  <a:gd name="connsiteY70" fmla="*/ 62852 h 323152"/>
                  <a:gd name="connsiteX71" fmla="*/ 150014 w 407943"/>
                  <a:gd name="connsiteY71" fmla="*/ 48621 h 323152"/>
                  <a:gd name="connsiteX72" fmla="*/ 201007 w 407943"/>
                  <a:gd name="connsiteY72" fmla="*/ 48621 h 323152"/>
                  <a:gd name="connsiteX73" fmla="*/ 201007 w 407943"/>
                  <a:gd name="connsiteY73" fmla="*/ 16602 h 323152"/>
                  <a:gd name="connsiteX74" fmla="*/ 108508 w 407943"/>
                  <a:gd name="connsiteY74" fmla="*/ 16602 h 323152"/>
                  <a:gd name="connsiteX75" fmla="*/ 86569 w 407943"/>
                  <a:gd name="connsiteY75" fmla="*/ 38541 h 323152"/>
                  <a:gd name="connsiteX76" fmla="*/ 86569 w 407943"/>
                  <a:gd name="connsiteY76" fmla="*/ 69374 h 323152"/>
                  <a:gd name="connsiteX77" fmla="*/ 85384 w 407943"/>
                  <a:gd name="connsiteY77" fmla="*/ 68781 h 323152"/>
                  <a:gd name="connsiteX78" fmla="*/ 16009 w 407943"/>
                  <a:gd name="connsiteY78" fmla="*/ 86569 h 323152"/>
                  <a:gd name="connsiteX79" fmla="*/ 44471 w 407943"/>
                  <a:gd name="connsiteY79" fmla="*/ 58108 h 323152"/>
                  <a:gd name="connsiteX80" fmla="*/ 72932 w 407943"/>
                  <a:gd name="connsiteY80" fmla="*/ 86569 h 323152"/>
                  <a:gd name="connsiteX81" fmla="*/ 44471 w 407943"/>
                  <a:gd name="connsiteY81" fmla="*/ 115031 h 323152"/>
                  <a:gd name="connsiteX82" fmla="*/ 16009 w 407943"/>
                  <a:gd name="connsiteY82" fmla="*/ 86569 h 323152"/>
                  <a:gd name="connsiteX0" fmla="*/ 85384 w 407944"/>
                  <a:gd name="connsiteY0" fmla="*/ 68781 h 323153"/>
                  <a:gd name="connsiteX1" fmla="*/ 88941 w 407944"/>
                  <a:gd name="connsiteY1" fmla="*/ 86569 h 323153"/>
                  <a:gd name="connsiteX2" fmla="*/ 44471 w 407944"/>
                  <a:gd name="connsiteY2" fmla="*/ 131040 h 323153"/>
                  <a:gd name="connsiteX3" fmla="*/ 0 w 407944"/>
                  <a:gd name="connsiteY3" fmla="*/ 86569 h 323153"/>
                  <a:gd name="connsiteX4" fmla="*/ 44471 w 407944"/>
                  <a:gd name="connsiteY4" fmla="*/ 42099 h 323153"/>
                  <a:gd name="connsiteX5" fmla="*/ 68781 w 407944"/>
                  <a:gd name="connsiteY5" fmla="*/ 49807 h 323153"/>
                  <a:gd name="connsiteX6" fmla="*/ 68781 w 407944"/>
                  <a:gd name="connsiteY6" fmla="*/ 38541 h 323153"/>
                  <a:gd name="connsiteX7" fmla="*/ 107322 w 407944"/>
                  <a:gd name="connsiteY7" fmla="*/ 0 h 323153"/>
                  <a:gd name="connsiteX8" fmla="*/ 215831 w 407944"/>
                  <a:gd name="connsiteY8" fmla="*/ 0 h 323153"/>
                  <a:gd name="connsiteX9" fmla="*/ 215831 w 407944"/>
                  <a:gd name="connsiteY9" fmla="*/ 64631 h 323153"/>
                  <a:gd name="connsiteX10" fmla="*/ 152979 w 407944"/>
                  <a:gd name="connsiteY10" fmla="*/ 64631 h 323153"/>
                  <a:gd name="connsiteX11" fmla="*/ 150607 w 407944"/>
                  <a:gd name="connsiteY11" fmla="*/ 67002 h 323153"/>
                  <a:gd name="connsiteX12" fmla="*/ 150607 w 407944"/>
                  <a:gd name="connsiteY12" fmla="*/ 106729 h 323153"/>
                  <a:gd name="connsiteX13" fmla="*/ 152979 w 407944"/>
                  <a:gd name="connsiteY13" fmla="*/ 109101 h 323153"/>
                  <a:gd name="connsiteX14" fmla="*/ 215831 w 407944"/>
                  <a:gd name="connsiteY14" fmla="*/ 109101 h 323153"/>
                  <a:gd name="connsiteX15" fmla="*/ 215831 w 407944"/>
                  <a:gd name="connsiteY15" fmla="*/ 163652 h 323153"/>
                  <a:gd name="connsiteX16" fmla="*/ 154758 w 407944"/>
                  <a:gd name="connsiteY16" fmla="*/ 163652 h 323153"/>
                  <a:gd name="connsiteX17" fmla="*/ 150607 w 407944"/>
                  <a:gd name="connsiteY17" fmla="*/ 167802 h 323153"/>
                  <a:gd name="connsiteX18" fmla="*/ 150607 w 407944"/>
                  <a:gd name="connsiteY18" fmla="*/ 307144 h 323153"/>
                  <a:gd name="connsiteX19" fmla="*/ 199821 w 407944"/>
                  <a:gd name="connsiteY19" fmla="*/ 307144 h 323153"/>
                  <a:gd name="connsiteX20" fmla="*/ 199821 w 407944"/>
                  <a:gd name="connsiteY20" fmla="*/ 208122 h 323153"/>
                  <a:gd name="connsiteX21" fmla="*/ 214052 w 407944"/>
                  <a:gd name="connsiteY21" fmla="*/ 193892 h 323153"/>
                  <a:gd name="connsiteX22" fmla="*/ 232433 w 407944"/>
                  <a:gd name="connsiteY22" fmla="*/ 193892 h 323153"/>
                  <a:gd name="connsiteX23" fmla="*/ 246664 w 407944"/>
                  <a:gd name="connsiteY23" fmla="*/ 208122 h 323153"/>
                  <a:gd name="connsiteX24" fmla="*/ 246664 w 407944"/>
                  <a:gd name="connsiteY24" fmla="*/ 307144 h 323153"/>
                  <a:gd name="connsiteX25" fmla="*/ 295878 w 407944"/>
                  <a:gd name="connsiteY25" fmla="*/ 307144 h 323153"/>
                  <a:gd name="connsiteX26" fmla="*/ 295878 w 407944"/>
                  <a:gd name="connsiteY26" fmla="*/ 208122 h 323153"/>
                  <a:gd name="connsiteX27" fmla="*/ 310108 w 407944"/>
                  <a:gd name="connsiteY27" fmla="*/ 193892 h 323153"/>
                  <a:gd name="connsiteX28" fmla="*/ 328489 w 407944"/>
                  <a:gd name="connsiteY28" fmla="*/ 193892 h 323153"/>
                  <a:gd name="connsiteX29" fmla="*/ 342720 w 407944"/>
                  <a:gd name="connsiteY29" fmla="*/ 208122 h 323153"/>
                  <a:gd name="connsiteX30" fmla="*/ 342720 w 407944"/>
                  <a:gd name="connsiteY30" fmla="*/ 307144 h 323153"/>
                  <a:gd name="connsiteX31" fmla="*/ 391934 w 407944"/>
                  <a:gd name="connsiteY31" fmla="*/ 307144 h 323153"/>
                  <a:gd name="connsiteX32" fmla="*/ 391934 w 407944"/>
                  <a:gd name="connsiteY32" fmla="*/ 167802 h 323153"/>
                  <a:gd name="connsiteX33" fmla="*/ 387784 w 407944"/>
                  <a:gd name="connsiteY33" fmla="*/ 163652 h 323153"/>
                  <a:gd name="connsiteX34" fmla="*/ 230654 w 407944"/>
                  <a:gd name="connsiteY34" fmla="*/ 163652 h 323153"/>
                  <a:gd name="connsiteX35" fmla="*/ 230654 w 407944"/>
                  <a:gd name="connsiteY35" fmla="*/ 147642 h 323153"/>
                  <a:gd name="connsiteX36" fmla="*/ 393713 w 407944"/>
                  <a:gd name="connsiteY36" fmla="*/ 147642 h 323153"/>
                  <a:gd name="connsiteX37" fmla="*/ 407944 w 407944"/>
                  <a:gd name="connsiteY37" fmla="*/ 161873 h 323153"/>
                  <a:gd name="connsiteX38" fmla="*/ 407944 w 407944"/>
                  <a:gd name="connsiteY38" fmla="*/ 323153 h 323153"/>
                  <a:gd name="connsiteX39" fmla="*/ 326711 w 407944"/>
                  <a:gd name="connsiteY39" fmla="*/ 323153 h 323153"/>
                  <a:gd name="connsiteX40" fmla="*/ 326711 w 407944"/>
                  <a:gd name="connsiteY40" fmla="*/ 212866 h 323153"/>
                  <a:gd name="connsiteX41" fmla="*/ 324339 w 407944"/>
                  <a:gd name="connsiteY41" fmla="*/ 210494 h 323153"/>
                  <a:gd name="connsiteX42" fmla="*/ 314852 w 407944"/>
                  <a:gd name="connsiteY42" fmla="*/ 210494 h 323153"/>
                  <a:gd name="connsiteX43" fmla="*/ 312480 w 407944"/>
                  <a:gd name="connsiteY43" fmla="*/ 212866 h 323153"/>
                  <a:gd name="connsiteX44" fmla="*/ 312480 w 407944"/>
                  <a:gd name="connsiteY44" fmla="*/ 323153 h 323153"/>
                  <a:gd name="connsiteX45" fmla="*/ 231247 w 407944"/>
                  <a:gd name="connsiteY45" fmla="*/ 323153 h 323153"/>
                  <a:gd name="connsiteX46" fmla="*/ 231247 w 407944"/>
                  <a:gd name="connsiteY46" fmla="*/ 212866 h 323153"/>
                  <a:gd name="connsiteX47" fmla="*/ 228875 w 407944"/>
                  <a:gd name="connsiteY47" fmla="*/ 210494 h 323153"/>
                  <a:gd name="connsiteX48" fmla="*/ 219388 w 407944"/>
                  <a:gd name="connsiteY48" fmla="*/ 210494 h 323153"/>
                  <a:gd name="connsiteX49" fmla="*/ 217016 w 407944"/>
                  <a:gd name="connsiteY49" fmla="*/ 212866 h 323153"/>
                  <a:gd name="connsiteX50" fmla="*/ 217016 w 407944"/>
                  <a:gd name="connsiteY50" fmla="*/ 323153 h 323153"/>
                  <a:gd name="connsiteX51" fmla="*/ 34984 w 407944"/>
                  <a:gd name="connsiteY51" fmla="*/ 323153 h 323153"/>
                  <a:gd name="connsiteX52" fmla="*/ 34984 w 407944"/>
                  <a:gd name="connsiteY52" fmla="*/ 307144 h 323153"/>
                  <a:gd name="connsiteX53" fmla="*/ 69967 w 407944"/>
                  <a:gd name="connsiteY53" fmla="*/ 307144 h 323153"/>
                  <a:gd name="connsiteX54" fmla="*/ 69967 w 407944"/>
                  <a:gd name="connsiteY54" fmla="*/ 167802 h 323153"/>
                  <a:gd name="connsiteX55" fmla="*/ 65816 w 407944"/>
                  <a:gd name="connsiteY55" fmla="*/ 163652 h 323153"/>
                  <a:gd name="connsiteX56" fmla="*/ 20753 w 407944"/>
                  <a:gd name="connsiteY56" fmla="*/ 163652 h 323153"/>
                  <a:gd name="connsiteX57" fmla="*/ 20753 w 407944"/>
                  <a:gd name="connsiteY57" fmla="*/ 323153 h 323153"/>
                  <a:gd name="connsiteX58" fmla="*/ 4744 w 407944"/>
                  <a:gd name="connsiteY58" fmla="*/ 323153 h 323153"/>
                  <a:gd name="connsiteX59" fmla="*/ 4744 w 407944"/>
                  <a:gd name="connsiteY59" fmla="*/ 147642 h 323153"/>
                  <a:gd name="connsiteX60" fmla="*/ 72339 w 407944"/>
                  <a:gd name="connsiteY60" fmla="*/ 147642 h 323153"/>
                  <a:gd name="connsiteX61" fmla="*/ 86569 w 407944"/>
                  <a:gd name="connsiteY61" fmla="*/ 161873 h 323153"/>
                  <a:gd name="connsiteX62" fmla="*/ 86569 w 407944"/>
                  <a:gd name="connsiteY62" fmla="*/ 307144 h 323153"/>
                  <a:gd name="connsiteX63" fmla="*/ 135784 w 407944"/>
                  <a:gd name="connsiteY63" fmla="*/ 307144 h 323153"/>
                  <a:gd name="connsiteX64" fmla="*/ 135784 w 407944"/>
                  <a:gd name="connsiteY64" fmla="*/ 161873 h 323153"/>
                  <a:gd name="connsiteX65" fmla="*/ 150014 w 407944"/>
                  <a:gd name="connsiteY65" fmla="*/ 147642 h 323153"/>
                  <a:gd name="connsiteX66" fmla="*/ 201007 w 407944"/>
                  <a:gd name="connsiteY66" fmla="*/ 147642 h 323153"/>
                  <a:gd name="connsiteX67" fmla="*/ 201007 w 407944"/>
                  <a:gd name="connsiteY67" fmla="*/ 125704 h 323153"/>
                  <a:gd name="connsiteX68" fmla="*/ 150014 w 407944"/>
                  <a:gd name="connsiteY68" fmla="*/ 125704 h 323153"/>
                  <a:gd name="connsiteX69" fmla="*/ 135784 w 407944"/>
                  <a:gd name="connsiteY69" fmla="*/ 111473 h 323153"/>
                  <a:gd name="connsiteX70" fmla="*/ 135784 w 407944"/>
                  <a:gd name="connsiteY70" fmla="*/ 62852 h 323153"/>
                  <a:gd name="connsiteX71" fmla="*/ 150014 w 407944"/>
                  <a:gd name="connsiteY71" fmla="*/ 48621 h 323153"/>
                  <a:gd name="connsiteX72" fmla="*/ 201007 w 407944"/>
                  <a:gd name="connsiteY72" fmla="*/ 48621 h 323153"/>
                  <a:gd name="connsiteX73" fmla="*/ 201007 w 407944"/>
                  <a:gd name="connsiteY73" fmla="*/ 16602 h 323153"/>
                  <a:gd name="connsiteX74" fmla="*/ 108508 w 407944"/>
                  <a:gd name="connsiteY74" fmla="*/ 16602 h 323153"/>
                  <a:gd name="connsiteX75" fmla="*/ 86569 w 407944"/>
                  <a:gd name="connsiteY75" fmla="*/ 38541 h 323153"/>
                  <a:gd name="connsiteX76" fmla="*/ 86569 w 407944"/>
                  <a:gd name="connsiteY76" fmla="*/ 69374 h 323153"/>
                  <a:gd name="connsiteX77" fmla="*/ 85384 w 407944"/>
                  <a:gd name="connsiteY77" fmla="*/ 68781 h 323153"/>
                  <a:gd name="connsiteX78" fmla="*/ 16009 w 407944"/>
                  <a:gd name="connsiteY78" fmla="*/ 86569 h 323153"/>
                  <a:gd name="connsiteX79" fmla="*/ 44471 w 407944"/>
                  <a:gd name="connsiteY79" fmla="*/ 58108 h 323153"/>
                  <a:gd name="connsiteX80" fmla="*/ 72932 w 407944"/>
                  <a:gd name="connsiteY80" fmla="*/ 86569 h 323153"/>
                  <a:gd name="connsiteX81" fmla="*/ 44471 w 407944"/>
                  <a:gd name="connsiteY81" fmla="*/ 115031 h 323153"/>
                  <a:gd name="connsiteX82" fmla="*/ 16009 w 407944"/>
                  <a:gd name="connsiteY82" fmla="*/ 86569 h 323153"/>
                  <a:gd name="connsiteX0" fmla="*/ 85384 w 407944"/>
                  <a:gd name="connsiteY0" fmla="*/ 68781 h 323153"/>
                  <a:gd name="connsiteX1" fmla="*/ 88941 w 407944"/>
                  <a:gd name="connsiteY1" fmla="*/ 86569 h 323153"/>
                  <a:gd name="connsiteX2" fmla="*/ 44471 w 407944"/>
                  <a:gd name="connsiteY2" fmla="*/ 131040 h 323153"/>
                  <a:gd name="connsiteX3" fmla="*/ 0 w 407944"/>
                  <a:gd name="connsiteY3" fmla="*/ 86569 h 323153"/>
                  <a:gd name="connsiteX4" fmla="*/ 44471 w 407944"/>
                  <a:gd name="connsiteY4" fmla="*/ 42099 h 323153"/>
                  <a:gd name="connsiteX5" fmla="*/ 68781 w 407944"/>
                  <a:gd name="connsiteY5" fmla="*/ 49807 h 323153"/>
                  <a:gd name="connsiteX6" fmla="*/ 68781 w 407944"/>
                  <a:gd name="connsiteY6" fmla="*/ 38541 h 323153"/>
                  <a:gd name="connsiteX7" fmla="*/ 107322 w 407944"/>
                  <a:gd name="connsiteY7" fmla="*/ 0 h 323153"/>
                  <a:gd name="connsiteX8" fmla="*/ 215831 w 407944"/>
                  <a:gd name="connsiteY8" fmla="*/ 0 h 323153"/>
                  <a:gd name="connsiteX9" fmla="*/ 215831 w 407944"/>
                  <a:gd name="connsiteY9" fmla="*/ 64631 h 323153"/>
                  <a:gd name="connsiteX10" fmla="*/ 152979 w 407944"/>
                  <a:gd name="connsiteY10" fmla="*/ 64631 h 323153"/>
                  <a:gd name="connsiteX11" fmla="*/ 150607 w 407944"/>
                  <a:gd name="connsiteY11" fmla="*/ 67002 h 323153"/>
                  <a:gd name="connsiteX12" fmla="*/ 150607 w 407944"/>
                  <a:gd name="connsiteY12" fmla="*/ 106729 h 323153"/>
                  <a:gd name="connsiteX13" fmla="*/ 152979 w 407944"/>
                  <a:gd name="connsiteY13" fmla="*/ 109101 h 323153"/>
                  <a:gd name="connsiteX14" fmla="*/ 215831 w 407944"/>
                  <a:gd name="connsiteY14" fmla="*/ 109101 h 323153"/>
                  <a:gd name="connsiteX15" fmla="*/ 215831 w 407944"/>
                  <a:gd name="connsiteY15" fmla="*/ 163652 h 323153"/>
                  <a:gd name="connsiteX16" fmla="*/ 154758 w 407944"/>
                  <a:gd name="connsiteY16" fmla="*/ 163652 h 323153"/>
                  <a:gd name="connsiteX17" fmla="*/ 150607 w 407944"/>
                  <a:gd name="connsiteY17" fmla="*/ 167802 h 323153"/>
                  <a:gd name="connsiteX18" fmla="*/ 150607 w 407944"/>
                  <a:gd name="connsiteY18" fmla="*/ 307144 h 323153"/>
                  <a:gd name="connsiteX19" fmla="*/ 199821 w 407944"/>
                  <a:gd name="connsiteY19" fmla="*/ 307144 h 323153"/>
                  <a:gd name="connsiteX20" fmla="*/ 199821 w 407944"/>
                  <a:gd name="connsiteY20" fmla="*/ 208122 h 323153"/>
                  <a:gd name="connsiteX21" fmla="*/ 214052 w 407944"/>
                  <a:gd name="connsiteY21" fmla="*/ 193892 h 323153"/>
                  <a:gd name="connsiteX22" fmla="*/ 232433 w 407944"/>
                  <a:gd name="connsiteY22" fmla="*/ 193892 h 323153"/>
                  <a:gd name="connsiteX23" fmla="*/ 246664 w 407944"/>
                  <a:gd name="connsiteY23" fmla="*/ 208122 h 323153"/>
                  <a:gd name="connsiteX24" fmla="*/ 246664 w 407944"/>
                  <a:gd name="connsiteY24" fmla="*/ 307144 h 323153"/>
                  <a:gd name="connsiteX25" fmla="*/ 295878 w 407944"/>
                  <a:gd name="connsiteY25" fmla="*/ 307144 h 323153"/>
                  <a:gd name="connsiteX26" fmla="*/ 295878 w 407944"/>
                  <a:gd name="connsiteY26" fmla="*/ 208122 h 323153"/>
                  <a:gd name="connsiteX27" fmla="*/ 310108 w 407944"/>
                  <a:gd name="connsiteY27" fmla="*/ 193892 h 323153"/>
                  <a:gd name="connsiteX28" fmla="*/ 328489 w 407944"/>
                  <a:gd name="connsiteY28" fmla="*/ 193892 h 323153"/>
                  <a:gd name="connsiteX29" fmla="*/ 342720 w 407944"/>
                  <a:gd name="connsiteY29" fmla="*/ 208122 h 323153"/>
                  <a:gd name="connsiteX30" fmla="*/ 342720 w 407944"/>
                  <a:gd name="connsiteY30" fmla="*/ 307144 h 323153"/>
                  <a:gd name="connsiteX31" fmla="*/ 391934 w 407944"/>
                  <a:gd name="connsiteY31" fmla="*/ 307144 h 323153"/>
                  <a:gd name="connsiteX32" fmla="*/ 391934 w 407944"/>
                  <a:gd name="connsiteY32" fmla="*/ 167802 h 323153"/>
                  <a:gd name="connsiteX33" fmla="*/ 387784 w 407944"/>
                  <a:gd name="connsiteY33" fmla="*/ 163652 h 323153"/>
                  <a:gd name="connsiteX34" fmla="*/ 230654 w 407944"/>
                  <a:gd name="connsiteY34" fmla="*/ 163652 h 323153"/>
                  <a:gd name="connsiteX35" fmla="*/ 230654 w 407944"/>
                  <a:gd name="connsiteY35" fmla="*/ 147642 h 323153"/>
                  <a:gd name="connsiteX36" fmla="*/ 393713 w 407944"/>
                  <a:gd name="connsiteY36" fmla="*/ 147642 h 323153"/>
                  <a:gd name="connsiteX37" fmla="*/ 407944 w 407944"/>
                  <a:gd name="connsiteY37" fmla="*/ 161873 h 323153"/>
                  <a:gd name="connsiteX38" fmla="*/ 407944 w 407944"/>
                  <a:gd name="connsiteY38" fmla="*/ 323153 h 323153"/>
                  <a:gd name="connsiteX39" fmla="*/ 326711 w 407944"/>
                  <a:gd name="connsiteY39" fmla="*/ 323153 h 323153"/>
                  <a:gd name="connsiteX40" fmla="*/ 326711 w 407944"/>
                  <a:gd name="connsiteY40" fmla="*/ 212866 h 323153"/>
                  <a:gd name="connsiteX41" fmla="*/ 324339 w 407944"/>
                  <a:gd name="connsiteY41" fmla="*/ 210494 h 323153"/>
                  <a:gd name="connsiteX42" fmla="*/ 314852 w 407944"/>
                  <a:gd name="connsiteY42" fmla="*/ 210494 h 323153"/>
                  <a:gd name="connsiteX43" fmla="*/ 312480 w 407944"/>
                  <a:gd name="connsiteY43" fmla="*/ 212866 h 323153"/>
                  <a:gd name="connsiteX44" fmla="*/ 312480 w 407944"/>
                  <a:gd name="connsiteY44" fmla="*/ 323153 h 323153"/>
                  <a:gd name="connsiteX45" fmla="*/ 231247 w 407944"/>
                  <a:gd name="connsiteY45" fmla="*/ 323153 h 323153"/>
                  <a:gd name="connsiteX46" fmla="*/ 231247 w 407944"/>
                  <a:gd name="connsiteY46" fmla="*/ 212866 h 323153"/>
                  <a:gd name="connsiteX47" fmla="*/ 228875 w 407944"/>
                  <a:gd name="connsiteY47" fmla="*/ 210494 h 323153"/>
                  <a:gd name="connsiteX48" fmla="*/ 219388 w 407944"/>
                  <a:gd name="connsiteY48" fmla="*/ 210494 h 323153"/>
                  <a:gd name="connsiteX49" fmla="*/ 217016 w 407944"/>
                  <a:gd name="connsiteY49" fmla="*/ 212866 h 323153"/>
                  <a:gd name="connsiteX50" fmla="*/ 217016 w 407944"/>
                  <a:gd name="connsiteY50" fmla="*/ 323153 h 323153"/>
                  <a:gd name="connsiteX51" fmla="*/ 34984 w 407944"/>
                  <a:gd name="connsiteY51" fmla="*/ 323153 h 323153"/>
                  <a:gd name="connsiteX52" fmla="*/ 34984 w 407944"/>
                  <a:gd name="connsiteY52" fmla="*/ 307144 h 323153"/>
                  <a:gd name="connsiteX53" fmla="*/ 69967 w 407944"/>
                  <a:gd name="connsiteY53" fmla="*/ 307144 h 323153"/>
                  <a:gd name="connsiteX54" fmla="*/ 69967 w 407944"/>
                  <a:gd name="connsiteY54" fmla="*/ 167802 h 323153"/>
                  <a:gd name="connsiteX55" fmla="*/ 65816 w 407944"/>
                  <a:gd name="connsiteY55" fmla="*/ 163652 h 323153"/>
                  <a:gd name="connsiteX56" fmla="*/ 20753 w 407944"/>
                  <a:gd name="connsiteY56" fmla="*/ 163652 h 323153"/>
                  <a:gd name="connsiteX57" fmla="*/ 20753 w 407944"/>
                  <a:gd name="connsiteY57" fmla="*/ 323153 h 323153"/>
                  <a:gd name="connsiteX58" fmla="*/ 4744 w 407944"/>
                  <a:gd name="connsiteY58" fmla="*/ 323153 h 323153"/>
                  <a:gd name="connsiteX59" fmla="*/ 4744 w 407944"/>
                  <a:gd name="connsiteY59" fmla="*/ 147642 h 323153"/>
                  <a:gd name="connsiteX60" fmla="*/ 72339 w 407944"/>
                  <a:gd name="connsiteY60" fmla="*/ 147642 h 323153"/>
                  <a:gd name="connsiteX61" fmla="*/ 86569 w 407944"/>
                  <a:gd name="connsiteY61" fmla="*/ 161873 h 323153"/>
                  <a:gd name="connsiteX62" fmla="*/ 86569 w 407944"/>
                  <a:gd name="connsiteY62" fmla="*/ 307144 h 323153"/>
                  <a:gd name="connsiteX63" fmla="*/ 135784 w 407944"/>
                  <a:gd name="connsiteY63" fmla="*/ 307144 h 323153"/>
                  <a:gd name="connsiteX64" fmla="*/ 135784 w 407944"/>
                  <a:gd name="connsiteY64" fmla="*/ 161873 h 323153"/>
                  <a:gd name="connsiteX65" fmla="*/ 150014 w 407944"/>
                  <a:gd name="connsiteY65" fmla="*/ 147642 h 323153"/>
                  <a:gd name="connsiteX66" fmla="*/ 201007 w 407944"/>
                  <a:gd name="connsiteY66" fmla="*/ 147642 h 323153"/>
                  <a:gd name="connsiteX67" fmla="*/ 201007 w 407944"/>
                  <a:gd name="connsiteY67" fmla="*/ 125704 h 323153"/>
                  <a:gd name="connsiteX68" fmla="*/ 150014 w 407944"/>
                  <a:gd name="connsiteY68" fmla="*/ 125704 h 323153"/>
                  <a:gd name="connsiteX69" fmla="*/ 135784 w 407944"/>
                  <a:gd name="connsiteY69" fmla="*/ 111473 h 323153"/>
                  <a:gd name="connsiteX70" fmla="*/ 135784 w 407944"/>
                  <a:gd name="connsiteY70" fmla="*/ 62852 h 323153"/>
                  <a:gd name="connsiteX71" fmla="*/ 150014 w 407944"/>
                  <a:gd name="connsiteY71" fmla="*/ 48621 h 323153"/>
                  <a:gd name="connsiteX72" fmla="*/ 201007 w 407944"/>
                  <a:gd name="connsiteY72" fmla="*/ 48621 h 323153"/>
                  <a:gd name="connsiteX73" fmla="*/ 201007 w 407944"/>
                  <a:gd name="connsiteY73" fmla="*/ 16602 h 323153"/>
                  <a:gd name="connsiteX74" fmla="*/ 108508 w 407944"/>
                  <a:gd name="connsiteY74" fmla="*/ 16602 h 323153"/>
                  <a:gd name="connsiteX75" fmla="*/ 86569 w 407944"/>
                  <a:gd name="connsiteY75" fmla="*/ 38541 h 323153"/>
                  <a:gd name="connsiteX76" fmla="*/ 86569 w 407944"/>
                  <a:gd name="connsiteY76" fmla="*/ 69374 h 323153"/>
                  <a:gd name="connsiteX77" fmla="*/ 85384 w 407944"/>
                  <a:gd name="connsiteY77" fmla="*/ 68781 h 323153"/>
                  <a:gd name="connsiteX78" fmla="*/ 16009 w 407944"/>
                  <a:gd name="connsiteY78" fmla="*/ 86569 h 323153"/>
                  <a:gd name="connsiteX79" fmla="*/ 44471 w 407944"/>
                  <a:gd name="connsiteY79" fmla="*/ 58108 h 323153"/>
                  <a:gd name="connsiteX80" fmla="*/ 72932 w 407944"/>
                  <a:gd name="connsiteY80" fmla="*/ 86569 h 323153"/>
                  <a:gd name="connsiteX81" fmla="*/ 44471 w 407944"/>
                  <a:gd name="connsiteY81" fmla="*/ 115031 h 323153"/>
                  <a:gd name="connsiteX82" fmla="*/ 16009 w 407944"/>
                  <a:gd name="connsiteY82" fmla="*/ 86569 h 323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407944" h="323153">
                    <a:moveTo>
                      <a:pt x="85384" y="68781"/>
                    </a:moveTo>
                    <a:cubicBezTo>
                      <a:pt x="87755" y="74118"/>
                      <a:pt x="88941" y="80047"/>
                      <a:pt x="88941" y="86569"/>
                    </a:cubicBezTo>
                    <a:cubicBezTo>
                      <a:pt x="88941" y="110880"/>
                      <a:pt x="68781" y="131040"/>
                      <a:pt x="44471" y="131040"/>
                    </a:cubicBezTo>
                    <a:cubicBezTo>
                      <a:pt x="20160" y="131040"/>
                      <a:pt x="0" y="110880"/>
                      <a:pt x="0" y="86569"/>
                    </a:cubicBezTo>
                    <a:cubicBezTo>
                      <a:pt x="0" y="62259"/>
                      <a:pt x="20160" y="42099"/>
                      <a:pt x="44471" y="42099"/>
                    </a:cubicBezTo>
                    <a:cubicBezTo>
                      <a:pt x="68781" y="42099"/>
                      <a:pt x="36342" y="60960"/>
                      <a:pt x="68781" y="49807"/>
                    </a:cubicBezTo>
                    <a:lnTo>
                      <a:pt x="68781" y="38541"/>
                    </a:lnTo>
                    <a:cubicBezTo>
                      <a:pt x="68781" y="17195"/>
                      <a:pt x="85976" y="0"/>
                      <a:pt x="107322" y="0"/>
                    </a:cubicBezTo>
                    <a:lnTo>
                      <a:pt x="215831" y="0"/>
                    </a:lnTo>
                    <a:lnTo>
                      <a:pt x="215831" y="64631"/>
                    </a:lnTo>
                    <a:lnTo>
                      <a:pt x="152979" y="64631"/>
                    </a:lnTo>
                    <a:cubicBezTo>
                      <a:pt x="151793" y="64631"/>
                      <a:pt x="150607" y="65816"/>
                      <a:pt x="150607" y="67002"/>
                    </a:cubicBezTo>
                    <a:lnTo>
                      <a:pt x="150607" y="106729"/>
                    </a:lnTo>
                    <a:cubicBezTo>
                      <a:pt x="150607" y="107915"/>
                      <a:pt x="151793" y="109101"/>
                      <a:pt x="152979" y="109101"/>
                    </a:cubicBezTo>
                    <a:lnTo>
                      <a:pt x="215831" y="109101"/>
                    </a:lnTo>
                    <a:lnTo>
                      <a:pt x="215831" y="163652"/>
                    </a:lnTo>
                    <a:lnTo>
                      <a:pt x="154758" y="163652"/>
                    </a:lnTo>
                    <a:cubicBezTo>
                      <a:pt x="152386" y="163652"/>
                      <a:pt x="150607" y="165431"/>
                      <a:pt x="150607" y="167802"/>
                    </a:cubicBezTo>
                    <a:lnTo>
                      <a:pt x="150607" y="307144"/>
                    </a:lnTo>
                    <a:lnTo>
                      <a:pt x="199821" y="307144"/>
                    </a:lnTo>
                    <a:lnTo>
                      <a:pt x="199821" y="208122"/>
                    </a:lnTo>
                    <a:cubicBezTo>
                      <a:pt x="199821" y="200414"/>
                      <a:pt x="206344" y="193892"/>
                      <a:pt x="214052" y="193892"/>
                    </a:cubicBezTo>
                    <a:lnTo>
                      <a:pt x="232433" y="193892"/>
                    </a:lnTo>
                    <a:cubicBezTo>
                      <a:pt x="240141" y="193892"/>
                      <a:pt x="246664" y="200414"/>
                      <a:pt x="246664" y="208122"/>
                    </a:cubicBezTo>
                    <a:lnTo>
                      <a:pt x="246664" y="307144"/>
                    </a:lnTo>
                    <a:lnTo>
                      <a:pt x="295878" y="307144"/>
                    </a:lnTo>
                    <a:lnTo>
                      <a:pt x="295878" y="208122"/>
                    </a:lnTo>
                    <a:cubicBezTo>
                      <a:pt x="295878" y="200414"/>
                      <a:pt x="302400" y="193892"/>
                      <a:pt x="310108" y="193892"/>
                    </a:cubicBezTo>
                    <a:lnTo>
                      <a:pt x="328489" y="193892"/>
                    </a:lnTo>
                    <a:cubicBezTo>
                      <a:pt x="336198" y="193892"/>
                      <a:pt x="342720" y="200414"/>
                      <a:pt x="342720" y="208122"/>
                    </a:cubicBezTo>
                    <a:lnTo>
                      <a:pt x="342720" y="307144"/>
                    </a:lnTo>
                    <a:lnTo>
                      <a:pt x="391934" y="307144"/>
                    </a:lnTo>
                    <a:lnTo>
                      <a:pt x="391934" y="167802"/>
                    </a:lnTo>
                    <a:cubicBezTo>
                      <a:pt x="391934" y="165431"/>
                      <a:pt x="390155" y="163652"/>
                      <a:pt x="387784" y="163652"/>
                    </a:cubicBezTo>
                    <a:lnTo>
                      <a:pt x="230654" y="163652"/>
                    </a:lnTo>
                    <a:lnTo>
                      <a:pt x="230654" y="147642"/>
                    </a:lnTo>
                    <a:lnTo>
                      <a:pt x="393713" y="147642"/>
                    </a:lnTo>
                    <a:cubicBezTo>
                      <a:pt x="401421" y="147642"/>
                      <a:pt x="407944" y="154165"/>
                      <a:pt x="407944" y="161873"/>
                    </a:cubicBezTo>
                    <a:lnTo>
                      <a:pt x="407944" y="323153"/>
                    </a:lnTo>
                    <a:lnTo>
                      <a:pt x="326711" y="323153"/>
                    </a:lnTo>
                    <a:lnTo>
                      <a:pt x="326711" y="212866"/>
                    </a:lnTo>
                    <a:cubicBezTo>
                      <a:pt x="326711" y="211680"/>
                      <a:pt x="325525" y="210494"/>
                      <a:pt x="324339" y="210494"/>
                    </a:cubicBezTo>
                    <a:lnTo>
                      <a:pt x="314852" y="210494"/>
                    </a:lnTo>
                    <a:cubicBezTo>
                      <a:pt x="313666" y="210494"/>
                      <a:pt x="312480" y="211680"/>
                      <a:pt x="312480" y="212866"/>
                    </a:cubicBezTo>
                    <a:lnTo>
                      <a:pt x="312480" y="323153"/>
                    </a:lnTo>
                    <a:lnTo>
                      <a:pt x="231247" y="323153"/>
                    </a:lnTo>
                    <a:lnTo>
                      <a:pt x="231247" y="212866"/>
                    </a:lnTo>
                    <a:cubicBezTo>
                      <a:pt x="231247" y="211680"/>
                      <a:pt x="230061" y="210494"/>
                      <a:pt x="228875" y="210494"/>
                    </a:cubicBezTo>
                    <a:lnTo>
                      <a:pt x="219388" y="210494"/>
                    </a:lnTo>
                    <a:cubicBezTo>
                      <a:pt x="218202" y="210494"/>
                      <a:pt x="217016" y="211680"/>
                      <a:pt x="217016" y="212866"/>
                    </a:cubicBezTo>
                    <a:lnTo>
                      <a:pt x="217016" y="323153"/>
                    </a:lnTo>
                    <a:lnTo>
                      <a:pt x="34984" y="323153"/>
                    </a:lnTo>
                    <a:lnTo>
                      <a:pt x="34984" y="307144"/>
                    </a:lnTo>
                    <a:lnTo>
                      <a:pt x="69967" y="307144"/>
                    </a:lnTo>
                    <a:lnTo>
                      <a:pt x="69967" y="167802"/>
                    </a:lnTo>
                    <a:cubicBezTo>
                      <a:pt x="69967" y="165431"/>
                      <a:pt x="68188" y="163652"/>
                      <a:pt x="65816" y="163652"/>
                    </a:cubicBezTo>
                    <a:lnTo>
                      <a:pt x="20753" y="163652"/>
                    </a:lnTo>
                    <a:lnTo>
                      <a:pt x="20753" y="323153"/>
                    </a:lnTo>
                    <a:lnTo>
                      <a:pt x="4744" y="323153"/>
                    </a:lnTo>
                    <a:lnTo>
                      <a:pt x="4744" y="147642"/>
                    </a:lnTo>
                    <a:lnTo>
                      <a:pt x="72339" y="147642"/>
                    </a:lnTo>
                    <a:cubicBezTo>
                      <a:pt x="80047" y="147642"/>
                      <a:pt x="86569" y="154165"/>
                      <a:pt x="86569" y="161873"/>
                    </a:cubicBezTo>
                    <a:lnTo>
                      <a:pt x="86569" y="307144"/>
                    </a:lnTo>
                    <a:lnTo>
                      <a:pt x="135784" y="307144"/>
                    </a:lnTo>
                    <a:lnTo>
                      <a:pt x="135784" y="161873"/>
                    </a:lnTo>
                    <a:cubicBezTo>
                      <a:pt x="135784" y="154165"/>
                      <a:pt x="142306" y="147642"/>
                      <a:pt x="150014" y="147642"/>
                    </a:cubicBezTo>
                    <a:lnTo>
                      <a:pt x="201007" y="147642"/>
                    </a:lnTo>
                    <a:lnTo>
                      <a:pt x="201007" y="125704"/>
                    </a:lnTo>
                    <a:lnTo>
                      <a:pt x="150014" y="125704"/>
                    </a:lnTo>
                    <a:cubicBezTo>
                      <a:pt x="142306" y="125704"/>
                      <a:pt x="135784" y="119181"/>
                      <a:pt x="135784" y="111473"/>
                    </a:cubicBezTo>
                    <a:lnTo>
                      <a:pt x="135784" y="62852"/>
                    </a:lnTo>
                    <a:cubicBezTo>
                      <a:pt x="135784" y="55144"/>
                      <a:pt x="142306" y="48621"/>
                      <a:pt x="150014" y="48621"/>
                    </a:cubicBezTo>
                    <a:lnTo>
                      <a:pt x="201007" y="48621"/>
                    </a:lnTo>
                    <a:lnTo>
                      <a:pt x="201007" y="16602"/>
                    </a:lnTo>
                    <a:lnTo>
                      <a:pt x="108508" y="16602"/>
                    </a:lnTo>
                    <a:cubicBezTo>
                      <a:pt x="96056" y="16602"/>
                      <a:pt x="86569" y="26682"/>
                      <a:pt x="86569" y="38541"/>
                    </a:cubicBezTo>
                    <a:lnTo>
                      <a:pt x="86569" y="69374"/>
                    </a:lnTo>
                    <a:lnTo>
                      <a:pt x="85384" y="68781"/>
                    </a:lnTo>
                    <a:close/>
                    <a:moveTo>
                      <a:pt x="16009" y="86569"/>
                    </a:moveTo>
                    <a:cubicBezTo>
                      <a:pt x="16009" y="71153"/>
                      <a:pt x="28461" y="58108"/>
                      <a:pt x="44471" y="58108"/>
                    </a:cubicBezTo>
                    <a:cubicBezTo>
                      <a:pt x="60480" y="58108"/>
                      <a:pt x="72932" y="70560"/>
                      <a:pt x="72932" y="86569"/>
                    </a:cubicBezTo>
                    <a:cubicBezTo>
                      <a:pt x="72932" y="102579"/>
                      <a:pt x="60480" y="115031"/>
                      <a:pt x="44471" y="115031"/>
                    </a:cubicBezTo>
                    <a:cubicBezTo>
                      <a:pt x="28461" y="115031"/>
                      <a:pt x="16009" y="102579"/>
                      <a:pt x="16009" y="86569"/>
                    </a:cubicBezTo>
                    <a:close/>
                  </a:path>
                </a:pathLst>
              </a:custGeom>
              <a:solidFill>
                <a:schemeClr val="bg1"/>
              </a:solidFill>
              <a:ln w="58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1FC8AC2-AE34-2A49-16F6-68483CB8918A}"/>
                  </a:ext>
                </a:extLst>
              </p:cNvPr>
              <p:cNvSpPr/>
              <p:nvPr/>
            </p:nvSpPr>
            <p:spPr bwMode="gray">
              <a:xfrm rot="21132644">
                <a:off x="6960598" y="3487392"/>
                <a:ext cx="898018" cy="898018"/>
              </a:xfrm>
              <a:custGeom>
                <a:avLst/>
                <a:gdLst>
                  <a:gd name="connsiteX0" fmla="*/ 16009 w 88941"/>
                  <a:gd name="connsiteY0" fmla="*/ 44471 h 88941"/>
                  <a:gd name="connsiteX1" fmla="*/ 44471 w 88941"/>
                  <a:gd name="connsiteY1" fmla="*/ 16009 h 88941"/>
                  <a:gd name="connsiteX2" fmla="*/ 72932 w 88941"/>
                  <a:gd name="connsiteY2" fmla="*/ 44471 h 88941"/>
                  <a:gd name="connsiteX3" fmla="*/ 44471 w 88941"/>
                  <a:gd name="connsiteY3" fmla="*/ 72932 h 88941"/>
                  <a:gd name="connsiteX4" fmla="*/ 16009 w 88941"/>
                  <a:gd name="connsiteY4" fmla="*/ 44471 h 88941"/>
                  <a:gd name="connsiteX5" fmla="*/ 0 w 88941"/>
                  <a:gd name="connsiteY5" fmla="*/ 44471 h 88941"/>
                  <a:gd name="connsiteX6" fmla="*/ 44471 w 88941"/>
                  <a:gd name="connsiteY6" fmla="*/ 0 h 88941"/>
                  <a:gd name="connsiteX7" fmla="*/ 88941 w 88941"/>
                  <a:gd name="connsiteY7" fmla="*/ 44471 h 88941"/>
                  <a:gd name="connsiteX8" fmla="*/ 44471 w 88941"/>
                  <a:gd name="connsiteY8" fmla="*/ 88941 h 88941"/>
                  <a:gd name="connsiteX9" fmla="*/ 0 w 88941"/>
                  <a:gd name="connsiteY9" fmla="*/ 44471 h 88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8941" h="88941">
                    <a:moveTo>
                      <a:pt x="16009" y="44471"/>
                    </a:moveTo>
                    <a:cubicBezTo>
                      <a:pt x="16009" y="29054"/>
                      <a:pt x="28461" y="16009"/>
                      <a:pt x="44471" y="16009"/>
                    </a:cubicBezTo>
                    <a:cubicBezTo>
                      <a:pt x="60480" y="16009"/>
                      <a:pt x="72932" y="28461"/>
                      <a:pt x="72932" y="44471"/>
                    </a:cubicBezTo>
                    <a:cubicBezTo>
                      <a:pt x="72932" y="60480"/>
                      <a:pt x="60480" y="72932"/>
                      <a:pt x="44471" y="72932"/>
                    </a:cubicBezTo>
                    <a:cubicBezTo>
                      <a:pt x="28461" y="72932"/>
                      <a:pt x="16009" y="60480"/>
                      <a:pt x="16009" y="44471"/>
                    </a:cubicBezTo>
                    <a:close/>
                    <a:moveTo>
                      <a:pt x="0" y="44471"/>
                    </a:moveTo>
                    <a:cubicBezTo>
                      <a:pt x="0" y="20160"/>
                      <a:pt x="20160" y="0"/>
                      <a:pt x="44471" y="0"/>
                    </a:cubicBezTo>
                    <a:cubicBezTo>
                      <a:pt x="68781" y="0"/>
                      <a:pt x="88941" y="20160"/>
                      <a:pt x="88941" y="44471"/>
                    </a:cubicBezTo>
                    <a:cubicBezTo>
                      <a:pt x="88941" y="68781"/>
                      <a:pt x="68781" y="88941"/>
                      <a:pt x="44471" y="88941"/>
                    </a:cubicBezTo>
                    <a:cubicBezTo>
                      <a:pt x="20160" y="88941"/>
                      <a:pt x="0" y="68781"/>
                      <a:pt x="0" y="44471"/>
                    </a:cubicBezTo>
                    <a:close/>
                  </a:path>
                </a:pathLst>
              </a:custGeom>
              <a:solidFill>
                <a:schemeClr val="tx1"/>
              </a:solidFill>
              <a:ln w="17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62642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Motiv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E7D5-A3E9-4D1C-BEFD-13A951568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F8D95-BAE0-43D3-B78B-3A9BCA7C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3E36A-0375-4574-9ECF-05281791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54B2A-FE1E-491E-820C-88688C2E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A55A3-44BB-4139-9302-9EA9303F0EA3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66FA45-3491-4DD1-B16E-41706FD21B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/>
              <a:t>Please insert </a:t>
            </a:r>
            <a:r>
              <a:rPr lang="en-US" err="1"/>
              <a:t>Preheadline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BB925A-767C-44AE-9B2F-41E76A36EA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en-US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216029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Grundl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D9AF-4F8A-411C-AD2C-1BE611315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A4473-6C53-4EE2-8865-14211CC0C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4A652-21EA-4049-887D-F4DD823B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EDC5A-CDCA-4838-B1A0-EA3B5FC93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0DE7-99C2-4E38-A0F9-E92AC06DD16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943631-2D4C-48E3-98EC-E45986CDE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/>
              <a:t>Please insert </a:t>
            </a:r>
            <a:r>
              <a:rPr lang="en-US" err="1"/>
              <a:t>Preheadline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8D5D9B-53D8-4368-B86F-6D55665E17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en-US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21602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Methodi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5566-CB90-4851-AC7E-B4012DCD3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C28F0-E73C-43CA-B068-0BFD3587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09AFB-F879-4DE9-B68A-847A3919B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92AAB-80B8-4DB8-93D7-1BEE7699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615AB-1776-4686-8AEE-450BA95E649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F2C4C5-7CD3-4A5F-AA2B-A3619CDD6C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/>
              <a:t>Please insert </a:t>
            </a:r>
            <a:r>
              <a:rPr lang="en-US" err="1"/>
              <a:t>Preheadline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73CB8F-626D-4542-97DE-6B9967351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en-US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216029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Ergebnis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E92F-27F8-4F8D-82D7-E7F7C4AF7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25851-5669-432F-9C14-0286F082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27881-3681-4B92-BA96-B7996E41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B8462-CAF1-4E3E-B5B7-43BCD597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6DCBF-A9D9-4FF3-A628-30975133313A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376AAA-C09B-42E2-90F6-A2514EB0AF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/>
              <a:t>Please insert </a:t>
            </a:r>
            <a:r>
              <a:rPr lang="en-US" err="1"/>
              <a:t>Preheadline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ED46F4-7B2E-4E5E-AC3C-BDE4CBEC8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en-US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21602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Faz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C7B5-D79D-4B55-94E3-39CF6483A5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7B452-0719-4425-A7F8-54C36B6C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D69B5-BF8E-4F66-B66C-2BED5C48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EFFB3-BA92-432F-B118-FE269136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580-D15F-4F89-A8E4-28CAB8220D7D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05A35E-2FEF-4D84-A8F8-50E5CDD41C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/>
              <a:t>Please insert </a:t>
            </a:r>
            <a:r>
              <a:rPr lang="en-US" err="1"/>
              <a:t>Preheadline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AC2DBCE-A64B-483B-B67C-E9473C90E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en-US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216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Ausbli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D3C1-FD5A-4E8E-AAF4-0D5D0C17C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CD679-CDF7-42DF-B818-EF215590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66A7E-DF73-465F-AC88-A495C598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75AA0-D1C8-44D7-9E58-FFF4360E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37CC-D281-421C-A09E-D496F6C042A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80FF35-1524-430C-8855-6AA004EAF5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/>
              <a:t>Please insert </a:t>
            </a:r>
            <a:r>
              <a:rPr lang="en-US" err="1"/>
              <a:t>Preheadline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21004-721F-4B19-B563-BE0DFADB4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en-US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21602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jp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570FB4C-14D3-D471-76FD-B83B18415E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40484549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7" imgW="473" imgH="473" progId="TCLayout.ActiveDocument.1">
                  <p:embed/>
                </p:oleObj>
              </mc:Choice>
              <mc:Fallback>
                <p:oleObj name="think-cell Folie" r:id="rId37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70FB4C-14D3-D471-76FD-B83B18415E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D7D270-4A74-8FD0-3727-36351EE9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060"/>
            <a:ext cx="11447462" cy="5539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023B7-7FA3-4C51-F71D-B66D0E553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63" y="1635126"/>
            <a:ext cx="11447462" cy="45735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3F049-BC03-8E77-73DB-ECD8DE4B71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4922" y="6482964"/>
            <a:ext cx="105886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B3F0D-8E3C-AF84-65AC-B33EC880D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318" y="6482964"/>
            <a:ext cx="3527607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Please add 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0BEDD-665C-0E3B-84AE-32D62053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6344464"/>
            <a:ext cx="196850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D6DB15-3A3C-A01A-E51C-D63AC65773C7}"/>
              </a:ext>
            </a:extLst>
          </p:cNvPr>
          <p:cNvGrpSpPr/>
          <p:nvPr userDrawn="1"/>
        </p:nvGrpSpPr>
        <p:grpSpPr bwMode="gray">
          <a:xfrm>
            <a:off x="373138" y="6253686"/>
            <a:ext cx="504000" cy="504000"/>
            <a:chOff x="374726" y="6255274"/>
            <a:chExt cx="504000" cy="5040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D3A6E2-D0AC-A01F-DA6A-914E1B3CDF3E}"/>
                </a:ext>
              </a:extLst>
            </p:cNvPr>
            <p:cNvSpPr/>
            <p:nvPr/>
          </p:nvSpPr>
          <p:spPr bwMode="gray">
            <a:xfrm>
              <a:off x="374726" y="6255274"/>
              <a:ext cx="504000" cy="504000"/>
            </a:xfrm>
            <a:custGeom>
              <a:avLst/>
              <a:gdLst>
                <a:gd name="connsiteX0" fmla="*/ 252000 w 504000"/>
                <a:gd name="connsiteY0" fmla="*/ 0 h 504000"/>
                <a:gd name="connsiteX1" fmla="*/ 504000 w 504000"/>
                <a:gd name="connsiteY1" fmla="*/ 252000 h 504000"/>
                <a:gd name="connsiteX2" fmla="*/ 252000 w 504000"/>
                <a:gd name="connsiteY2" fmla="*/ 504000 h 504000"/>
                <a:gd name="connsiteX3" fmla="*/ 0 w 504000"/>
                <a:gd name="connsiteY3" fmla="*/ 252000 h 504000"/>
                <a:gd name="connsiteX4" fmla="*/ 252000 w 504000"/>
                <a:gd name="connsiteY4" fmla="*/ 0 h 5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000" h="504000">
                  <a:moveTo>
                    <a:pt x="252000" y="0"/>
                  </a:moveTo>
                  <a:cubicBezTo>
                    <a:pt x="391341" y="0"/>
                    <a:pt x="504000" y="112659"/>
                    <a:pt x="504000" y="252000"/>
                  </a:cubicBezTo>
                  <a:cubicBezTo>
                    <a:pt x="504000" y="391341"/>
                    <a:pt x="391341" y="504000"/>
                    <a:pt x="252000" y="504000"/>
                  </a:cubicBezTo>
                  <a:cubicBezTo>
                    <a:pt x="112659" y="504000"/>
                    <a:pt x="0" y="391341"/>
                    <a:pt x="0" y="252000"/>
                  </a:cubicBezTo>
                  <a:cubicBezTo>
                    <a:pt x="0" y="112659"/>
                    <a:pt x="112659" y="0"/>
                    <a:pt x="252000" y="0"/>
                  </a:cubicBezTo>
                  <a:close/>
                </a:path>
              </a:pathLst>
            </a:custGeom>
            <a:solidFill>
              <a:schemeClr val="tx2"/>
            </a:solidFill>
            <a:ln w="1748" cap="flat">
              <a:solidFill>
                <a:srgbClr val="FF6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FEB18C8-5D15-EE0D-3549-8A98320EC764}"/>
                </a:ext>
              </a:extLst>
            </p:cNvPr>
            <p:cNvSpPr/>
            <p:nvPr/>
          </p:nvSpPr>
          <p:spPr bwMode="gray">
            <a:xfrm>
              <a:off x="421568" y="6315754"/>
              <a:ext cx="407943" cy="323152"/>
            </a:xfrm>
            <a:custGeom>
              <a:avLst/>
              <a:gdLst>
                <a:gd name="connsiteX0" fmla="*/ 85384 w 407943"/>
                <a:gd name="connsiteY0" fmla="*/ 68781 h 323152"/>
                <a:gd name="connsiteX1" fmla="*/ 88941 w 407943"/>
                <a:gd name="connsiteY1" fmla="*/ 86569 h 323152"/>
                <a:gd name="connsiteX2" fmla="*/ 44471 w 407943"/>
                <a:gd name="connsiteY2" fmla="*/ 131040 h 323152"/>
                <a:gd name="connsiteX3" fmla="*/ 0 w 407943"/>
                <a:gd name="connsiteY3" fmla="*/ 86569 h 323152"/>
                <a:gd name="connsiteX4" fmla="*/ 44471 w 407943"/>
                <a:gd name="connsiteY4" fmla="*/ 42099 h 323152"/>
                <a:gd name="connsiteX5" fmla="*/ 68781 w 407943"/>
                <a:gd name="connsiteY5" fmla="*/ 49807 h 323152"/>
                <a:gd name="connsiteX6" fmla="*/ 68781 w 407943"/>
                <a:gd name="connsiteY6" fmla="*/ 38541 h 323152"/>
                <a:gd name="connsiteX7" fmla="*/ 107322 w 407943"/>
                <a:gd name="connsiteY7" fmla="*/ 0 h 323152"/>
                <a:gd name="connsiteX8" fmla="*/ 215831 w 407943"/>
                <a:gd name="connsiteY8" fmla="*/ 0 h 323152"/>
                <a:gd name="connsiteX9" fmla="*/ 215831 w 407943"/>
                <a:gd name="connsiteY9" fmla="*/ 64631 h 323152"/>
                <a:gd name="connsiteX10" fmla="*/ 152979 w 407943"/>
                <a:gd name="connsiteY10" fmla="*/ 64631 h 323152"/>
                <a:gd name="connsiteX11" fmla="*/ 150607 w 407943"/>
                <a:gd name="connsiteY11" fmla="*/ 67002 h 323152"/>
                <a:gd name="connsiteX12" fmla="*/ 150607 w 407943"/>
                <a:gd name="connsiteY12" fmla="*/ 106729 h 323152"/>
                <a:gd name="connsiteX13" fmla="*/ 152979 w 407943"/>
                <a:gd name="connsiteY13" fmla="*/ 109101 h 323152"/>
                <a:gd name="connsiteX14" fmla="*/ 215831 w 407943"/>
                <a:gd name="connsiteY14" fmla="*/ 109101 h 323152"/>
                <a:gd name="connsiteX15" fmla="*/ 215831 w 407943"/>
                <a:gd name="connsiteY15" fmla="*/ 163652 h 323152"/>
                <a:gd name="connsiteX16" fmla="*/ 154758 w 407943"/>
                <a:gd name="connsiteY16" fmla="*/ 163652 h 323152"/>
                <a:gd name="connsiteX17" fmla="*/ 150607 w 407943"/>
                <a:gd name="connsiteY17" fmla="*/ 167802 h 323152"/>
                <a:gd name="connsiteX18" fmla="*/ 150607 w 407943"/>
                <a:gd name="connsiteY18" fmla="*/ 307144 h 323152"/>
                <a:gd name="connsiteX19" fmla="*/ 199821 w 407943"/>
                <a:gd name="connsiteY19" fmla="*/ 307144 h 323152"/>
                <a:gd name="connsiteX20" fmla="*/ 199821 w 407943"/>
                <a:gd name="connsiteY20" fmla="*/ 208122 h 323152"/>
                <a:gd name="connsiteX21" fmla="*/ 214052 w 407943"/>
                <a:gd name="connsiteY21" fmla="*/ 193892 h 323152"/>
                <a:gd name="connsiteX22" fmla="*/ 232433 w 407943"/>
                <a:gd name="connsiteY22" fmla="*/ 193892 h 323152"/>
                <a:gd name="connsiteX23" fmla="*/ 246664 w 407943"/>
                <a:gd name="connsiteY23" fmla="*/ 208122 h 323152"/>
                <a:gd name="connsiteX24" fmla="*/ 246664 w 407943"/>
                <a:gd name="connsiteY24" fmla="*/ 307144 h 323152"/>
                <a:gd name="connsiteX25" fmla="*/ 295878 w 407943"/>
                <a:gd name="connsiteY25" fmla="*/ 307144 h 323152"/>
                <a:gd name="connsiteX26" fmla="*/ 295878 w 407943"/>
                <a:gd name="connsiteY26" fmla="*/ 208122 h 323152"/>
                <a:gd name="connsiteX27" fmla="*/ 310108 w 407943"/>
                <a:gd name="connsiteY27" fmla="*/ 193892 h 323152"/>
                <a:gd name="connsiteX28" fmla="*/ 328489 w 407943"/>
                <a:gd name="connsiteY28" fmla="*/ 193892 h 323152"/>
                <a:gd name="connsiteX29" fmla="*/ 342720 w 407943"/>
                <a:gd name="connsiteY29" fmla="*/ 208122 h 323152"/>
                <a:gd name="connsiteX30" fmla="*/ 342720 w 407943"/>
                <a:gd name="connsiteY30" fmla="*/ 307144 h 323152"/>
                <a:gd name="connsiteX31" fmla="*/ 391934 w 407943"/>
                <a:gd name="connsiteY31" fmla="*/ 307144 h 323152"/>
                <a:gd name="connsiteX32" fmla="*/ 391934 w 407943"/>
                <a:gd name="connsiteY32" fmla="*/ 167802 h 323152"/>
                <a:gd name="connsiteX33" fmla="*/ 387784 w 407943"/>
                <a:gd name="connsiteY33" fmla="*/ 163652 h 323152"/>
                <a:gd name="connsiteX34" fmla="*/ 230654 w 407943"/>
                <a:gd name="connsiteY34" fmla="*/ 163652 h 323152"/>
                <a:gd name="connsiteX35" fmla="*/ 230654 w 407943"/>
                <a:gd name="connsiteY35" fmla="*/ 147642 h 323152"/>
                <a:gd name="connsiteX36" fmla="*/ 393713 w 407943"/>
                <a:gd name="connsiteY36" fmla="*/ 147642 h 323152"/>
                <a:gd name="connsiteX37" fmla="*/ 407944 w 407943"/>
                <a:gd name="connsiteY37" fmla="*/ 161873 h 323152"/>
                <a:gd name="connsiteX38" fmla="*/ 407944 w 407943"/>
                <a:gd name="connsiteY38" fmla="*/ 323153 h 323152"/>
                <a:gd name="connsiteX39" fmla="*/ 326711 w 407943"/>
                <a:gd name="connsiteY39" fmla="*/ 323153 h 323152"/>
                <a:gd name="connsiteX40" fmla="*/ 326711 w 407943"/>
                <a:gd name="connsiteY40" fmla="*/ 212866 h 323152"/>
                <a:gd name="connsiteX41" fmla="*/ 324339 w 407943"/>
                <a:gd name="connsiteY41" fmla="*/ 210494 h 323152"/>
                <a:gd name="connsiteX42" fmla="*/ 314852 w 407943"/>
                <a:gd name="connsiteY42" fmla="*/ 210494 h 323152"/>
                <a:gd name="connsiteX43" fmla="*/ 312480 w 407943"/>
                <a:gd name="connsiteY43" fmla="*/ 212866 h 323152"/>
                <a:gd name="connsiteX44" fmla="*/ 312480 w 407943"/>
                <a:gd name="connsiteY44" fmla="*/ 323153 h 323152"/>
                <a:gd name="connsiteX45" fmla="*/ 231247 w 407943"/>
                <a:gd name="connsiteY45" fmla="*/ 323153 h 323152"/>
                <a:gd name="connsiteX46" fmla="*/ 231247 w 407943"/>
                <a:gd name="connsiteY46" fmla="*/ 212866 h 323152"/>
                <a:gd name="connsiteX47" fmla="*/ 228875 w 407943"/>
                <a:gd name="connsiteY47" fmla="*/ 210494 h 323152"/>
                <a:gd name="connsiteX48" fmla="*/ 219388 w 407943"/>
                <a:gd name="connsiteY48" fmla="*/ 210494 h 323152"/>
                <a:gd name="connsiteX49" fmla="*/ 217016 w 407943"/>
                <a:gd name="connsiteY49" fmla="*/ 212866 h 323152"/>
                <a:gd name="connsiteX50" fmla="*/ 217016 w 407943"/>
                <a:gd name="connsiteY50" fmla="*/ 323153 h 323152"/>
                <a:gd name="connsiteX51" fmla="*/ 34984 w 407943"/>
                <a:gd name="connsiteY51" fmla="*/ 323153 h 323152"/>
                <a:gd name="connsiteX52" fmla="*/ 34984 w 407943"/>
                <a:gd name="connsiteY52" fmla="*/ 307144 h 323152"/>
                <a:gd name="connsiteX53" fmla="*/ 69967 w 407943"/>
                <a:gd name="connsiteY53" fmla="*/ 307144 h 323152"/>
                <a:gd name="connsiteX54" fmla="*/ 69967 w 407943"/>
                <a:gd name="connsiteY54" fmla="*/ 167802 h 323152"/>
                <a:gd name="connsiteX55" fmla="*/ 65816 w 407943"/>
                <a:gd name="connsiteY55" fmla="*/ 163652 h 323152"/>
                <a:gd name="connsiteX56" fmla="*/ 20753 w 407943"/>
                <a:gd name="connsiteY56" fmla="*/ 163652 h 323152"/>
                <a:gd name="connsiteX57" fmla="*/ 20753 w 407943"/>
                <a:gd name="connsiteY57" fmla="*/ 323153 h 323152"/>
                <a:gd name="connsiteX58" fmla="*/ 4744 w 407943"/>
                <a:gd name="connsiteY58" fmla="*/ 323153 h 323152"/>
                <a:gd name="connsiteX59" fmla="*/ 4744 w 407943"/>
                <a:gd name="connsiteY59" fmla="*/ 147642 h 323152"/>
                <a:gd name="connsiteX60" fmla="*/ 72339 w 407943"/>
                <a:gd name="connsiteY60" fmla="*/ 147642 h 323152"/>
                <a:gd name="connsiteX61" fmla="*/ 86569 w 407943"/>
                <a:gd name="connsiteY61" fmla="*/ 161873 h 323152"/>
                <a:gd name="connsiteX62" fmla="*/ 86569 w 407943"/>
                <a:gd name="connsiteY62" fmla="*/ 307144 h 323152"/>
                <a:gd name="connsiteX63" fmla="*/ 135784 w 407943"/>
                <a:gd name="connsiteY63" fmla="*/ 307144 h 323152"/>
                <a:gd name="connsiteX64" fmla="*/ 135784 w 407943"/>
                <a:gd name="connsiteY64" fmla="*/ 161873 h 323152"/>
                <a:gd name="connsiteX65" fmla="*/ 150014 w 407943"/>
                <a:gd name="connsiteY65" fmla="*/ 147642 h 323152"/>
                <a:gd name="connsiteX66" fmla="*/ 201007 w 407943"/>
                <a:gd name="connsiteY66" fmla="*/ 147642 h 323152"/>
                <a:gd name="connsiteX67" fmla="*/ 201007 w 407943"/>
                <a:gd name="connsiteY67" fmla="*/ 125704 h 323152"/>
                <a:gd name="connsiteX68" fmla="*/ 150014 w 407943"/>
                <a:gd name="connsiteY68" fmla="*/ 125704 h 323152"/>
                <a:gd name="connsiteX69" fmla="*/ 135784 w 407943"/>
                <a:gd name="connsiteY69" fmla="*/ 111473 h 323152"/>
                <a:gd name="connsiteX70" fmla="*/ 135784 w 407943"/>
                <a:gd name="connsiteY70" fmla="*/ 62852 h 323152"/>
                <a:gd name="connsiteX71" fmla="*/ 150014 w 407943"/>
                <a:gd name="connsiteY71" fmla="*/ 48621 h 323152"/>
                <a:gd name="connsiteX72" fmla="*/ 201007 w 407943"/>
                <a:gd name="connsiteY72" fmla="*/ 48621 h 323152"/>
                <a:gd name="connsiteX73" fmla="*/ 201007 w 407943"/>
                <a:gd name="connsiteY73" fmla="*/ 16602 h 323152"/>
                <a:gd name="connsiteX74" fmla="*/ 108508 w 407943"/>
                <a:gd name="connsiteY74" fmla="*/ 16602 h 323152"/>
                <a:gd name="connsiteX75" fmla="*/ 86569 w 407943"/>
                <a:gd name="connsiteY75" fmla="*/ 38541 h 323152"/>
                <a:gd name="connsiteX76" fmla="*/ 86569 w 407943"/>
                <a:gd name="connsiteY76" fmla="*/ 69374 h 323152"/>
                <a:gd name="connsiteX77" fmla="*/ 85384 w 407943"/>
                <a:gd name="connsiteY77" fmla="*/ 68781 h 323152"/>
                <a:gd name="connsiteX78" fmla="*/ 16009 w 407943"/>
                <a:gd name="connsiteY78" fmla="*/ 86569 h 323152"/>
                <a:gd name="connsiteX79" fmla="*/ 44471 w 407943"/>
                <a:gd name="connsiteY79" fmla="*/ 58108 h 323152"/>
                <a:gd name="connsiteX80" fmla="*/ 72932 w 407943"/>
                <a:gd name="connsiteY80" fmla="*/ 86569 h 323152"/>
                <a:gd name="connsiteX81" fmla="*/ 44471 w 407943"/>
                <a:gd name="connsiteY81" fmla="*/ 115031 h 323152"/>
                <a:gd name="connsiteX82" fmla="*/ 16009 w 407943"/>
                <a:gd name="connsiteY82" fmla="*/ 86569 h 32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407943" h="323152">
                  <a:moveTo>
                    <a:pt x="85384" y="68781"/>
                  </a:moveTo>
                  <a:cubicBezTo>
                    <a:pt x="87755" y="74118"/>
                    <a:pt x="88941" y="80047"/>
                    <a:pt x="88941" y="86569"/>
                  </a:cubicBezTo>
                  <a:cubicBezTo>
                    <a:pt x="88941" y="110880"/>
                    <a:pt x="68781" y="131040"/>
                    <a:pt x="44471" y="131040"/>
                  </a:cubicBezTo>
                  <a:cubicBezTo>
                    <a:pt x="20160" y="131040"/>
                    <a:pt x="0" y="110880"/>
                    <a:pt x="0" y="86569"/>
                  </a:cubicBezTo>
                  <a:cubicBezTo>
                    <a:pt x="0" y="62259"/>
                    <a:pt x="20160" y="42099"/>
                    <a:pt x="44471" y="42099"/>
                  </a:cubicBezTo>
                  <a:cubicBezTo>
                    <a:pt x="68781" y="42099"/>
                    <a:pt x="62259" y="45064"/>
                    <a:pt x="68781" y="49807"/>
                  </a:cubicBezTo>
                  <a:lnTo>
                    <a:pt x="68781" y="38541"/>
                  </a:lnTo>
                  <a:cubicBezTo>
                    <a:pt x="68781" y="17195"/>
                    <a:pt x="85976" y="0"/>
                    <a:pt x="107322" y="0"/>
                  </a:cubicBezTo>
                  <a:lnTo>
                    <a:pt x="215831" y="0"/>
                  </a:lnTo>
                  <a:lnTo>
                    <a:pt x="215831" y="64631"/>
                  </a:lnTo>
                  <a:lnTo>
                    <a:pt x="152979" y="64631"/>
                  </a:lnTo>
                  <a:cubicBezTo>
                    <a:pt x="151793" y="64631"/>
                    <a:pt x="150607" y="65816"/>
                    <a:pt x="150607" y="67002"/>
                  </a:cubicBezTo>
                  <a:lnTo>
                    <a:pt x="150607" y="106729"/>
                  </a:lnTo>
                  <a:cubicBezTo>
                    <a:pt x="150607" y="107915"/>
                    <a:pt x="151793" y="109101"/>
                    <a:pt x="152979" y="109101"/>
                  </a:cubicBezTo>
                  <a:lnTo>
                    <a:pt x="215831" y="109101"/>
                  </a:lnTo>
                  <a:lnTo>
                    <a:pt x="215831" y="163652"/>
                  </a:lnTo>
                  <a:lnTo>
                    <a:pt x="154758" y="163652"/>
                  </a:lnTo>
                  <a:cubicBezTo>
                    <a:pt x="152386" y="163652"/>
                    <a:pt x="150607" y="165431"/>
                    <a:pt x="150607" y="167802"/>
                  </a:cubicBezTo>
                  <a:lnTo>
                    <a:pt x="150607" y="307144"/>
                  </a:lnTo>
                  <a:lnTo>
                    <a:pt x="199821" y="307144"/>
                  </a:lnTo>
                  <a:lnTo>
                    <a:pt x="199821" y="208122"/>
                  </a:lnTo>
                  <a:cubicBezTo>
                    <a:pt x="199821" y="200414"/>
                    <a:pt x="206344" y="193892"/>
                    <a:pt x="214052" y="193892"/>
                  </a:cubicBezTo>
                  <a:lnTo>
                    <a:pt x="232433" y="193892"/>
                  </a:lnTo>
                  <a:cubicBezTo>
                    <a:pt x="240141" y="193892"/>
                    <a:pt x="246664" y="200414"/>
                    <a:pt x="246664" y="208122"/>
                  </a:cubicBezTo>
                  <a:lnTo>
                    <a:pt x="246664" y="307144"/>
                  </a:lnTo>
                  <a:lnTo>
                    <a:pt x="295878" y="307144"/>
                  </a:lnTo>
                  <a:lnTo>
                    <a:pt x="295878" y="208122"/>
                  </a:lnTo>
                  <a:cubicBezTo>
                    <a:pt x="295878" y="200414"/>
                    <a:pt x="302400" y="193892"/>
                    <a:pt x="310108" y="193892"/>
                  </a:cubicBezTo>
                  <a:lnTo>
                    <a:pt x="328489" y="193892"/>
                  </a:lnTo>
                  <a:cubicBezTo>
                    <a:pt x="336198" y="193892"/>
                    <a:pt x="342720" y="200414"/>
                    <a:pt x="342720" y="208122"/>
                  </a:cubicBezTo>
                  <a:lnTo>
                    <a:pt x="342720" y="307144"/>
                  </a:lnTo>
                  <a:lnTo>
                    <a:pt x="391934" y="307144"/>
                  </a:lnTo>
                  <a:lnTo>
                    <a:pt x="391934" y="167802"/>
                  </a:lnTo>
                  <a:cubicBezTo>
                    <a:pt x="391934" y="165431"/>
                    <a:pt x="390155" y="163652"/>
                    <a:pt x="387784" y="163652"/>
                  </a:cubicBezTo>
                  <a:lnTo>
                    <a:pt x="230654" y="163652"/>
                  </a:lnTo>
                  <a:lnTo>
                    <a:pt x="230654" y="147642"/>
                  </a:lnTo>
                  <a:lnTo>
                    <a:pt x="393713" y="147642"/>
                  </a:lnTo>
                  <a:cubicBezTo>
                    <a:pt x="401421" y="147642"/>
                    <a:pt x="407944" y="154165"/>
                    <a:pt x="407944" y="161873"/>
                  </a:cubicBezTo>
                  <a:lnTo>
                    <a:pt x="407944" y="323153"/>
                  </a:lnTo>
                  <a:lnTo>
                    <a:pt x="326711" y="323153"/>
                  </a:lnTo>
                  <a:lnTo>
                    <a:pt x="326711" y="212866"/>
                  </a:lnTo>
                  <a:cubicBezTo>
                    <a:pt x="326711" y="211680"/>
                    <a:pt x="325525" y="210494"/>
                    <a:pt x="324339" y="210494"/>
                  </a:cubicBezTo>
                  <a:lnTo>
                    <a:pt x="314852" y="210494"/>
                  </a:lnTo>
                  <a:cubicBezTo>
                    <a:pt x="313666" y="210494"/>
                    <a:pt x="312480" y="211680"/>
                    <a:pt x="312480" y="212866"/>
                  </a:cubicBezTo>
                  <a:lnTo>
                    <a:pt x="312480" y="323153"/>
                  </a:lnTo>
                  <a:lnTo>
                    <a:pt x="231247" y="323153"/>
                  </a:lnTo>
                  <a:lnTo>
                    <a:pt x="231247" y="212866"/>
                  </a:lnTo>
                  <a:cubicBezTo>
                    <a:pt x="231247" y="211680"/>
                    <a:pt x="230061" y="210494"/>
                    <a:pt x="228875" y="210494"/>
                  </a:cubicBezTo>
                  <a:lnTo>
                    <a:pt x="219388" y="210494"/>
                  </a:lnTo>
                  <a:cubicBezTo>
                    <a:pt x="218202" y="210494"/>
                    <a:pt x="217016" y="211680"/>
                    <a:pt x="217016" y="212866"/>
                  </a:cubicBezTo>
                  <a:lnTo>
                    <a:pt x="217016" y="323153"/>
                  </a:lnTo>
                  <a:lnTo>
                    <a:pt x="34984" y="323153"/>
                  </a:lnTo>
                  <a:lnTo>
                    <a:pt x="34984" y="307144"/>
                  </a:lnTo>
                  <a:lnTo>
                    <a:pt x="69967" y="307144"/>
                  </a:lnTo>
                  <a:lnTo>
                    <a:pt x="69967" y="167802"/>
                  </a:lnTo>
                  <a:cubicBezTo>
                    <a:pt x="69967" y="165431"/>
                    <a:pt x="68188" y="163652"/>
                    <a:pt x="65816" y="163652"/>
                  </a:cubicBezTo>
                  <a:lnTo>
                    <a:pt x="20753" y="163652"/>
                  </a:lnTo>
                  <a:lnTo>
                    <a:pt x="20753" y="323153"/>
                  </a:lnTo>
                  <a:lnTo>
                    <a:pt x="4744" y="323153"/>
                  </a:lnTo>
                  <a:lnTo>
                    <a:pt x="4744" y="147642"/>
                  </a:lnTo>
                  <a:lnTo>
                    <a:pt x="72339" y="147642"/>
                  </a:lnTo>
                  <a:cubicBezTo>
                    <a:pt x="80047" y="147642"/>
                    <a:pt x="86569" y="154165"/>
                    <a:pt x="86569" y="161873"/>
                  </a:cubicBezTo>
                  <a:lnTo>
                    <a:pt x="86569" y="307144"/>
                  </a:lnTo>
                  <a:lnTo>
                    <a:pt x="135784" y="307144"/>
                  </a:lnTo>
                  <a:lnTo>
                    <a:pt x="135784" y="161873"/>
                  </a:lnTo>
                  <a:cubicBezTo>
                    <a:pt x="135784" y="154165"/>
                    <a:pt x="142306" y="147642"/>
                    <a:pt x="150014" y="147642"/>
                  </a:cubicBezTo>
                  <a:lnTo>
                    <a:pt x="201007" y="147642"/>
                  </a:lnTo>
                  <a:lnTo>
                    <a:pt x="201007" y="125704"/>
                  </a:lnTo>
                  <a:lnTo>
                    <a:pt x="150014" y="125704"/>
                  </a:lnTo>
                  <a:cubicBezTo>
                    <a:pt x="142306" y="125704"/>
                    <a:pt x="135784" y="119181"/>
                    <a:pt x="135784" y="111473"/>
                  </a:cubicBezTo>
                  <a:lnTo>
                    <a:pt x="135784" y="62852"/>
                  </a:lnTo>
                  <a:cubicBezTo>
                    <a:pt x="135784" y="55144"/>
                    <a:pt x="142306" y="48621"/>
                    <a:pt x="150014" y="48621"/>
                  </a:cubicBezTo>
                  <a:lnTo>
                    <a:pt x="201007" y="48621"/>
                  </a:lnTo>
                  <a:lnTo>
                    <a:pt x="201007" y="16602"/>
                  </a:lnTo>
                  <a:lnTo>
                    <a:pt x="108508" y="16602"/>
                  </a:lnTo>
                  <a:cubicBezTo>
                    <a:pt x="96056" y="16602"/>
                    <a:pt x="86569" y="26682"/>
                    <a:pt x="86569" y="38541"/>
                  </a:cubicBezTo>
                  <a:lnTo>
                    <a:pt x="86569" y="69374"/>
                  </a:lnTo>
                  <a:lnTo>
                    <a:pt x="85384" y="68781"/>
                  </a:lnTo>
                  <a:close/>
                  <a:moveTo>
                    <a:pt x="16009" y="86569"/>
                  </a:moveTo>
                  <a:cubicBezTo>
                    <a:pt x="16009" y="71153"/>
                    <a:pt x="28461" y="58108"/>
                    <a:pt x="44471" y="58108"/>
                  </a:cubicBezTo>
                  <a:cubicBezTo>
                    <a:pt x="60480" y="58108"/>
                    <a:pt x="72932" y="70560"/>
                    <a:pt x="72932" y="86569"/>
                  </a:cubicBezTo>
                  <a:cubicBezTo>
                    <a:pt x="72932" y="102579"/>
                    <a:pt x="60480" y="115031"/>
                    <a:pt x="44471" y="115031"/>
                  </a:cubicBezTo>
                  <a:cubicBezTo>
                    <a:pt x="28461" y="115031"/>
                    <a:pt x="16009" y="102579"/>
                    <a:pt x="16009" y="86569"/>
                  </a:cubicBezTo>
                  <a:close/>
                </a:path>
              </a:pathLst>
            </a:custGeom>
            <a:solidFill>
              <a:schemeClr val="bg1"/>
            </a:solidFill>
            <a:ln w="58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63BEB1-1A28-BD9D-D4D3-61DF6C6AFD78}"/>
                </a:ext>
              </a:extLst>
            </p:cNvPr>
            <p:cNvSpPr/>
            <p:nvPr/>
          </p:nvSpPr>
          <p:spPr bwMode="gray">
            <a:xfrm>
              <a:off x="421568" y="6356265"/>
              <a:ext cx="88941" cy="88941"/>
            </a:xfrm>
            <a:custGeom>
              <a:avLst/>
              <a:gdLst>
                <a:gd name="connsiteX0" fmla="*/ 16009 w 88941"/>
                <a:gd name="connsiteY0" fmla="*/ 44471 h 88941"/>
                <a:gd name="connsiteX1" fmla="*/ 44471 w 88941"/>
                <a:gd name="connsiteY1" fmla="*/ 16009 h 88941"/>
                <a:gd name="connsiteX2" fmla="*/ 72932 w 88941"/>
                <a:gd name="connsiteY2" fmla="*/ 44471 h 88941"/>
                <a:gd name="connsiteX3" fmla="*/ 44471 w 88941"/>
                <a:gd name="connsiteY3" fmla="*/ 72932 h 88941"/>
                <a:gd name="connsiteX4" fmla="*/ 16009 w 88941"/>
                <a:gd name="connsiteY4" fmla="*/ 44471 h 88941"/>
                <a:gd name="connsiteX5" fmla="*/ 0 w 88941"/>
                <a:gd name="connsiteY5" fmla="*/ 44471 h 88941"/>
                <a:gd name="connsiteX6" fmla="*/ 44471 w 88941"/>
                <a:gd name="connsiteY6" fmla="*/ 0 h 88941"/>
                <a:gd name="connsiteX7" fmla="*/ 88941 w 88941"/>
                <a:gd name="connsiteY7" fmla="*/ 44471 h 88941"/>
                <a:gd name="connsiteX8" fmla="*/ 44471 w 88941"/>
                <a:gd name="connsiteY8" fmla="*/ 88941 h 88941"/>
                <a:gd name="connsiteX9" fmla="*/ 0 w 88941"/>
                <a:gd name="connsiteY9" fmla="*/ 44471 h 8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941" h="88941">
                  <a:moveTo>
                    <a:pt x="16009" y="44471"/>
                  </a:moveTo>
                  <a:cubicBezTo>
                    <a:pt x="16009" y="29054"/>
                    <a:pt x="28461" y="16009"/>
                    <a:pt x="44471" y="16009"/>
                  </a:cubicBezTo>
                  <a:cubicBezTo>
                    <a:pt x="60480" y="16009"/>
                    <a:pt x="72932" y="28461"/>
                    <a:pt x="72932" y="44471"/>
                  </a:cubicBezTo>
                  <a:cubicBezTo>
                    <a:pt x="72932" y="60480"/>
                    <a:pt x="60480" y="72932"/>
                    <a:pt x="44471" y="72932"/>
                  </a:cubicBezTo>
                  <a:cubicBezTo>
                    <a:pt x="28461" y="72932"/>
                    <a:pt x="16009" y="60480"/>
                    <a:pt x="16009" y="44471"/>
                  </a:cubicBezTo>
                  <a:close/>
                  <a:moveTo>
                    <a:pt x="0" y="44471"/>
                  </a:moveTo>
                  <a:cubicBezTo>
                    <a:pt x="0" y="20160"/>
                    <a:pt x="20160" y="0"/>
                    <a:pt x="44471" y="0"/>
                  </a:cubicBezTo>
                  <a:cubicBezTo>
                    <a:pt x="68781" y="0"/>
                    <a:pt x="88941" y="20160"/>
                    <a:pt x="88941" y="44471"/>
                  </a:cubicBezTo>
                  <a:cubicBezTo>
                    <a:pt x="88941" y="68781"/>
                    <a:pt x="68781" y="88941"/>
                    <a:pt x="44471" y="88941"/>
                  </a:cubicBezTo>
                  <a:cubicBezTo>
                    <a:pt x="20160" y="88941"/>
                    <a:pt x="0" y="68781"/>
                    <a:pt x="0" y="44471"/>
                  </a:cubicBezTo>
                  <a:close/>
                </a:path>
              </a:pathLst>
            </a:custGeom>
            <a:solidFill>
              <a:schemeClr val="tx1"/>
            </a:solidFill>
            <a:ln w="1748" cap="flat">
              <a:solidFill>
                <a:srgbClr val="1A1A1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693B4EA-7DB8-B21C-9F67-D5891F9F00C8}"/>
              </a:ext>
            </a:extLst>
          </p:cNvPr>
          <p:cNvSpPr>
            <a:spLocks/>
          </p:cNvSpPr>
          <p:nvPr userDrawn="1"/>
        </p:nvSpPr>
        <p:spPr>
          <a:xfrm>
            <a:off x="11588297" y="6482964"/>
            <a:ext cx="15875" cy="138499"/>
          </a:xfrm>
          <a:custGeom>
            <a:avLst/>
            <a:gdLst>
              <a:gd name="connsiteX0" fmla="*/ 0 w 15875"/>
              <a:gd name="connsiteY0" fmla="*/ 0 h 144463"/>
              <a:gd name="connsiteX1" fmla="*/ 15875 w 15875"/>
              <a:gd name="connsiteY1" fmla="*/ 0 h 144463"/>
              <a:gd name="connsiteX2" fmla="*/ 15875 w 15875"/>
              <a:gd name="connsiteY2" fmla="*/ 144463 h 144463"/>
              <a:gd name="connsiteX3" fmla="*/ 0 w 15875"/>
              <a:gd name="connsiteY3" fmla="*/ 144463 h 144463"/>
              <a:gd name="connsiteX4" fmla="*/ 0 w 15875"/>
              <a:gd name="connsiteY4" fmla="*/ 0 h 14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75" h="144463">
                <a:moveTo>
                  <a:pt x="0" y="0"/>
                </a:moveTo>
                <a:lnTo>
                  <a:pt x="15875" y="0"/>
                </a:lnTo>
                <a:lnTo>
                  <a:pt x="15875" y="144463"/>
                </a:lnTo>
                <a:lnTo>
                  <a:pt x="0" y="14446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8AE55F5-0817-F586-D926-F58CE05601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8000" y="6642100"/>
            <a:ext cx="544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27B1DEA-EB29-6A94-4985-61118C0049BA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10212655" y="269051"/>
            <a:ext cx="1687068" cy="93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63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marR="0" indent="-180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marR="0" indent="-180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4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62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pos="1029" userDrawn="1">
          <p15:clr>
            <a:srgbClr val="F26B43"/>
          </p15:clr>
        </p15:guide>
        <p15:guide id="6" orient="horz" pos="3911" userDrawn="1">
          <p15:clr>
            <a:srgbClr val="F26B43"/>
          </p15:clr>
        </p15:guide>
        <p15:guide id="7" orient="horz" pos="4042" userDrawn="1">
          <p15:clr>
            <a:srgbClr val="F26B43"/>
          </p15:clr>
        </p15:guide>
        <p15:guide id="8" orient="horz" pos="4171" userDrawn="1">
          <p15:clr>
            <a:srgbClr val="F26B43"/>
          </p15:clr>
        </p15:guide>
        <p15:guide id="9" orient="horz" pos="234" userDrawn="1">
          <p15:clr>
            <a:srgbClr val="F26B43"/>
          </p15:clr>
        </p15:guide>
        <p15:guide id="10" orient="horz" pos="4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71FE449C-25CA-1564-3038-AC87F4EB84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442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73" imgH="473" progId="TCLayout.ActiveDocument.1">
                  <p:embed/>
                </p:oleObj>
              </mc:Choice>
              <mc:Fallback>
                <p:oleObj name="think-cell Folie" r:id="rId4" imgW="473" imgH="47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FE449C-25CA-1564-3038-AC87F4EB8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D8FCC8-2D2D-9A7B-20F3-97E87C38D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063" y="373063"/>
            <a:ext cx="11447462" cy="2300000"/>
          </a:xfrm>
        </p:spPr>
        <p:txBody>
          <a:bodyPr vert="horz">
            <a:normAutofit/>
          </a:bodyPr>
          <a:lstStyle/>
          <a:p>
            <a:r>
              <a:rPr lang="en-US" sz="4400" noProof="0"/>
              <a:t>Functional Testing of Security in Industrial Gateways under the New Machinery Regulation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966D1-86EC-D96F-3FE7-3AAF5B8CB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063" y="2860000"/>
            <a:ext cx="9000000" cy="654025"/>
          </a:xfrm>
        </p:spPr>
        <p:txBody>
          <a:bodyPr/>
          <a:lstStyle/>
          <a:p>
            <a:r>
              <a:rPr lang="de-DE" sz="2000" noProof="0" dirty="0"/>
              <a:t>Bachelorarbeit T3_3300 </a:t>
            </a:r>
            <a:endParaRPr lang="de-DE" sz="2000" dirty="0"/>
          </a:p>
          <a:p>
            <a:r>
              <a:rPr lang="de-DE" sz="2000" noProof="0" dirty="0"/>
              <a:t>Elektrotechnik, Studienrichtung Automation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1E42B-3899-70F4-E49E-8EFAB5F04D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5700000"/>
            <a:ext cx="9000000" cy="450000"/>
          </a:xfrm>
        </p:spPr>
        <p:txBody>
          <a:bodyPr wrap="square">
            <a:normAutofit/>
          </a:bodyPr>
          <a:lstStyle/>
          <a:p>
            <a:r>
              <a:rPr lang="de-DE" sz="2000" noProof="0" dirty="0"/>
              <a:t>22.09.2026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B822ED-6D0F-9018-1045-7C6E314E67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97000" y="6232009"/>
            <a:ext cx="4699000" cy="184666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</p:spTree>
    <p:extLst>
      <p:ext uri="{BB962C8B-B14F-4D97-AF65-F5344CB8AC3E}">
        <p14:creationId xmlns:p14="http://schemas.microsoft.com/office/powerpoint/2010/main" val="3227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4AD65BA-CBF2-F95F-DA6F-643668DAB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042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73" imgH="473" progId="TCLayout.ActiveDocument.1">
                  <p:embed/>
                </p:oleObj>
              </mc:Choice>
              <mc:Fallback>
                <p:oleObj name="think-cell Folie" r:id="rId4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D65BA-CBF2-F95F-DA6F-643668DAB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E1CBE85C-D6EF-0AC1-871B-FD3E0DC2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>
            <a:normAutofit/>
          </a:bodyPr>
          <a:lstStyle/>
          <a:p>
            <a:r>
              <a:rPr lang="de-DE"/>
              <a:t>Der Weg von der Pflicht zum Prüfergebnis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B84C756-F134-14F6-69BA-D2A95B65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1E2C5C-6DA1-E39E-43E6-0749C0EE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38499"/>
          </a:xfrm>
        </p:spPr>
        <p:txBody>
          <a:bodyPr/>
          <a:lstStyle/>
          <a:p>
            <a:r>
              <a:rPr lang="en-US" noProof="0"/>
              <a:t>Functional Testing of Security in Industrial Gateways under the New Machinery Regulation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C4A42A5-47D7-BAF3-B241-5017EFC1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1ED7AE-7FE4-9AF6-6AA8-5251FF0F12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endParaRPr lang="de-DE" noProof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4E9FEF3-553A-56D6-83C1-5AFF042A8B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38112"/>
          </a:xfrm>
        </p:spPr>
        <p:txBody>
          <a:bodyPr vert="horz">
            <a:noAutofit/>
          </a:bodyPr>
          <a:lstStyle/>
          <a:p>
            <a:r>
              <a:rPr lang="en-US" noProof="0"/>
              <a:t>Agenda</a:t>
            </a:r>
          </a:p>
        </p:txBody>
      </p:sp>
      <p:sp>
        <p:nvSpPr>
          <p:cNvPr id="60" name="Autor Fusszeile"/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200" name="Kapitelachse"/>
          <p:cNvSpPr/>
          <p:nvPr/>
        </p:nvSpPr>
        <p:spPr>
          <a:xfrm>
            <a:off x="1500000" y="1360000"/>
            <a:ext cx="24000" cy="4295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de-DE"/>
          </a:p>
        </p:txBody>
      </p:sp>
      <p:sp>
        <p:nvSpPr>
          <p:cNvPr id="201" name="Kapitelpunkt 1"/>
          <p:cNvSpPr/>
          <p:nvPr/>
        </p:nvSpPr>
        <p:spPr>
          <a:xfrm>
            <a:off x="1412000" y="1689520"/>
            <a:ext cx="200000" cy="20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202" name="Kapitelziffer 1"/>
          <p:cNvSpPr/>
          <p:nvPr/>
        </p:nvSpPr>
        <p:spPr>
          <a:xfrm>
            <a:off x="100000" y="1529520"/>
            <a:ext cx="1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r"/>
            <a:r>
              <a:rPr lang="de-DE" sz="3600" b="1">
                <a:solidFill>
                  <a:srgbClr val="FF6E00"/>
                </a:solidFill>
              </a:rPr>
              <a:t>01</a:t>
            </a:r>
          </a:p>
        </p:txBody>
      </p:sp>
      <p:sp>
        <p:nvSpPr>
          <p:cNvPr id="203" name="Kapitelname 1"/>
          <p:cNvSpPr/>
          <p:nvPr/>
        </p:nvSpPr>
        <p:spPr>
          <a:xfrm>
            <a:off x="1900000" y="1549520"/>
            <a:ext cx="76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 lnSpcReduction="10000"/>
          </a:bodyPr>
          <a:lstStyle/>
          <a:p>
            <a:pPr algn="l"/>
            <a:r>
              <a:rPr lang="de-DE" sz="3200" b="1">
                <a:solidFill>
                  <a:srgbClr val="30343A"/>
                </a:solidFill>
              </a:rPr>
              <a:t>Motivation und Grundlagen</a:t>
            </a:r>
          </a:p>
        </p:txBody>
      </p:sp>
      <p:sp>
        <p:nvSpPr>
          <p:cNvPr id="205" name="Kapitelpunkt 2"/>
          <p:cNvSpPr/>
          <p:nvPr/>
        </p:nvSpPr>
        <p:spPr>
          <a:xfrm>
            <a:off x="1437000" y="2573560"/>
            <a:ext cx="150000" cy="150000"/>
          </a:xfrm>
          <a:prstGeom prst="ellipse">
            <a:avLst/>
          </a:prstGeom>
          <a:solidFill>
            <a:srgbClr val="9AA1A9"/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206" name="Kapitelziffer 2"/>
          <p:cNvSpPr/>
          <p:nvPr/>
        </p:nvSpPr>
        <p:spPr>
          <a:xfrm>
            <a:off x="100000" y="2388560"/>
            <a:ext cx="1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r"/>
            <a:r>
              <a:rPr lang="de-DE" sz="3600" b="1">
                <a:solidFill>
                  <a:srgbClr val="9AA1A9"/>
                </a:solidFill>
              </a:rPr>
              <a:t>02</a:t>
            </a:r>
          </a:p>
        </p:txBody>
      </p:sp>
      <p:sp>
        <p:nvSpPr>
          <p:cNvPr id="207" name="Kapitelname 2"/>
          <p:cNvSpPr/>
          <p:nvPr/>
        </p:nvSpPr>
        <p:spPr>
          <a:xfrm>
            <a:off x="1900000" y="2408560"/>
            <a:ext cx="76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 lnSpcReduction="10000"/>
          </a:bodyPr>
          <a:lstStyle/>
          <a:p>
            <a:pPr algn="l"/>
            <a:r>
              <a:rPr lang="de-DE" sz="3200" b="1">
                <a:solidFill>
                  <a:srgbClr val="30343A"/>
                </a:solidFill>
              </a:rPr>
              <a:t>Methodik</a:t>
            </a:r>
          </a:p>
        </p:txBody>
      </p:sp>
      <p:sp>
        <p:nvSpPr>
          <p:cNvPr id="209" name="Kapitelpunkt 3"/>
          <p:cNvSpPr/>
          <p:nvPr/>
        </p:nvSpPr>
        <p:spPr>
          <a:xfrm>
            <a:off x="1437000" y="3432600"/>
            <a:ext cx="150000" cy="150000"/>
          </a:xfrm>
          <a:prstGeom prst="ellipse">
            <a:avLst/>
          </a:prstGeom>
          <a:solidFill>
            <a:srgbClr val="9AA1A9"/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210" name="Kapitelziffer 3"/>
          <p:cNvSpPr/>
          <p:nvPr/>
        </p:nvSpPr>
        <p:spPr>
          <a:xfrm>
            <a:off x="100000" y="3247600"/>
            <a:ext cx="1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r"/>
            <a:r>
              <a:rPr lang="de-DE" sz="3600" b="1">
                <a:solidFill>
                  <a:srgbClr val="9AA1A9"/>
                </a:solidFill>
              </a:rPr>
              <a:t>03</a:t>
            </a:r>
          </a:p>
        </p:txBody>
      </p:sp>
      <p:sp>
        <p:nvSpPr>
          <p:cNvPr id="211" name="Kapitelname 3"/>
          <p:cNvSpPr/>
          <p:nvPr/>
        </p:nvSpPr>
        <p:spPr>
          <a:xfrm>
            <a:off x="1900000" y="3267600"/>
            <a:ext cx="76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 lnSpcReduction="10000"/>
          </a:bodyPr>
          <a:lstStyle/>
          <a:p>
            <a:pPr algn="l"/>
            <a:r>
              <a:rPr lang="de-DE" sz="3200" b="1">
                <a:solidFill>
                  <a:srgbClr val="30343A"/>
                </a:solidFill>
              </a:rPr>
              <a:t>Ergebnisse</a:t>
            </a:r>
          </a:p>
        </p:txBody>
      </p:sp>
      <p:sp>
        <p:nvSpPr>
          <p:cNvPr id="213" name="Kapitelpunkt 4"/>
          <p:cNvSpPr/>
          <p:nvPr/>
        </p:nvSpPr>
        <p:spPr>
          <a:xfrm>
            <a:off x="1437000" y="4291640"/>
            <a:ext cx="150000" cy="150000"/>
          </a:xfrm>
          <a:prstGeom prst="ellipse">
            <a:avLst/>
          </a:prstGeom>
          <a:solidFill>
            <a:srgbClr val="9AA1A9"/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214" name="Kapitelziffer 4"/>
          <p:cNvSpPr/>
          <p:nvPr/>
        </p:nvSpPr>
        <p:spPr>
          <a:xfrm>
            <a:off x="100000" y="4106640"/>
            <a:ext cx="1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r"/>
            <a:r>
              <a:rPr lang="de-DE" sz="3600" b="1">
                <a:solidFill>
                  <a:srgbClr val="9AA1A9"/>
                </a:solidFill>
              </a:rPr>
              <a:t>04</a:t>
            </a:r>
          </a:p>
        </p:txBody>
      </p:sp>
      <p:sp>
        <p:nvSpPr>
          <p:cNvPr id="215" name="Kapitelname 4"/>
          <p:cNvSpPr/>
          <p:nvPr/>
        </p:nvSpPr>
        <p:spPr>
          <a:xfrm>
            <a:off x="1900000" y="4126640"/>
            <a:ext cx="76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 lnSpcReduction="10000"/>
          </a:bodyPr>
          <a:lstStyle/>
          <a:p>
            <a:pPr algn="l"/>
            <a:r>
              <a:rPr lang="de-DE" sz="3200" b="1">
                <a:solidFill>
                  <a:srgbClr val="30343A"/>
                </a:solidFill>
              </a:rPr>
              <a:t>Fazit</a:t>
            </a:r>
          </a:p>
        </p:txBody>
      </p:sp>
      <p:sp>
        <p:nvSpPr>
          <p:cNvPr id="217" name="Kapitelpunkt 5"/>
          <p:cNvSpPr/>
          <p:nvPr/>
        </p:nvSpPr>
        <p:spPr>
          <a:xfrm>
            <a:off x="1437000" y="5150680"/>
            <a:ext cx="150000" cy="150000"/>
          </a:xfrm>
          <a:prstGeom prst="ellipse">
            <a:avLst/>
          </a:prstGeom>
          <a:solidFill>
            <a:srgbClr val="9AA1A9"/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218" name="Kapitelziffer 5"/>
          <p:cNvSpPr/>
          <p:nvPr/>
        </p:nvSpPr>
        <p:spPr>
          <a:xfrm>
            <a:off x="100000" y="4965680"/>
            <a:ext cx="12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r"/>
            <a:r>
              <a:rPr lang="de-DE" sz="3600" b="1">
                <a:solidFill>
                  <a:srgbClr val="9AA1A9"/>
                </a:solidFill>
              </a:rPr>
              <a:t>05</a:t>
            </a:r>
          </a:p>
        </p:txBody>
      </p:sp>
      <p:sp>
        <p:nvSpPr>
          <p:cNvPr id="219" name="Kapitelname 5"/>
          <p:cNvSpPr/>
          <p:nvPr/>
        </p:nvSpPr>
        <p:spPr>
          <a:xfrm>
            <a:off x="1900000" y="4985680"/>
            <a:ext cx="76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 lnSpcReduction="10000"/>
          </a:bodyPr>
          <a:lstStyle/>
          <a:p>
            <a:pPr algn="l"/>
            <a:r>
              <a:rPr lang="de-DE" sz="3200" b="1">
                <a:solidFill>
                  <a:srgbClr val="30343A"/>
                </a:solidFill>
              </a:rPr>
              <a:t>Ausblick</a:t>
            </a:r>
          </a:p>
        </p:txBody>
      </p:sp>
    </p:spTree>
    <p:extLst>
      <p:ext uri="{BB962C8B-B14F-4D97-AF65-F5344CB8AC3E}">
        <p14:creationId xmlns:p14="http://schemas.microsoft.com/office/powerpoint/2010/main" val="310804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vert="horz">
            <a:normAutofit fontScale="90000"/>
          </a:bodyPr>
          <a:lstStyle/>
          <a:p>
            <a:r>
              <a:rPr lang="de-DE" noProof="0"/>
              <a:t>Das Gateway verbindet zwei Welten mit gegensätzlichen Schutzzielen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38499"/>
          </a:xfrm>
        </p:spPr>
        <p:txBody>
          <a:bodyPr/>
          <a:lstStyle/>
          <a:p>
            <a:r>
              <a:rPr lang="de-DE" noProof="0"/>
              <a:t>Functional Testing of Security in Industrial Gateways under the New Machinery Regulation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AFC0DE47-E009-49FD-9AD1-65414DD64D1A}" type="slidenum">
              <a:rPr lang="de-DE" noProof="0" smtClean="0"/>
              <a:pPr/>
              <a:t>3</a:t>
            </a:fld>
            <a:endParaRPr lang="de-DE" noProof="0"/>
          </a:p>
        </p:txBody>
      </p:sp>
      <p:sp>
        <p:nvSpPr>
          <p:cNvPr id="7" name="Chapter Placeholder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38112"/>
          </a:xfrm>
        </p:spPr>
        <p:txBody>
          <a:bodyPr vert="horz">
            <a:noAutofit/>
          </a:bodyPr>
          <a:lstStyle/>
          <a:p>
            <a:r>
              <a:rPr lang="de-DE" noProof="0"/>
              <a:t>Motivation</a:t>
            </a:r>
          </a:p>
        </p:txBody>
      </p:sp>
      <p:sp>
        <p:nvSpPr>
          <p:cNvPr id="130" name="IT-Titel"/>
          <p:cNvSpPr txBox="1"/>
          <p:nvPr/>
        </p:nvSpPr>
        <p:spPr>
          <a:xfrm>
            <a:off x="600000" y="1890000"/>
            <a:ext cx="260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de-DE" sz="2000" b="1">
                <a:solidFill>
                  <a:srgbClr val="2F6690"/>
                </a:solidFill>
              </a:rPr>
              <a:t>IT</a:t>
            </a:r>
          </a:p>
        </p:txBody>
      </p:sp>
      <p:sp>
        <p:nvSpPr>
          <p:cNvPr id="131" name="OT-Titel"/>
          <p:cNvSpPr txBox="1"/>
          <p:nvPr/>
        </p:nvSpPr>
        <p:spPr>
          <a:xfrm>
            <a:off x="8992000" y="1890000"/>
            <a:ext cx="260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de-DE" sz="2000" b="1">
                <a:solidFill>
                  <a:srgbClr val="30343A"/>
                </a:solidFill>
              </a:rPr>
              <a:t>OT</a:t>
            </a:r>
          </a:p>
        </p:txBody>
      </p:sp>
      <p:sp>
        <p:nvSpPr>
          <p:cNvPr id="140" name="Gateway"/>
          <p:cNvSpPr/>
          <p:nvPr/>
        </p:nvSpPr>
        <p:spPr>
          <a:xfrm>
            <a:off x="5496000" y="3180000"/>
            <a:ext cx="1200000" cy="1200000"/>
          </a:xfrm>
          <a:prstGeom prst="round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de-DE" sz="2000" b="1" dirty="0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150" name="IT-Pfad"/>
          <p:cNvSpPr/>
          <p:nvPr/>
        </p:nvSpPr>
        <p:spPr>
          <a:xfrm flipH="1">
            <a:off x="3300000" y="3780000"/>
            <a:ext cx="2196000" cy="0"/>
          </a:xfrm>
          <a:prstGeom prst="line">
            <a:avLst/>
          </a:prstGeom>
          <a:ln w="28575" cap="rnd">
            <a:solidFill>
              <a:srgbClr val="2F6690"/>
            </a:solidFill>
            <a:prstDash val="dash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1" name="OT-Pfad"/>
          <p:cNvSpPr/>
          <p:nvPr/>
        </p:nvSpPr>
        <p:spPr>
          <a:xfrm>
            <a:off x="6696000" y="3780000"/>
            <a:ext cx="2196000" cy="0"/>
          </a:xfrm>
          <a:prstGeom prst="line">
            <a:avLst/>
          </a:prstGeom>
          <a:ln w="28575">
            <a:solidFill>
              <a:srgbClr val="FF6E0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" name="IT-Pfad-Label"/>
          <p:cNvSpPr txBox="1"/>
          <p:nvPr/>
        </p:nvSpPr>
        <p:spPr>
          <a:xfrm>
            <a:off x="3300000" y="3030000"/>
            <a:ext cx="2196000" cy="6900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de-DE" sz="2000" b="0" dirty="0">
                <a:solidFill>
                  <a:srgbClr val="2F6690"/>
                </a:solidFill>
              </a:rPr>
              <a:t>HTTP-Diagnose,</a:t>
            </a:r>
            <a:br>
              <a:rPr lang="de-DE" sz="2000" dirty="0"/>
            </a:br>
            <a:r>
              <a:rPr lang="de-DE" sz="2000" b="0" dirty="0">
                <a:solidFill>
                  <a:srgbClr val="2F6690"/>
                </a:solidFill>
              </a:rPr>
              <a:t>IT-Pfad</a:t>
            </a:r>
          </a:p>
        </p:txBody>
      </p:sp>
      <p:sp>
        <p:nvSpPr>
          <p:cNvPr id="9" name="OT-Pfad-Label"/>
          <p:cNvSpPr txBox="1"/>
          <p:nvPr/>
        </p:nvSpPr>
        <p:spPr>
          <a:xfrm>
            <a:off x="6696000" y="2650000"/>
            <a:ext cx="2196000" cy="9700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de-DE" sz="2000" b="0">
                <a:solidFill>
                  <a:srgbClr val="30343A"/>
                </a:solidFill>
              </a:rPr>
              <a:t>PROFINET / PROFIsafe,</a:t>
            </a:r>
            <a:br>
              <a:rPr lang="de-DE" sz="2000"/>
            </a:br>
            <a:r>
              <a:rPr lang="de-DE" sz="2000" b="0">
                <a:solidFill>
                  <a:srgbClr val="30343A"/>
                </a:solidFill>
              </a:rPr>
              <a:t>zyklisch, OT-Pfad</a:t>
            </a:r>
          </a:p>
        </p:txBody>
      </p:sp>
      <p:sp>
        <p:nvSpPr>
          <p:cNvPr id="300" name="IT-Ebene 1"/>
          <p:cNvSpPr/>
          <p:nvPr/>
        </p:nvSpPr>
        <p:spPr>
          <a:xfrm>
            <a:off x="600000" y="2480000"/>
            <a:ext cx="2600000" cy="652000"/>
          </a:xfrm>
          <a:custGeom>
            <a:avLst/>
            <a:gdLst/>
            <a:ahLst/>
            <a:cxnLst/>
            <a:rect l="0" t="0" r="r" b="b"/>
            <a:pathLst>
              <a:path w="2600000" h="652000">
                <a:moveTo>
                  <a:pt x="0" y="0"/>
                </a:moveTo>
                <a:lnTo>
                  <a:pt x="2600000" y="0"/>
                </a:lnTo>
                <a:lnTo>
                  <a:pt x="2166666" y="652000"/>
                </a:lnTo>
                <a:lnTo>
                  <a:pt x="433333" y="652000"/>
                </a:lnTo>
                <a:close/>
              </a:path>
            </a:pathLst>
          </a:custGeom>
          <a:solidFill>
            <a:srgbClr val="BBD7E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10" name="IT-Label 1"/>
          <p:cNvSpPr txBox="1"/>
          <p:nvPr/>
        </p:nvSpPr>
        <p:spPr>
          <a:xfrm>
            <a:off x="600000" y="2648500"/>
            <a:ext cx="26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1F4E79"/>
                </a:solidFill>
              </a:rPr>
              <a:t>Confidentiality</a:t>
            </a:r>
          </a:p>
        </p:txBody>
      </p:sp>
      <p:sp>
        <p:nvSpPr>
          <p:cNvPr id="301" name="IT-Ebene 2"/>
          <p:cNvSpPr/>
          <p:nvPr/>
        </p:nvSpPr>
        <p:spPr>
          <a:xfrm>
            <a:off x="1033334" y="3147000"/>
            <a:ext cx="1733332" cy="652000"/>
          </a:xfrm>
          <a:custGeom>
            <a:avLst/>
            <a:gdLst/>
            <a:ahLst/>
            <a:cxnLst/>
            <a:rect l="0" t="0" r="r" b="b"/>
            <a:pathLst>
              <a:path w="1733332" h="652000">
                <a:moveTo>
                  <a:pt x="0" y="0"/>
                </a:moveTo>
                <a:lnTo>
                  <a:pt x="1733333" y="0"/>
                </a:lnTo>
                <a:lnTo>
                  <a:pt x="1300000" y="652000"/>
                </a:lnTo>
                <a:lnTo>
                  <a:pt x="433333" y="652000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11" name="IT-Label 2"/>
          <p:cNvSpPr txBox="1"/>
          <p:nvPr/>
        </p:nvSpPr>
        <p:spPr>
          <a:xfrm>
            <a:off x="600000" y="3315500"/>
            <a:ext cx="26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302" name="IT-Ebene 3"/>
          <p:cNvSpPr/>
          <p:nvPr/>
        </p:nvSpPr>
        <p:spPr>
          <a:xfrm>
            <a:off x="1466667" y="3814000"/>
            <a:ext cx="866666" cy="652000"/>
          </a:xfrm>
          <a:custGeom>
            <a:avLst/>
            <a:gdLst/>
            <a:ahLst/>
            <a:cxnLst/>
            <a:rect l="0" t="0" r="r" b="b"/>
            <a:pathLst>
              <a:path w="866666" h="652000">
                <a:moveTo>
                  <a:pt x="0" y="0"/>
                </a:moveTo>
                <a:lnTo>
                  <a:pt x="866666" y="0"/>
                </a:lnTo>
                <a:lnTo>
                  <a:pt x="433333" y="652000"/>
                </a:lnTo>
                <a:lnTo>
                  <a:pt x="433333" y="65200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12" name="IT-Label 3"/>
          <p:cNvSpPr txBox="1"/>
          <p:nvPr/>
        </p:nvSpPr>
        <p:spPr>
          <a:xfrm>
            <a:off x="600000" y="4312500"/>
            <a:ext cx="26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1F4E79"/>
                </a:solidFill>
              </a:rPr>
              <a:t>Availability</a:t>
            </a:r>
          </a:p>
        </p:txBody>
      </p:sp>
      <p:sp>
        <p:nvSpPr>
          <p:cNvPr id="321" name="OT-Ebene 2"/>
          <p:cNvSpPr/>
          <p:nvPr/>
        </p:nvSpPr>
        <p:spPr>
          <a:xfrm>
            <a:off x="9425334" y="3147000"/>
            <a:ext cx="1733332" cy="652000"/>
          </a:xfrm>
          <a:custGeom>
            <a:avLst/>
            <a:gdLst/>
            <a:ahLst/>
            <a:cxnLst/>
            <a:rect l="0" t="0" r="r" b="b"/>
            <a:pathLst>
              <a:path w="1733332" h="652000">
                <a:moveTo>
                  <a:pt x="433333" y="0"/>
                </a:moveTo>
                <a:lnTo>
                  <a:pt x="1300000" y="0"/>
                </a:lnTo>
                <a:lnTo>
                  <a:pt x="1733333" y="652000"/>
                </a:lnTo>
                <a:lnTo>
                  <a:pt x="0" y="652000"/>
                </a:lnTo>
                <a:close/>
              </a:path>
            </a:pathLst>
          </a:custGeom>
          <a:solidFill>
            <a:srgbClr val="6E757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1" name="OT-Label 2"/>
          <p:cNvSpPr txBox="1"/>
          <p:nvPr/>
        </p:nvSpPr>
        <p:spPr>
          <a:xfrm>
            <a:off x="8992000" y="3315500"/>
            <a:ext cx="26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322" name="OT-Ebene 3"/>
          <p:cNvSpPr/>
          <p:nvPr/>
        </p:nvSpPr>
        <p:spPr>
          <a:xfrm>
            <a:off x="8992000" y="3814000"/>
            <a:ext cx="2600000" cy="652000"/>
          </a:xfrm>
          <a:custGeom>
            <a:avLst/>
            <a:gdLst/>
            <a:ahLst/>
            <a:cxnLst/>
            <a:rect l="0" t="0" r="r" b="b"/>
            <a:pathLst>
              <a:path w="2600000" h="652000">
                <a:moveTo>
                  <a:pt x="433333" y="0"/>
                </a:moveTo>
                <a:lnTo>
                  <a:pt x="2166666" y="0"/>
                </a:lnTo>
                <a:lnTo>
                  <a:pt x="2600000" y="652000"/>
                </a:lnTo>
                <a:lnTo>
                  <a:pt x="0" y="652000"/>
                </a:lnTo>
                <a:close/>
              </a:path>
            </a:pathLst>
          </a:custGeom>
          <a:solidFill>
            <a:srgbClr val="30343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2" name="OT-Label 3"/>
          <p:cNvSpPr txBox="1"/>
          <p:nvPr/>
        </p:nvSpPr>
        <p:spPr>
          <a:xfrm>
            <a:off x="8992000" y="3982500"/>
            <a:ext cx="26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Confidentiality</a:t>
            </a:r>
          </a:p>
        </p:txBody>
      </p:sp>
      <p:sp>
        <p:nvSpPr>
          <p:cNvPr id="320" name="OT-Ebene 1"/>
          <p:cNvSpPr/>
          <p:nvPr/>
        </p:nvSpPr>
        <p:spPr>
          <a:xfrm>
            <a:off x="9858667" y="2480000"/>
            <a:ext cx="866666" cy="652000"/>
          </a:xfrm>
          <a:custGeom>
            <a:avLst/>
            <a:gdLst/>
            <a:ahLst/>
            <a:cxnLst/>
            <a:rect l="0" t="0" r="r" b="b"/>
            <a:pathLst>
              <a:path w="866666" h="652000">
                <a:moveTo>
                  <a:pt x="433333" y="0"/>
                </a:moveTo>
                <a:lnTo>
                  <a:pt x="433333" y="0"/>
                </a:lnTo>
                <a:lnTo>
                  <a:pt x="866666" y="652000"/>
                </a:lnTo>
                <a:lnTo>
                  <a:pt x="0" y="652000"/>
                </a:lnTo>
                <a:close/>
              </a:path>
            </a:pathLst>
          </a:cu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0" name="OT-Label 1"/>
          <p:cNvSpPr txBox="1"/>
          <p:nvPr/>
        </p:nvSpPr>
        <p:spPr>
          <a:xfrm>
            <a:off x="8992000" y="2348500"/>
            <a:ext cx="26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30343A"/>
                </a:solidFill>
              </a:rPr>
              <a:t>Availability</a:t>
            </a:r>
          </a:p>
        </p:txBody>
      </p:sp>
      <p:sp>
        <p:nvSpPr>
          <p:cNvPr id="340" name="OT-Availability-Ring"/>
          <p:cNvSpPr/>
          <p:nvPr/>
        </p:nvSpPr>
        <p:spPr>
          <a:xfrm>
            <a:off x="9581334" y="2284400"/>
            <a:ext cx="1421332" cy="92584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FF6E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3" name="Kapitelpunkt 1">
            <a:extLst>
              <a:ext uri="{FF2B5EF4-FFF2-40B4-BE49-F238E27FC236}">
                <a16:creationId xmlns:a16="http://schemas.microsoft.com/office/drawing/2014/main" id="{6E8E013F-7166-0F4C-3D33-B51370155872}"/>
              </a:ext>
            </a:extLst>
          </p:cNvPr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5" name="Kapitelname 1">
            <a:extLst>
              <a:ext uri="{FF2B5EF4-FFF2-40B4-BE49-F238E27FC236}">
                <a16:creationId xmlns:a16="http://schemas.microsoft.com/office/drawing/2014/main" id="{C221F941-D958-49D8-5AA4-5CE2730CA36B}"/>
              </a:ext>
            </a:extLst>
          </p:cNvPr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 dirty="0">
                <a:solidFill>
                  <a:srgbClr val="FF6E00"/>
                </a:solidFill>
              </a:rPr>
              <a:t>Motivation und Grundlagen</a:t>
            </a:r>
          </a:p>
        </p:txBody>
      </p:sp>
      <p:sp>
        <p:nvSpPr>
          <p:cNvPr id="37" name="Kapitelpunkt 2">
            <a:extLst>
              <a:ext uri="{FF2B5EF4-FFF2-40B4-BE49-F238E27FC236}">
                <a16:creationId xmlns:a16="http://schemas.microsoft.com/office/drawing/2014/main" id="{FAC516BF-3DE1-062E-2202-010F65179FA7}"/>
              </a:ext>
            </a:extLst>
          </p:cNvPr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1" name="Kapitelpunkt 3">
            <a:extLst>
              <a:ext uri="{FF2B5EF4-FFF2-40B4-BE49-F238E27FC236}">
                <a16:creationId xmlns:a16="http://schemas.microsoft.com/office/drawing/2014/main" id="{5D135A0C-9C21-AC69-7024-C58F0DD72E6D}"/>
              </a:ext>
            </a:extLst>
          </p:cNvPr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3" name="Kapitelname 3">
            <a:extLst>
              <a:ext uri="{FF2B5EF4-FFF2-40B4-BE49-F238E27FC236}">
                <a16:creationId xmlns:a16="http://schemas.microsoft.com/office/drawing/2014/main" id="{10721603-EAC4-8789-65F1-BD6C61274D3C}"/>
              </a:ext>
            </a:extLst>
          </p:cNvPr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Ergebnisse</a:t>
            </a:r>
          </a:p>
        </p:txBody>
      </p:sp>
      <p:sp>
        <p:nvSpPr>
          <p:cNvPr id="45" name="Kapitelpunkt 4">
            <a:extLst>
              <a:ext uri="{FF2B5EF4-FFF2-40B4-BE49-F238E27FC236}">
                <a16:creationId xmlns:a16="http://schemas.microsoft.com/office/drawing/2014/main" id="{B8CFB04D-1A70-327A-BD8D-928EE86C85A6}"/>
              </a:ext>
            </a:extLst>
          </p:cNvPr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7" name="Kapitelname 4">
            <a:extLst>
              <a:ext uri="{FF2B5EF4-FFF2-40B4-BE49-F238E27FC236}">
                <a16:creationId xmlns:a16="http://schemas.microsoft.com/office/drawing/2014/main" id="{9649C337-42CB-98D2-73B7-F54BE5BC97E3}"/>
              </a:ext>
            </a:extLst>
          </p:cNvPr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49" name="Kapitelpunkt 5">
            <a:extLst>
              <a:ext uri="{FF2B5EF4-FFF2-40B4-BE49-F238E27FC236}">
                <a16:creationId xmlns:a16="http://schemas.microsoft.com/office/drawing/2014/main" id="{65EF22A3-F618-B98A-E0AE-B27C1AB6373E}"/>
              </a:ext>
            </a:extLst>
          </p:cNvPr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1" name="Kapitelname 5">
            <a:extLst>
              <a:ext uri="{FF2B5EF4-FFF2-40B4-BE49-F238E27FC236}">
                <a16:creationId xmlns:a16="http://schemas.microsoft.com/office/drawing/2014/main" id="{C693EE1D-EB1B-A9E4-8EC3-6FF70EFE2C35}"/>
              </a:ext>
            </a:extLst>
          </p:cNvPr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11" name="Autor Fusszeile">
            <a:extLst>
              <a:ext uri="{FF2B5EF4-FFF2-40B4-BE49-F238E27FC236}">
                <a16:creationId xmlns:a16="http://schemas.microsoft.com/office/drawing/2014/main" id="{BF65664E-7B25-BDFE-C7B5-428F43386A3F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12" name="Date Placeholder 12">
            <a:extLst>
              <a:ext uri="{FF2B5EF4-FFF2-40B4-BE49-F238E27FC236}">
                <a16:creationId xmlns:a16="http://schemas.microsoft.com/office/drawing/2014/main" id="{7DA7E8BF-B855-A267-8DD9-DA8C551B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8" name="Kapitelname 2">
            <a:extLst>
              <a:ext uri="{FF2B5EF4-FFF2-40B4-BE49-F238E27FC236}">
                <a16:creationId xmlns:a16="http://schemas.microsoft.com/office/drawing/2014/main" id="{A1B19D14-AC43-C063-932F-FA6B568D9253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151" grpId="0" animBg="1"/>
      <p:bldP spid="6" grpId="0"/>
      <p:bldP spid="9" grpId="0"/>
      <p:bldP spid="3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vert="horz">
            <a:normAutofit fontScale="90000"/>
          </a:bodyPr>
          <a:lstStyle/>
          <a:p>
            <a:r>
              <a:rPr lang="de-DE" noProof="0"/>
              <a:t>Ab 20. Januar 2027 ist Cybersecurity Teil der Konformitätsbewertung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38499"/>
          </a:xfrm>
        </p:spPr>
        <p:txBody>
          <a:bodyPr/>
          <a:lstStyle/>
          <a:p>
            <a:r>
              <a:rPr lang="de-DE" noProof="0"/>
              <a:t>Functional Testing of Security in Industrial Gateways under the New Machinery Regulation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AFC0DE47-E009-49FD-9AD1-65414DD64D1A}" type="slidenum">
              <a:rPr lang="de-DE" noProof="0" smtClean="0"/>
              <a:pPr/>
              <a:t>4</a:t>
            </a:fld>
            <a:endParaRPr lang="de-DE" noProof="0"/>
          </a:p>
        </p:txBody>
      </p:sp>
      <p:sp>
        <p:nvSpPr>
          <p:cNvPr id="7" name="Chapter Placeholder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38112"/>
          </a:xfrm>
        </p:spPr>
        <p:txBody>
          <a:bodyPr vert="horz">
            <a:noAutofit/>
          </a:bodyPr>
          <a:lstStyle/>
          <a:p>
            <a:r>
              <a:rPr lang="de-DE" noProof="0"/>
              <a:t>Motivation</a:t>
            </a:r>
          </a:p>
        </p:txBody>
      </p:sp>
      <p:sp>
        <p:nvSpPr>
          <p:cNvPr id="100" name="Zeitstrahl"/>
          <p:cNvSpPr/>
          <p:nvPr/>
        </p:nvSpPr>
        <p:spPr>
          <a:xfrm>
            <a:off x="700000" y="2687300"/>
            <a:ext cx="900000" cy="25400"/>
          </a:xfrm>
          <a:prstGeom prst="rect">
            <a:avLst/>
          </a:prstGeom>
          <a:solidFill>
            <a:srgbClr val="8A91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1" name="Uebergangslinie"/>
          <p:cNvSpPr/>
          <p:nvPr/>
        </p:nvSpPr>
        <p:spPr>
          <a:xfrm>
            <a:off x="1600000" y="2700000"/>
            <a:ext cx="8500000" cy="0"/>
          </a:xfrm>
          <a:prstGeom prst="line">
            <a:avLst/>
          </a:prstGeom>
          <a:noFill/>
          <a:ln w="28575">
            <a:solidFill>
              <a:srgbClr val="FF6E00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02" name="Punkt links"/>
          <p:cNvSpPr/>
          <p:nvPr/>
        </p:nvSpPr>
        <p:spPr>
          <a:xfrm>
            <a:off x="1500000" y="2600000"/>
            <a:ext cx="200000" cy="200000"/>
          </a:xfrm>
          <a:prstGeom prst="ellipse">
            <a:avLst/>
          </a:prstGeom>
          <a:solidFill>
            <a:srgbClr val="8A919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3" name="Punkt rechts"/>
          <p:cNvSpPr/>
          <p:nvPr/>
        </p:nvSpPr>
        <p:spPr>
          <a:xfrm>
            <a:off x="9890000" y="2490000"/>
            <a:ext cx="420000" cy="42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4" name="Uebergangslabel"/>
          <p:cNvSpPr txBox="1"/>
          <p:nvPr/>
        </p:nvSpPr>
        <p:spPr>
          <a:xfrm>
            <a:off x="1600000" y="2220000"/>
            <a:ext cx="8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de-DE" sz="2000" b="1">
                <a:solidFill>
                  <a:srgbClr val="FF6E00"/>
                </a:solidFill>
              </a:rPr>
              <a:t>Übergangsfrist</a:t>
            </a:r>
          </a:p>
        </p:txBody>
      </p:sp>
      <p:sp>
        <p:nvSpPr>
          <p:cNvPr id="110" name="Label links"/>
          <p:cNvSpPr txBox="1"/>
          <p:nvPr/>
        </p:nvSpPr>
        <p:spPr>
          <a:xfrm>
            <a:off x="700000" y="2960000"/>
            <a:ext cx="46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de-DE" sz="2000" b="1" dirty="0">
                <a:solidFill>
                  <a:srgbClr val="30343A"/>
                </a:solidFill>
              </a:rPr>
              <a:t>29.06.2023</a:t>
            </a:r>
          </a:p>
          <a:p>
            <a:pPr algn="l"/>
            <a:r>
              <a:rPr lang="de-DE" sz="2000" b="0" dirty="0">
                <a:solidFill>
                  <a:srgbClr val="5B666F"/>
                </a:solidFill>
              </a:rPr>
              <a:t>Veröffentlichung im Amtsblatt der EU</a:t>
            </a:r>
          </a:p>
        </p:txBody>
      </p:sp>
      <p:sp>
        <p:nvSpPr>
          <p:cNvPr id="111" name="Label rechts"/>
          <p:cNvSpPr txBox="1"/>
          <p:nvPr/>
        </p:nvSpPr>
        <p:spPr>
          <a:xfrm>
            <a:off x="6100000" y="3030000"/>
            <a:ext cx="57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de-DE" sz="2000" b="1" dirty="0">
                <a:solidFill>
                  <a:srgbClr val="FF6E00"/>
                </a:solidFill>
              </a:rPr>
              <a:t>20.01.2027 · verbindliche Anwendung</a:t>
            </a:r>
          </a:p>
          <a:p>
            <a:pPr algn="r"/>
            <a:r>
              <a:rPr lang="de-DE" sz="2000" b="0" dirty="0">
                <a:solidFill>
                  <a:srgbClr val="5B666F"/>
                </a:solidFill>
              </a:rPr>
              <a:t>Ablösung der Maschinenrichtlinie 2006/42/EG</a:t>
            </a:r>
          </a:p>
        </p:txBody>
      </p:sp>
      <p:sp>
        <p:nvSpPr>
          <p:cNvPr id="130" name="Karte links"/>
          <p:cNvSpPr txBox="1"/>
          <p:nvPr/>
        </p:nvSpPr>
        <p:spPr>
          <a:xfrm>
            <a:off x="700000" y="3820000"/>
            <a:ext cx="4900000" cy="17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algn="l"/>
            <a:r>
              <a:rPr lang="de-DE" sz="2000" b="1" dirty="0">
                <a:solidFill>
                  <a:srgbClr val="30343A"/>
                </a:solidFill>
              </a:rPr>
              <a:t>Maschinenrichtlinie 2006/42/EG</a:t>
            </a:r>
          </a:p>
          <a:p>
            <a:pPr algn="l"/>
            <a:r>
              <a:rPr lang="de-DE" sz="2000" b="0">
                <a:solidFill>
                  <a:srgbClr val="5B666F"/>
                </a:solidFill>
              </a:rPr>
              <a:t>funktionales Verhalten und </a:t>
            </a:r>
            <a:r>
              <a:rPr lang="de-DE" sz="2000" b="0" dirty="0" err="1">
                <a:solidFill>
                  <a:srgbClr val="5B666F"/>
                </a:solidFill>
              </a:rPr>
              <a:t>Safety</a:t>
            </a:r>
            <a:endParaRPr lang="de-DE" sz="2000" b="0" dirty="0">
              <a:solidFill>
                <a:srgbClr val="5B666F"/>
              </a:solidFill>
            </a:endParaRPr>
          </a:p>
          <a:p>
            <a:pPr algn="l"/>
            <a:r>
              <a:rPr lang="de-DE" sz="2000" b="0" dirty="0" err="1">
                <a:solidFill>
                  <a:srgbClr val="5B666F"/>
                </a:solidFill>
              </a:rPr>
              <a:t>Cybersecurity</a:t>
            </a:r>
            <a:r>
              <a:rPr lang="de-DE" sz="2000" b="0" dirty="0">
                <a:solidFill>
                  <a:srgbClr val="5B666F"/>
                </a:solidFill>
              </a:rPr>
              <a:t> nicht verpflichtend</a:t>
            </a:r>
          </a:p>
        </p:txBody>
      </p:sp>
      <p:sp>
        <p:nvSpPr>
          <p:cNvPr id="135" name="Uebergangspfeil"/>
          <p:cNvSpPr/>
          <p:nvPr/>
        </p:nvSpPr>
        <p:spPr>
          <a:xfrm>
            <a:off x="5750000" y="4640000"/>
            <a:ext cx="700000" cy="6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Pfeilspitze"/>
          <p:cNvSpPr/>
          <p:nvPr/>
        </p:nvSpPr>
        <p:spPr>
          <a:xfrm rot="5400000">
            <a:off x="6400000" y="4580000"/>
            <a:ext cx="180000" cy="180000"/>
          </a:xfrm>
          <a:prstGeom prst="triangl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1" name="Karte rechts"/>
          <p:cNvSpPr txBox="1"/>
          <p:nvPr/>
        </p:nvSpPr>
        <p:spPr>
          <a:xfrm>
            <a:off x="6700000" y="3820000"/>
            <a:ext cx="4900000" cy="1750000"/>
          </a:xfrm>
          <a:prstGeom prst="roundRect">
            <a:avLst>
              <a:gd name="adj" fmla="val 6000"/>
            </a:avLst>
          </a:prstGeom>
          <a:solidFill>
            <a:srgbClr val="FF6E00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Verordnung (EU) 2023/1230</a:t>
            </a:r>
          </a:p>
          <a:p>
            <a:pPr algn="l"/>
            <a:r>
              <a:rPr lang="de-DE" sz="2000" b="0">
                <a:solidFill>
                  <a:srgbClr val="FFFFFF"/>
                </a:solidFill>
              </a:rPr>
              <a:t>Schutz vor Korruption in der Konformitätsbewertung</a:t>
            </a:r>
          </a:p>
          <a:p>
            <a:pPr algn="l"/>
            <a:r>
              <a:rPr lang="de-DE" sz="2000" b="0">
                <a:solidFill>
                  <a:srgbClr val="FFFFFF"/>
                </a:solidFill>
              </a:rPr>
              <a:t>Anhang III, 1.1.9 und 1.2.1</a:t>
            </a:r>
          </a:p>
          <a:p>
            <a:pPr algn="l"/>
            <a:r>
              <a:rPr lang="de-DE" sz="2000" b="0">
                <a:solidFill>
                  <a:srgbClr val="FFFFFF"/>
                </a:solidFill>
              </a:rPr>
              <a:t>Anhang IV, technische Dokumentation</a:t>
            </a:r>
          </a:p>
        </p:txBody>
      </p:sp>
      <p:sp>
        <p:nvSpPr>
          <p:cNvPr id="31" name="Kapitelpunkt 1">
            <a:extLst>
              <a:ext uri="{FF2B5EF4-FFF2-40B4-BE49-F238E27FC236}">
                <a16:creationId xmlns:a16="http://schemas.microsoft.com/office/drawing/2014/main" id="{CE7F4659-34E8-D3E0-C5F8-4B9BE8F2191E}"/>
              </a:ext>
            </a:extLst>
          </p:cNvPr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" name="Kapitelname 1">
            <a:extLst>
              <a:ext uri="{FF2B5EF4-FFF2-40B4-BE49-F238E27FC236}">
                <a16:creationId xmlns:a16="http://schemas.microsoft.com/office/drawing/2014/main" id="{F1C9645C-75E6-2E19-77B3-8B26808F3EF2}"/>
              </a:ext>
            </a:extLst>
          </p:cNvPr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 dirty="0">
                <a:solidFill>
                  <a:srgbClr val="FF6E00"/>
                </a:solidFill>
              </a:rPr>
              <a:t>Motivation und Grundlagen</a:t>
            </a:r>
          </a:p>
        </p:txBody>
      </p:sp>
      <p:sp>
        <p:nvSpPr>
          <p:cNvPr id="35" name="Kapitelpunkt 2">
            <a:extLst>
              <a:ext uri="{FF2B5EF4-FFF2-40B4-BE49-F238E27FC236}">
                <a16:creationId xmlns:a16="http://schemas.microsoft.com/office/drawing/2014/main" id="{1DC7813C-1B3D-0B0C-B4A4-EB0DFBCDC21B}"/>
              </a:ext>
            </a:extLst>
          </p:cNvPr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9" name="Kapitelpunkt 3">
            <a:extLst>
              <a:ext uri="{FF2B5EF4-FFF2-40B4-BE49-F238E27FC236}">
                <a16:creationId xmlns:a16="http://schemas.microsoft.com/office/drawing/2014/main" id="{242544FA-B610-F14E-9391-AFE8BDEB7667}"/>
              </a:ext>
            </a:extLst>
          </p:cNvPr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1" name="Kapitelname 3">
            <a:extLst>
              <a:ext uri="{FF2B5EF4-FFF2-40B4-BE49-F238E27FC236}">
                <a16:creationId xmlns:a16="http://schemas.microsoft.com/office/drawing/2014/main" id="{47A52361-68E2-08BD-BB01-9078B62C9FB9}"/>
              </a:ext>
            </a:extLst>
          </p:cNvPr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Ergebnisse</a:t>
            </a:r>
          </a:p>
        </p:txBody>
      </p:sp>
      <p:sp>
        <p:nvSpPr>
          <p:cNvPr id="43" name="Kapitelpunkt 4">
            <a:extLst>
              <a:ext uri="{FF2B5EF4-FFF2-40B4-BE49-F238E27FC236}">
                <a16:creationId xmlns:a16="http://schemas.microsoft.com/office/drawing/2014/main" id="{212689E3-8CEE-B2A1-F8D5-1809456758D2}"/>
              </a:ext>
            </a:extLst>
          </p:cNvPr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5" name="Kapitelname 4">
            <a:extLst>
              <a:ext uri="{FF2B5EF4-FFF2-40B4-BE49-F238E27FC236}">
                <a16:creationId xmlns:a16="http://schemas.microsoft.com/office/drawing/2014/main" id="{62629689-A60C-76CC-275A-2AF331AA4189}"/>
              </a:ext>
            </a:extLst>
          </p:cNvPr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47" name="Kapitelpunkt 5">
            <a:extLst>
              <a:ext uri="{FF2B5EF4-FFF2-40B4-BE49-F238E27FC236}">
                <a16:creationId xmlns:a16="http://schemas.microsoft.com/office/drawing/2014/main" id="{744A5D24-32EF-CDAB-C21C-7978734FFEB4}"/>
              </a:ext>
            </a:extLst>
          </p:cNvPr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9" name="Kapitelname 5">
            <a:extLst>
              <a:ext uri="{FF2B5EF4-FFF2-40B4-BE49-F238E27FC236}">
                <a16:creationId xmlns:a16="http://schemas.microsoft.com/office/drawing/2014/main" id="{D08A2274-18E9-4F5B-FFE2-7A80A9AB4538}"/>
              </a:ext>
            </a:extLst>
          </p:cNvPr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9" name="Autor Fusszeile">
            <a:extLst>
              <a:ext uri="{FF2B5EF4-FFF2-40B4-BE49-F238E27FC236}">
                <a16:creationId xmlns:a16="http://schemas.microsoft.com/office/drawing/2014/main" id="{09E0582E-C4A6-BDF2-5232-6A491FF10D8F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10" name="Date Placeholder 12">
            <a:extLst>
              <a:ext uri="{FF2B5EF4-FFF2-40B4-BE49-F238E27FC236}">
                <a16:creationId xmlns:a16="http://schemas.microsoft.com/office/drawing/2014/main" id="{E5C23329-D585-5430-850B-13639728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6" name="Kapitelname 2">
            <a:extLst>
              <a:ext uri="{FF2B5EF4-FFF2-40B4-BE49-F238E27FC236}">
                <a16:creationId xmlns:a16="http://schemas.microsoft.com/office/drawing/2014/main" id="{15B6BADE-6E08-707D-9B6F-D2DDE231D676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vert="horz">
            <a:normAutofit fontScale="90000"/>
          </a:bodyPr>
          <a:lstStyle/>
          <a:p>
            <a:r>
              <a:rPr lang="de-DE" noProof="0" dirty="0"/>
              <a:t>Zwischen Prüfpraxis und Regulierung klafft eine </a:t>
            </a:r>
            <a:br>
              <a:rPr lang="de-DE" noProof="0" dirty="0"/>
            </a:br>
            <a:r>
              <a:rPr lang="de-DE" noProof="0" dirty="0"/>
              <a:t>Lücke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38499"/>
          </a:xfrm>
        </p:spPr>
        <p:txBody>
          <a:bodyPr/>
          <a:lstStyle/>
          <a:p>
            <a:r>
              <a:rPr lang="de-DE" noProof="0" dirty="0" err="1"/>
              <a:t>Functional</a:t>
            </a:r>
            <a:r>
              <a:rPr lang="de-DE" noProof="0" dirty="0"/>
              <a:t> </a:t>
            </a:r>
            <a:r>
              <a:rPr lang="de-DE" noProof="0" dirty="0" err="1"/>
              <a:t>Testing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Security in Industrial Gateways </a:t>
            </a:r>
            <a:r>
              <a:rPr lang="de-DE" noProof="0" dirty="0" err="1"/>
              <a:t>under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New Machinery Regulation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AFC0DE47-E009-49FD-9AD1-65414DD64D1A}" type="slidenum">
              <a:rPr lang="de-DE" noProof="0" smtClean="0"/>
              <a:pPr/>
              <a:t>5</a:t>
            </a:fld>
            <a:endParaRPr lang="de-DE" noProof="0"/>
          </a:p>
        </p:txBody>
      </p:sp>
      <p:sp>
        <p:nvSpPr>
          <p:cNvPr id="7" name="Chapter Placeholder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38112"/>
          </a:xfrm>
        </p:spPr>
        <p:txBody>
          <a:bodyPr vert="horz">
            <a:noAutofit/>
          </a:bodyPr>
          <a:lstStyle/>
          <a:p>
            <a:r>
              <a:rPr lang="de-DE" noProof="0"/>
              <a:t>Motivation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 dirty="0">
                <a:solidFill>
                  <a:srgbClr val="FF6E00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101" name="Luecke-Karte links"/>
          <p:cNvSpPr txBox="1"/>
          <p:nvPr/>
        </p:nvSpPr>
        <p:spPr>
          <a:xfrm>
            <a:off x="688000" y="3270000"/>
            <a:ext cx="3900000" cy="82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>
                <a:solidFill>
                  <a:srgbClr val="30343A"/>
                </a:solidFill>
              </a:rPr>
              <a:t>Pflicht der Maschinenverordnung</a:t>
            </a:r>
          </a:p>
        </p:txBody>
      </p:sp>
      <p:sp>
        <p:nvSpPr>
          <p:cNvPr id="102" name="Luecke-Karte rechts"/>
          <p:cNvSpPr txBox="1"/>
          <p:nvPr/>
        </p:nvSpPr>
        <p:spPr>
          <a:xfrm>
            <a:off x="7580000" y="3270000"/>
            <a:ext cx="3900000" cy="82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>
                <a:solidFill>
                  <a:srgbClr val="30343A"/>
                </a:solidFill>
              </a:rPr>
              <a:t>Testergebnis am Gerät</a:t>
            </a:r>
          </a:p>
        </p:txBody>
      </p:sp>
      <p:sp>
        <p:nvSpPr>
          <p:cNvPr id="103" name="Luecke-Linie links"/>
          <p:cNvSpPr/>
          <p:nvPr/>
        </p:nvSpPr>
        <p:spPr>
          <a:xfrm>
            <a:off x="4688000" y="3680000"/>
            <a:ext cx="900000" cy="0"/>
          </a:xfrm>
          <a:prstGeom prst="line">
            <a:avLst/>
          </a:prstGeom>
          <a:ln w="28575">
            <a:solidFill>
              <a:srgbClr val="9AA1A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04" name="Luecke-Linie rechts"/>
          <p:cNvSpPr/>
          <p:nvPr/>
        </p:nvSpPr>
        <p:spPr>
          <a:xfrm>
            <a:off x="6688000" y="3680000"/>
            <a:ext cx="900000" cy="0"/>
          </a:xfrm>
          <a:prstGeom prst="line">
            <a:avLst/>
          </a:prstGeom>
          <a:ln w="28575">
            <a:solidFill>
              <a:srgbClr val="9AA1A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05" name="Luecke-Fragezeichen"/>
          <p:cNvSpPr txBox="1"/>
          <p:nvPr/>
        </p:nvSpPr>
        <p:spPr>
          <a:xfrm>
            <a:off x="5488000" y="2850000"/>
            <a:ext cx="1300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6600" b="1">
                <a:solidFill>
                  <a:srgbClr val="FF6E00"/>
                </a:solidFill>
              </a:rPr>
              <a:t>?</a:t>
            </a:r>
          </a:p>
        </p:txBody>
      </p:sp>
      <p:sp>
        <p:nvSpPr>
          <p:cNvPr id="106" name="Luecke-Hinweis"/>
          <p:cNvSpPr txBox="1"/>
          <p:nvPr/>
        </p:nvSpPr>
        <p:spPr>
          <a:xfrm>
            <a:off x="4988000" y="4030000"/>
            <a:ext cx="2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2000" b="0" dirty="0">
                <a:solidFill>
                  <a:srgbClr val="5B666F"/>
                </a:solidFill>
              </a:rPr>
              <a:t>kein Verfahren</a:t>
            </a:r>
          </a:p>
        </p:txBody>
      </p:sp>
      <p:sp>
        <p:nvSpPr>
          <p:cNvPr id="9" name="Autor Fusszeile">
            <a:extLst>
              <a:ext uri="{FF2B5EF4-FFF2-40B4-BE49-F238E27FC236}">
                <a16:creationId xmlns:a16="http://schemas.microsoft.com/office/drawing/2014/main" id="{04DF1FE4-4B6E-5DA3-A01E-340566DB6D46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10" name="Date Placeholder 12">
            <a:extLst>
              <a:ext uri="{FF2B5EF4-FFF2-40B4-BE49-F238E27FC236}">
                <a16:creationId xmlns:a16="http://schemas.microsoft.com/office/drawing/2014/main" id="{2D04F76F-D9A9-30EF-5FBA-DE41F41BF2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6" name="Kapitelname 2">
            <a:extLst>
              <a:ext uri="{FF2B5EF4-FFF2-40B4-BE49-F238E27FC236}">
                <a16:creationId xmlns:a16="http://schemas.microsoft.com/office/drawing/2014/main" id="{3BF60BBF-CB02-B3AE-A377-03B2DD8B07C4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vert="horz">
            <a:normAutofit/>
          </a:bodyPr>
          <a:lstStyle/>
          <a:p>
            <a:r>
              <a:rPr lang="de-DE" noProof="0"/>
              <a:t>Drei Fragen leiten die Arbeit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38499"/>
          </a:xfrm>
        </p:spPr>
        <p:txBody>
          <a:bodyPr/>
          <a:lstStyle/>
          <a:p>
            <a:r>
              <a:rPr lang="de-DE" noProof="0"/>
              <a:t>Functional Testing of Security in Industrial Gateways under the New Machinery Regulation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AFC0DE47-E009-49FD-9AD1-65414DD64D1A}" type="slidenum">
              <a:rPr lang="de-DE" noProof="0" smtClean="0"/>
              <a:pPr/>
              <a:t>6</a:t>
            </a:fld>
            <a:endParaRPr lang="de-DE" noProof="0"/>
          </a:p>
        </p:txBody>
      </p:sp>
      <p:sp>
        <p:nvSpPr>
          <p:cNvPr id="7" name="Chapter Placeholder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38112"/>
          </a:xfrm>
        </p:spPr>
        <p:txBody>
          <a:bodyPr vert="horz">
            <a:noAutofit/>
          </a:bodyPr>
          <a:lstStyle/>
          <a:p>
            <a:r>
              <a:rPr lang="de-DE" noProof="0"/>
              <a:t>Motivation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101" name="Luecke-Karte links"/>
          <p:cNvSpPr txBox="1"/>
          <p:nvPr/>
        </p:nvSpPr>
        <p:spPr>
          <a:xfrm>
            <a:off x="1250000" y="1420000"/>
            <a:ext cx="2950000" cy="64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>
                <a:solidFill>
                  <a:srgbClr val="9AA1A9"/>
                </a:solidFill>
              </a:rPr>
              <a:t>Pflicht der Maschinenverordnung</a:t>
            </a:r>
          </a:p>
        </p:txBody>
      </p:sp>
      <p:sp>
        <p:nvSpPr>
          <p:cNvPr id="102" name="Luecke-Karte rechts"/>
          <p:cNvSpPr txBox="1"/>
          <p:nvPr/>
        </p:nvSpPr>
        <p:spPr>
          <a:xfrm>
            <a:off x="7992000" y="1420000"/>
            <a:ext cx="2950000" cy="64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>
                <a:solidFill>
                  <a:srgbClr val="9AA1A9"/>
                </a:solidFill>
              </a:rPr>
              <a:t>Testergebnis am Gerät</a:t>
            </a:r>
          </a:p>
        </p:txBody>
      </p:sp>
      <p:sp>
        <p:nvSpPr>
          <p:cNvPr id="103" name="Luecke-Linie links"/>
          <p:cNvSpPr/>
          <p:nvPr/>
        </p:nvSpPr>
        <p:spPr>
          <a:xfrm>
            <a:off x="4400000" y="1740000"/>
            <a:ext cx="650000" cy="0"/>
          </a:xfrm>
          <a:prstGeom prst="line">
            <a:avLst/>
          </a:prstGeom>
          <a:ln w="19050">
            <a:solidFill>
              <a:srgbClr val="9AA1A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04" name="Luecke-Linie rechts"/>
          <p:cNvSpPr/>
          <p:nvPr/>
        </p:nvSpPr>
        <p:spPr>
          <a:xfrm>
            <a:off x="7150000" y="1740000"/>
            <a:ext cx="650000" cy="0"/>
          </a:xfrm>
          <a:prstGeom prst="line">
            <a:avLst/>
          </a:prstGeom>
          <a:ln w="19050">
            <a:solidFill>
              <a:srgbClr val="9AA1A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05" name="Luecke-Fragezeichen"/>
          <p:cNvSpPr txBox="1"/>
          <p:nvPr/>
        </p:nvSpPr>
        <p:spPr>
          <a:xfrm>
            <a:off x="5500000" y="1400000"/>
            <a:ext cx="13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4000" b="1">
                <a:solidFill>
                  <a:srgbClr val="F7B183"/>
                </a:solidFill>
              </a:rPr>
              <a:t>?</a:t>
            </a:r>
          </a:p>
        </p:txBody>
      </p:sp>
      <p:sp>
        <p:nvSpPr>
          <p:cNvPr id="106" name="Luecke-Hinweis"/>
          <p:cNvSpPr txBox="1"/>
          <p:nvPr/>
        </p:nvSpPr>
        <p:spPr>
          <a:xfrm>
            <a:off x="5000000" y="2040000"/>
            <a:ext cx="2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2000" b="0">
                <a:solidFill>
                  <a:srgbClr val="9AA1A9"/>
                </a:solidFill>
              </a:rPr>
              <a:t>kein Verfahren</a:t>
            </a:r>
          </a:p>
        </p:txBody>
      </p:sp>
      <p:sp>
        <p:nvSpPr>
          <p:cNvPr id="110" name="Zielband"/>
          <p:cNvSpPr txBox="1"/>
          <p:nvPr/>
        </p:nvSpPr>
        <p:spPr>
          <a:xfrm>
            <a:off x="700000" y="2460000"/>
            <a:ext cx="10792000" cy="46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r>
              <a:rPr lang="de-DE" sz="2000" b="1">
                <a:solidFill>
                  <a:srgbClr val="FFFFFF"/>
                </a:solidFill>
              </a:rPr>
              <a:t>Ziel: systematische, rückverfolgbare Testmethodik</a:t>
            </a:r>
          </a:p>
        </p:txBody>
      </p:sp>
      <p:sp>
        <p:nvSpPr>
          <p:cNvPr id="120" name="Frage-Karte 1"/>
          <p:cNvSpPr txBox="1"/>
          <p:nvPr/>
        </p:nvSpPr>
        <p:spPr>
          <a:xfrm>
            <a:off x="400000" y="3060000"/>
            <a:ext cx="3600000" cy="240000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21" name="Frage-Chip 1"/>
          <p:cNvSpPr txBox="1"/>
          <p:nvPr/>
        </p:nvSpPr>
        <p:spPr>
          <a:xfrm>
            <a:off x="680000" y="332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2000" b="1" dirty="0">
                <a:solidFill>
                  <a:srgbClr val="FFFFFF"/>
                </a:solidFill>
              </a:rPr>
              <a:t>FF1</a:t>
            </a:r>
          </a:p>
        </p:txBody>
      </p:sp>
      <p:sp>
        <p:nvSpPr>
          <p:cNvPr id="122" name="Frage-Text 1"/>
          <p:cNvSpPr txBox="1"/>
          <p:nvPr/>
        </p:nvSpPr>
        <p:spPr>
          <a:xfrm>
            <a:off x="680000" y="3900000"/>
            <a:ext cx="304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2000" b="0">
                <a:solidFill>
                  <a:srgbClr val="30343A"/>
                </a:solidFill>
              </a:rPr>
              <a:t>Pflicht zur prüfbaren Anforderung?</a:t>
            </a:r>
          </a:p>
        </p:txBody>
      </p:sp>
      <p:sp>
        <p:nvSpPr>
          <p:cNvPr id="123" name="Frage-Karte 2"/>
          <p:cNvSpPr txBox="1"/>
          <p:nvPr/>
        </p:nvSpPr>
        <p:spPr>
          <a:xfrm>
            <a:off x="4296000" y="3060000"/>
            <a:ext cx="3600000" cy="240000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24" name="Frage-Chip 2"/>
          <p:cNvSpPr txBox="1"/>
          <p:nvPr/>
        </p:nvSpPr>
        <p:spPr>
          <a:xfrm>
            <a:off x="4576000" y="332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2000" b="1" dirty="0">
                <a:solidFill>
                  <a:srgbClr val="FFFFFF"/>
                </a:solidFill>
              </a:rPr>
              <a:t>FF2</a:t>
            </a:r>
          </a:p>
        </p:txBody>
      </p:sp>
      <p:sp>
        <p:nvSpPr>
          <p:cNvPr id="125" name="Frage-Text 2"/>
          <p:cNvSpPr txBox="1"/>
          <p:nvPr/>
        </p:nvSpPr>
        <p:spPr>
          <a:xfrm>
            <a:off x="4576000" y="3900000"/>
            <a:ext cx="304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2000" b="0">
                <a:solidFill>
                  <a:srgbClr val="30343A"/>
                </a:solidFill>
              </a:rPr>
              <a:t>Welche Firmentests sind anwendbar?</a:t>
            </a:r>
          </a:p>
        </p:txBody>
      </p:sp>
      <p:sp>
        <p:nvSpPr>
          <p:cNvPr id="126" name="Frage-Karte 3"/>
          <p:cNvSpPr txBox="1"/>
          <p:nvPr/>
        </p:nvSpPr>
        <p:spPr>
          <a:xfrm>
            <a:off x="8192000" y="3060000"/>
            <a:ext cx="3600000" cy="240000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27" name="Frage-Chip 3"/>
          <p:cNvSpPr txBox="1"/>
          <p:nvPr/>
        </p:nvSpPr>
        <p:spPr>
          <a:xfrm>
            <a:off x="8472000" y="3320000"/>
            <a:ext cx="900000" cy="420000"/>
          </a:xfrm>
          <a:prstGeom prst="roundRect">
            <a:avLst>
              <a:gd name="adj" fmla="val 20000"/>
            </a:avLst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FF3</a:t>
            </a:r>
          </a:p>
        </p:txBody>
      </p:sp>
      <p:sp>
        <p:nvSpPr>
          <p:cNvPr id="128" name="Frage-Text 3"/>
          <p:cNvSpPr txBox="1"/>
          <p:nvPr/>
        </p:nvSpPr>
        <p:spPr>
          <a:xfrm>
            <a:off x="8472000" y="3900000"/>
            <a:ext cx="304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2000" b="0">
                <a:solidFill>
                  <a:srgbClr val="30343A"/>
                </a:solidFill>
              </a:rPr>
              <a:t>Was kann Direktzugriff verifizieren, und was nicht?</a:t>
            </a:r>
          </a:p>
        </p:txBody>
      </p:sp>
      <p:sp>
        <p:nvSpPr>
          <p:cNvPr id="9" name="Autor Fusszeile">
            <a:extLst>
              <a:ext uri="{FF2B5EF4-FFF2-40B4-BE49-F238E27FC236}">
                <a16:creationId xmlns:a16="http://schemas.microsoft.com/office/drawing/2014/main" id="{3AC41C30-1E06-5475-22C0-56EFF9EC8957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10" name="Date Placeholder 12">
            <a:extLst>
              <a:ext uri="{FF2B5EF4-FFF2-40B4-BE49-F238E27FC236}">
                <a16:creationId xmlns:a16="http://schemas.microsoft.com/office/drawing/2014/main" id="{11D4C73D-BDC6-BF8C-3E1E-54051DE9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6" name="Kapitelname 2">
            <a:extLst>
              <a:ext uri="{FF2B5EF4-FFF2-40B4-BE49-F238E27FC236}">
                <a16:creationId xmlns:a16="http://schemas.microsoft.com/office/drawing/2014/main" id="{50451E5B-9559-2648-14BF-188FABA3EDC7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vert="horz">
            <a:normAutofit fontScale="90000"/>
          </a:bodyPr>
          <a:lstStyle/>
          <a:p>
            <a:r>
              <a:rPr lang="de-DE" noProof="0" dirty="0"/>
              <a:t>Drei Ebenen führen von der Rechtspflicht zur </a:t>
            </a:r>
            <a:br>
              <a:rPr lang="de-DE" noProof="0" dirty="0"/>
            </a:br>
            <a:r>
              <a:rPr lang="de-DE" noProof="0" dirty="0"/>
              <a:t>prüfbaren Anforderung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38499"/>
          </a:xfrm>
        </p:spPr>
        <p:txBody>
          <a:bodyPr/>
          <a:lstStyle/>
          <a:p>
            <a:r>
              <a:rPr lang="de-DE" noProof="0"/>
              <a:t>Functional Testing of Security in Industrial Gateways under the New Machinery Regulation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AFC0DE47-E009-49FD-9AD1-65414DD64D1A}" type="slidenum">
              <a:rPr lang="de-DE" noProof="0" smtClean="0"/>
              <a:pPr/>
              <a:t>7</a:t>
            </a:fld>
            <a:endParaRPr lang="de-DE" noProof="0"/>
          </a:p>
        </p:txBody>
      </p:sp>
      <p:sp>
        <p:nvSpPr>
          <p:cNvPr id="7" name="Chapter Placeholder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38112"/>
          </a:xfrm>
        </p:spPr>
        <p:txBody>
          <a:bodyPr vert="horz">
            <a:noAutofit/>
          </a:bodyPr>
          <a:lstStyle/>
          <a:p>
            <a:r>
              <a:rPr lang="de-DE" noProof="0"/>
              <a:t>Methodik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5" name="Kapitelname 2"/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Methodik</a:t>
            </a:r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101" name="Ebene 1"/>
          <p:cNvSpPr txBox="1">
            <a:spLocks/>
          </p:cNvSpPr>
          <p:nvPr/>
        </p:nvSpPr>
        <p:spPr>
          <a:xfrm>
            <a:off x="2300000" y="1620000"/>
            <a:ext cx="6300000" cy="820000"/>
          </a:xfrm>
          <a:prstGeom prst="roundRect">
            <a:avLst>
              <a:gd name="adj" fmla="val 6000"/>
            </a:avLst>
          </a:prstGeom>
          <a:solidFill>
            <a:srgbClr val="FFE3C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>
                <a:solidFill>
                  <a:srgbClr val="30343A"/>
                </a:solidFill>
              </a:rPr>
              <a:t>Verordnung (EU) 2023/1230, Anhang III · Pflicht auf Maschinenebene</a:t>
            </a:r>
          </a:p>
        </p:txBody>
      </p:sp>
      <p:sp>
        <p:nvSpPr>
          <p:cNvPr id="110" name="Pfeil 1"/>
          <p:cNvSpPr/>
          <p:nvPr/>
        </p:nvSpPr>
        <p:spPr>
          <a:xfrm>
            <a:off x="5310000" y="2500000"/>
            <a:ext cx="280000" cy="300000"/>
          </a:xfrm>
          <a:prstGeom prst="downArrow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2" name="Ebene 2"/>
          <p:cNvSpPr txBox="1">
            <a:spLocks/>
          </p:cNvSpPr>
          <p:nvPr/>
        </p:nvSpPr>
        <p:spPr>
          <a:xfrm>
            <a:off x="2300000" y="2880000"/>
            <a:ext cx="6300000" cy="820000"/>
          </a:xfrm>
          <a:prstGeom prst="roundRect">
            <a:avLst>
              <a:gd name="adj" fmla="val 6000"/>
            </a:avLst>
          </a:prstGeom>
          <a:solidFill>
            <a:srgbClr val="FFB273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 dirty="0" err="1">
                <a:solidFill>
                  <a:srgbClr val="30343A"/>
                </a:solidFill>
              </a:rPr>
              <a:t>prEN</a:t>
            </a:r>
            <a:r>
              <a:rPr lang="de-DE" sz="2000" b="1" dirty="0">
                <a:solidFill>
                  <a:srgbClr val="30343A"/>
                </a:solidFill>
              </a:rPr>
              <a:t> 50742, Ansatz B · technische Auslegung</a:t>
            </a:r>
          </a:p>
        </p:txBody>
      </p:sp>
      <p:sp>
        <p:nvSpPr>
          <p:cNvPr id="111" name="Pfeil 2"/>
          <p:cNvSpPr/>
          <p:nvPr/>
        </p:nvSpPr>
        <p:spPr>
          <a:xfrm>
            <a:off x="5310000" y="3760000"/>
            <a:ext cx="280000" cy="300000"/>
          </a:xfrm>
          <a:prstGeom prst="downArrow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3" name="Ebene 3"/>
          <p:cNvSpPr txBox="1">
            <a:spLocks/>
          </p:cNvSpPr>
          <p:nvPr/>
        </p:nvSpPr>
        <p:spPr>
          <a:xfrm>
            <a:off x="2300000" y="4140000"/>
            <a:ext cx="6300000" cy="820000"/>
          </a:xfrm>
          <a:prstGeom prst="roundRect">
            <a:avLst>
              <a:gd name="adj" fmla="val 6000"/>
            </a:avLst>
          </a:prstGeom>
          <a:solidFill>
            <a:srgbClr val="FF6E0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IEC 62443-4-2 · Component Requirements</a:t>
            </a:r>
          </a:p>
        </p:txBody>
      </p:sp>
      <p:sp>
        <p:nvSpPr>
          <p:cNvPr id="9" name="Autor Fusszeile">
            <a:extLst>
              <a:ext uri="{FF2B5EF4-FFF2-40B4-BE49-F238E27FC236}">
                <a16:creationId xmlns:a16="http://schemas.microsoft.com/office/drawing/2014/main" id="{FE387BC4-2C84-12F0-9374-4C08777BB388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10" name="Date Placeholder 12">
            <a:extLst>
              <a:ext uri="{FF2B5EF4-FFF2-40B4-BE49-F238E27FC236}">
                <a16:creationId xmlns:a16="http://schemas.microsoft.com/office/drawing/2014/main" id="{9FD0340E-1FDD-F6B2-0350-EB39712A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6" name="Kapitelname 3">
            <a:extLst>
              <a:ext uri="{FF2B5EF4-FFF2-40B4-BE49-F238E27FC236}">
                <a16:creationId xmlns:a16="http://schemas.microsoft.com/office/drawing/2014/main" id="{098EFD85-6913-5054-8EF9-C358132C4EC2}"/>
              </a:ext>
            </a:extLst>
          </p:cNvPr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Ergebnisse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wrap="square">
            <a:normAutofit/>
          </a:bodyPr>
          <a:lstStyle/>
          <a:p>
            <a:r>
              <a:rPr lang="de-DE" sz="2800" b="1" dirty="0"/>
              <a:t>Vierzehn prüfbare Anforderungen aus zwei Abschnitten </a:t>
            </a:r>
            <a:br>
              <a:rPr lang="de-DE" sz="2800" b="1" dirty="0"/>
            </a:br>
            <a:r>
              <a:rPr lang="de-DE" sz="2800" b="1" dirty="0"/>
              <a:t>des Anhangs III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6399CC9C-85CB-49B1-8E2D-0B1DA8CCFE7B}" type="slidenum">
              <a:rPr lang="de-DE"/>
              <a:t>8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Methodik</a:t>
            </a:r>
          </a:p>
        </p:txBody>
      </p:sp>
      <p:sp>
        <p:nvSpPr>
          <p:cNvPr id="300" name="Block A Titel"/>
          <p:cNvSpPr txBox="1"/>
          <p:nvPr/>
        </p:nvSpPr>
        <p:spPr>
          <a:xfrm>
            <a:off x="3150000" y="1560000"/>
            <a:ext cx="3320000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de-DE" sz="2000" b="1">
                <a:solidFill>
                  <a:srgbClr val="5B666F"/>
                </a:solidFill>
              </a:rPr>
              <a:t>Anhang III, 1.1.9</a:t>
            </a:r>
          </a:p>
        </p:txBody>
      </p:sp>
      <p:sp>
        <p:nvSpPr>
          <p:cNvPr id="301" name="Block B Titel"/>
          <p:cNvSpPr txBox="1"/>
          <p:nvPr/>
        </p:nvSpPr>
        <p:spPr>
          <a:xfrm>
            <a:off x="8050000" y="1560000"/>
            <a:ext cx="3320000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de-DE" sz="2000" b="1">
                <a:solidFill>
                  <a:srgbClr val="5B666F"/>
                </a:solidFill>
              </a:rPr>
              <a:t>Anhang III, 1.2.1</a:t>
            </a:r>
          </a:p>
        </p:txBody>
      </p:sp>
      <p:sp>
        <p:nvSpPr>
          <p:cNvPr id="302" name="Linie A"/>
          <p:cNvSpPr/>
          <p:nvPr/>
        </p:nvSpPr>
        <p:spPr>
          <a:xfrm>
            <a:off x="3150000" y="1960000"/>
            <a:ext cx="3320000" cy="0"/>
          </a:xfrm>
          <a:prstGeom prst="line">
            <a:avLst/>
          </a:prstGeom>
          <a:noFill/>
          <a:ln w="12700">
            <a:solidFill>
              <a:srgbClr val="C1C5C8"/>
            </a:solidFill>
          </a:ln>
        </p:spPr>
        <p:txBody>
          <a:bodyPr lIns="91440" tIns="45720" rIns="91440" bIns="45720" anchor="ctr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303" name="Linie B"/>
          <p:cNvSpPr/>
          <p:nvPr/>
        </p:nvSpPr>
        <p:spPr>
          <a:xfrm>
            <a:off x="8050000" y="1960000"/>
            <a:ext cx="3320000" cy="0"/>
          </a:xfrm>
          <a:prstGeom prst="line">
            <a:avLst/>
          </a:prstGeom>
          <a:noFill/>
          <a:ln w="12700">
            <a:solidFill>
              <a:srgbClr val="C1C5C8"/>
            </a:solidFill>
          </a:ln>
        </p:spPr>
        <p:txBody>
          <a:bodyPr lIns="91440" tIns="45720" rIns="91440" bIns="45720" anchor="ctr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310" name="RQ-001"/>
          <p:cNvSpPr/>
          <p:nvPr/>
        </p:nvSpPr>
        <p:spPr>
          <a:xfrm>
            <a:off x="3150000" y="20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 dirty="0">
                <a:solidFill>
                  <a:srgbClr val="30343A"/>
                </a:solidFill>
              </a:rPr>
              <a:t>RQ-001</a:t>
            </a:r>
          </a:p>
        </p:txBody>
      </p:sp>
      <p:sp>
        <p:nvSpPr>
          <p:cNvPr id="311" name="RQ-002"/>
          <p:cNvSpPr/>
          <p:nvPr/>
        </p:nvSpPr>
        <p:spPr>
          <a:xfrm>
            <a:off x="4300000" y="20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RQ-002</a:t>
            </a:r>
          </a:p>
        </p:txBody>
      </p:sp>
      <p:sp>
        <p:nvSpPr>
          <p:cNvPr id="312" name="RQ-003"/>
          <p:cNvSpPr/>
          <p:nvPr/>
        </p:nvSpPr>
        <p:spPr>
          <a:xfrm>
            <a:off x="5450000" y="20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RQ-003</a:t>
            </a:r>
          </a:p>
        </p:txBody>
      </p:sp>
      <p:sp>
        <p:nvSpPr>
          <p:cNvPr id="313" name="RQ-004"/>
          <p:cNvSpPr/>
          <p:nvPr/>
        </p:nvSpPr>
        <p:spPr>
          <a:xfrm>
            <a:off x="3150000" y="319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RQ-004</a:t>
            </a:r>
          </a:p>
        </p:txBody>
      </p:sp>
      <p:sp>
        <p:nvSpPr>
          <p:cNvPr id="314" name="RQ-005"/>
          <p:cNvSpPr/>
          <p:nvPr/>
        </p:nvSpPr>
        <p:spPr>
          <a:xfrm>
            <a:off x="4300000" y="319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RQ-005</a:t>
            </a:r>
          </a:p>
        </p:txBody>
      </p:sp>
      <p:sp>
        <p:nvSpPr>
          <p:cNvPr id="315" name="RQ-006"/>
          <p:cNvSpPr/>
          <p:nvPr/>
        </p:nvSpPr>
        <p:spPr>
          <a:xfrm>
            <a:off x="5450000" y="319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RQ-006</a:t>
            </a:r>
          </a:p>
        </p:txBody>
      </p:sp>
      <p:sp>
        <p:nvSpPr>
          <p:cNvPr id="316" name="RQ-007"/>
          <p:cNvSpPr/>
          <p:nvPr/>
        </p:nvSpPr>
        <p:spPr>
          <a:xfrm>
            <a:off x="3150000" y="43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RQ-007</a:t>
            </a:r>
          </a:p>
        </p:txBody>
      </p:sp>
      <p:sp>
        <p:nvSpPr>
          <p:cNvPr id="317" name="RQ-008"/>
          <p:cNvSpPr/>
          <p:nvPr/>
        </p:nvSpPr>
        <p:spPr>
          <a:xfrm>
            <a:off x="4300000" y="43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RQ-008</a:t>
            </a:r>
          </a:p>
        </p:txBody>
      </p:sp>
      <p:sp>
        <p:nvSpPr>
          <p:cNvPr id="318" name="RQ-009"/>
          <p:cNvSpPr/>
          <p:nvPr/>
        </p:nvSpPr>
        <p:spPr>
          <a:xfrm>
            <a:off x="5450000" y="43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RQ-009</a:t>
            </a:r>
          </a:p>
        </p:txBody>
      </p:sp>
      <p:sp>
        <p:nvSpPr>
          <p:cNvPr id="319" name="RQ-010"/>
          <p:cNvSpPr/>
          <p:nvPr/>
        </p:nvSpPr>
        <p:spPr>
          <a:xfrm>
            <a:off x="8050000" y="20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RQ-010</a:t>
            </a:r>
          </a:p>
        </p:txBody>
      </p:sp>
      <p:sp>
        <p:nvSpPr>
          <p:cNvPr id="320" name="RQ-011"/>
          <p:cNvSpPr/>
          <p:nvPr/>
        </p:nvSpPr>
        <p:spPr>
          <a:xfrm>
            <a:off x="9200000" y="20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RQ-011</a:t>
            </a:r>
          </a:p>
        </p:txBody>
      </p:sp>
      <p:sp>
        <p:nvSpPr>
          <p:cNvPr id="321" name="RQ-012"/>
          <p:cNvSpPr/>
          <p:nvPr/>
        </p:nvSpPr>
        <p:spPr>
          <a:xfrm>
            <a:off x="10350000" y="204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RQ-012</a:t>
            </a:r>
          </a:p>
        </p:txBody>
      </p:sp>
      <p:sp>
        <p:nvSpPr>
          <p:cNvPr id="322" name="RQ-013"/>
          <p:cNvSpPr/>
          <p:nvPr/>
        </p:nvSpPr>
        <p:spPr>
          <a:xfrm>
            <a:off x="8050000" y="319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RQ-013</a:t>
            </a:r>
          </a:p>
        </p:txBody>
      </p:sp>
      <p:sp>
        <p:nvSpPr>
          <p:cNvPr id="323" name="RQ-014"/>
          <p:cNvSpPr/>
          <p:nvPr/>
        </p:nvSpPr>
        <p:spPr>
          <a:xfrm>
            <a:off x="9200000" y="3190000"/>
            <a:ext cx="1020000" cy="10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45720" tIns="0" rIns="45720" bIns="0" anchor="ctr">
            <a:normAutofit/>
          </a:bodyPr>
          <a:lstStyle/>
          <a:p>
            <a:pPr algn="ctr"/>
            <a:r>
              <a:rPr lang="de-DE" sz="2000">
                <a:solidFill>
                  <a:srgbClr val="30343A"/>
                </a:solidFill>
              </a:rPr>
              <a:t>RQ-014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5" name="Kapitelname 2"/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Methodik</a:t>
            </a:r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101" name="Ebene 1"/>
          <p:cNvSpPr txBox="1"/>
          <p:nvPr/>
        </p:nvSpPr>
        <p:spPr>
          <a:xfrm>
            <a:off x="400000" y="1700000"/>
            <a:ext cx="2200000" cy="520000"/>
          </a:xfrm>
          <a:prstGeom prst="roundRect">
            <a:avLst>
              <a:gd name="adj" fmla="val 6000"/>
            </a:avLst>
          </a:prstGeom>
          <a:solidFill>
            <a:srgbClr val="FFE3C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>
                <a:solidFill>
                  <a:srgbClr val="30343A"/>
                </a:solidFill>
              </a:rPr>
              <a:t>Verordnung, Anhang III</a:t>
            </a:r>
          </a:p>
        </p:txBody>
      </p:sp>
      <p:sp>
        <p:nvSpPr>
          <p:cNvPr id="110" name="Pfeil 1"/>
          <p:cNvSpPr/>
          <p:nvPr/>
        </p:nvSpPr>
        <p:spPr>
          <a:xfrm>
            <a:off x="1410000" y="2250000"/>
            <a:ext cx="180000" cy="180000"/>
          </a:xfrm>
          <a:prstGeom prst="downArrow">
            <a:avLst/>
          </a:prstGeom>
          <a:solidFill>
            <a:srgbClr val="9AA1A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2" name="Ebene 2"/>
          <p:cNvSpPr txBox="1"/>
          <p:nvPr/>
        </p:nvSpPr>
        <p:spPr>
          <a:xfrm>
            <a:off x="400000" y="2460000"/>
            <a:ext cx="2200000" cy="5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 err="1">
                <a:solidFill>
                  <a:srgbClr val="9AA1A9"/>
                </a:solidFill>
              </a:rPr>
              <a:t>prEN</a:t>
            </a:r>
            <a:r>
              <a:rPr lang="de-DE" sz="2000" b="1">
                <a:solidFill>
                  <a:srgbClr val="9AA1A9"/>
                </a:solidFill>
              </a:rPr>
              <a:t> 50742, Approach B</a:t>
            </a:r>
          </a:p>
        </p:txBody>
      </p:sp>
      <p:sp>
        <p:nvSpPr>
          <p:cNvPr id="111" name="Pfeil 2"/>
          <p:cNvSpPr/>
          <p:nvPr/>
        </p:nvSpPr>
        <p:spPr>
          <a:xfrm>
            <a:off x="1410000" y="3010000"/>
            <a:ext cx="180000" cy="180000"/>
          </a:xfrm>
          <a:prstGeom prst="downArrow">
            <a:avLst/>
          </a:prstGeom>
          <a:solidFill>
            <a:srgbClr val="9AA1A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3" name="Ebene 3"/>
          <p:cNvSpPr txBox="1"/>
          <p:nvPr/>
        </p:nvSpPr>
        <p:spPr>
          <a:xfrm>
            <a:off x="400000" y="3220000"/>
            <a:ext cx="2200000" cy="5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2000" b="1">
                <a:solidFill>
                  <a:srgbClr val="9AA1A9"/>
                </a:solidFill>
              </a:rPr>
              <a:t>IEC 62443-4-2</a:t>
            </a:r>
          </a:p>
        </p:txBody>
      </p:sp>
      <p:sp>
        <p:nvSpPr>
          <p:cNvPr id="130" name="Verbindungspfeil"/>
          <p:cNvSpPr/>
          <p:nvPr/>
        </p:nvSpPr>
        <p:spPr>
          <a:xfrm>
            <a:off x="2660000" y="1870000"/>
            <a:ext cx="400000" cy="180000"/>
          </a:xfrm>
          <a:prstGeom prst="rightArrow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0" name="Mappingpfeil 1"/>
          <p:cNvSpPr/>
          <p:nvPr/>
        </p:nvSpPr>
        <p:spPr>
          <a:xfrm>
            <a:off x="6800000" y="4560000"/>
            <a:ext cx="1700000" cy="140000"/>
          </a:xfrm>
          <a:prstGeom prst="leftArrow">
            <a:avLst/>
          </a:prstGeom>
          <a:solidFill>
            <a:srgbClr val="C1C5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1" name="Mappinglabel 1"/>
          <p:cNvSpPr txBox="1"/>
          <p:nvPr/>
        </p:nvSpPr>
        <p:spPr>
          <a:xfrm>
            <a:off x="8650000" y="4470000"/>
            <a:ext cx="28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200" b="0">
                <a:solidFill>
                  <a:srgbClr val="9AA1A9"/>
                </a:solidFill>
              </a:rPr>
              <a:t>Mapping auf prEN 50742</a:t>
            </a:r>
          </a:p>
        </p:txBody>
      </p:sp>
      <p:sp>
        <p:nvSpPr>
          <p:cNvPr id="142" name="Mappingpfeil 2"/>
          <p:cNvSpPr/>
          <p:nvPr/>
        </p:nvSpPr>
        <p:spPr>
          <a:xfrm>
            <a:off x="6800000" y="5060000"/>
            <a:ext cx="1700000" cy="140000"/>
          </a:xfrm>
          <a:prstGeom prst="leftArrow">
            <a:avLst/>
          </a:prstGeom>
          <a:solidFill>
            <a:srgbClr val="C1C5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3" name="Mappinglabel 2"/>
          <p:cNvSpPr txBox="1"/>
          <p:nvPr/>
        </p:nvSpPr>
        <p:spPr>
          <a:xfrm>
            <a:off x="8650000" y="4970000"/>
            <a:ext cx="28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200" b="0" dirty="0">
                <a:solidFill>
                  <a:srgbClr val="9AA1A9"/>
                </a:solidFill>
              </a:rPr>
              <a:t>Mapping auf IEC 62443-4-2</a:t>
            </a:r>
          </a:p>
        </p:txBody>
      </p:sp>
      <p:sp>
        <p:nvSpPr>
          <p:cNvPr id="3" name="Autor Fusszeile">
            <a:extLst>
              <a:ext uri="{FF2B5EF4-FFF2-40B4-BE49-F238E27FC236}">
                <a16:creationId xmlns:a16="http://schemas.microsoft.com/office/drawing/2014/main" id="{A1CBD199-E96E-9CDF-69EA-AD41D12F777D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A5435E4D-2248-3B9D-FC8D-65F7D14A2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5" name="Kapitelname 3">
            <a:extLst>
              <a:ext uri="{FF2B5EF4-FFF2-40B4-BE49-F238E27FC236}">
                <a16:creationId xmlns:a16="http://schemas.microsoft.com/office/drawing/2014/main" id="{AF1C1444-A178-342C-8054-35290263635B}"/>
              </a:ext>
            </a:extLst>
          </p:cNvPr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Ergebnisse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2400000" y="480000"/>
            <a:ext cx="9400000" cy="900000"/>
          </a:xfrm>
        </p:spPr>
        <p:txBody>
          <a:bodyPr wrap="square">
            <a:normAutofit/>
          </a:bodyPr>
          <a:lstStyle/>
          <a:p>
            <a:r>
              <a:rPr lang="de-DE" sz="2800" b="1"/>
              <a:t>Die Ableitung am Beispiel RQ-003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6ACC463A-0B74-43E3-9EB5-DBED5BDF4AE4}" type="slidenum">
              <a:rPr lang="de-DE"/>
              <a:t>9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Methodik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5" name="Kapitelname 2"/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Methodik</a:t>
            </a:r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100" name="Ableitung Titel"/>
          <p:cNvSpPr txBox="1"/>
          <p:nvPr/>
        </p:nvSpPr>
        <p:spPr>
          <a:xfrm>
            <a:off x="400000" y="1500000"/>
            <a:ext cx="26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400" b="1">
                <a:solidFill>
                  <a:srgbClr val="5B666F"/>
                </a:solidFill>
              </a:rPr>
              <a:t>Ableitung</a:t>
            </a:r>
          </a:p>
        </p:txBody>
      </p:sp>
      <p:sp>
        <p:nvSpPr>
          <p:cNvPr id="101" name="Ebene 1"/>
          <p:cNvSpPr txBox="1"/>
          <p:nvPr/>
        </p:nvSpPr>
        <p:spPr>
          <a:xfrm>
            <a:off x="400000" y="1900000"/>
            <a:ext cx="2600000" cy="1030000"/>
          </a:xfrm>
          <a:prstGeom prst="roundRect">
            <a:avLst>
              <a:gd name="adj" fmla="val 6000"/>
            </a:avLst>
          </a:prstGeom>
          <a:solidFill>
            <a:srgbClr val="FFE3C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1200" b="1">
                <a:solidFill>
                  <a:srgbClr val="30343A"/>
                </a:solidFill>
              </a:rPr>
              <a:t>Verordnung, Anhang III</a:t>
            </a:r>
          </a:p>
        </p:txBody>
      </p:sp>
      <p:sp>
        <p:nvSpPr>
          <p:cNvPr id="111" name="Pfeil 1"/>
          <p:cNvSpPr/>
          <p:nvPr/>
        </p:nvSpPr>
        <p:spPr>
          <a:xfrm>
            <a:off x="1610000" y="2990000"/>
            <a:ext cx="180000" cy="160000"/>
          </a:xfrm>
          <a:prstGeom prst="downArrow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2" name="Ebene 2"/>
          <p:cNvSpPr txBox="1"/>
          <p:nvPr/>
        </p:nvSpPr>
        <p:spPr>
          <a:xfrm>
            <a:off x="400000" y="3210000"/>
            <a:ext cx="2600000" cy="480000"/>
          </a:xfrm>
          <a:prstGeom prst="roundRect">
            <a:avLst>
              <a:gd name="adj" fmla="val 6000"/>
            </a:avLst>
          </a:prstGeom>
          <a:solidFill>
            <a:srgbClr val="FFB273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1200" b="1">
                <a:solidFill>
                  <a:srgbClr val="30343A"/>
                </a:solidFill>
              </a:rPr>
              <a:t>prEN 50742, Approach B</a:t>
            </a:r>
          </a:p>
        </p:txBody>
      </p:sp>
      <p:sp>
        <p:nvSpPr>
          <p:cNvPr id="112" name="Pfeil 2"/>
          <p:cNvSpPr/>
          <p:nvPr/>
        </p:nvSpPr>
        <p:spPr>
          <a:xfrm>
            <a:off x="1610000" y="3750000"/>
            <a:ext cx="180000" cy="160000"/>
          </a:xfrm>
          <a:prstGeom prst="downArrow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3" name="Ebene 3"/>
          <p:cNvSpPr txBox="1"/>
          <p:nvPr/>
        </p:nvSpPr>
        <p:spPr>
          <a:xfrm>
            <a:off x="400000" y="3970000"/>
            <a:ext cx="2600000" cy="700000"/>
          </a:xfrm>
          <a:prstGeom prst="roundRect">
            <a:avLst>
              <a:gd name="adj" fmla="val 6000"/>
            </a:avLst>
          </a:prstGeom>
          <a:solidFill>
            <a:srgbClr val="FF6E0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1200" b="1">
                <a:solidFill>
                  <a:srgbClr val="FFFFFF"/>
                </a:solidFill>
              </a:rPr>
              <a:t>IEC 62443-4-2</a:t>
            </a:r>
          </a:p>
        </p:txBody>
      </p:sp>
      <p:sp>
        <p:nvSpPr>
          <p:cNvPr id="201" name="Stufe 1"/>
          <p:cNvSpPr txBox="1"/>
          <p:nvPr/>
        </p:nvSpPr>
        <p:spPr>
          <a:xfrm>
            <a:off x="3800000" y="1900000"/>
            <a:ext cx="7700000" cy="480000"/>
          </a:xfrm>
          <a:prstGeom prst="roundRect">
            <a:avLst>
              <a:gd name="adj" fmla="val 6000"/>
            </a:avLst>
          </a:prstGeom>
          <a:solidFill>
            <a:srgbClr val="FFE3CC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de-DE"/>
          </a:p>
        </p:txBody>
      </p:sp>
      <p:sp>
        <p:nvSpPr>
          <p:cNvPr id="241" name="Stufe 1 Titel"/>
          <p:cNvSpPr txBox="1"/>
          <p:nvPr/>
        </p:nvSpPr>
        <p:spPr>
          <a:xfrm>
            <a:off x="3950000" y="1900000"/>
            <a:ext cx="235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Anhang III, 1.1.9</a:t>
            </a:r>
          </a:p>
        </p:txBody>
      </p:sp>
      <p:sp>
        <p:nvSpPr>
          <p:cNvPr id="281" name="Stufe 1 Inhalt"/>
          <p:cNvSpPr txBox="1"/>
          <p:nvPr/>
        </p:nvSpPr>
        <p:spPr>
          <a:xfrm>
            <a:off x="6400000" y="1900000"/>
            <a:ext cx="495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0">
                <a:solidFill>
                  <a:srgbClr val="30343A"/>
                </a:solidFill>
              </a:rPr>
              <a:t>Nachweise über Eingriffe sammeln</a:t>
            </a:r>
          </a:p>
        </p:txBody>
      </p:sp>
      <p:sp>
        <p:nvSpPr>
          <p:cNvPr id="202" name="Stufe 2"/>
          <p:cNvSpPr txBox="1"/>
          <p:nvPr/>
        </p:nvSpPr>
        <p:spPr>
          <a:xfrm>
            <a:off x="3800000" y="2450000"/>
            <a:ext cx="7700000" cy="480000"/>
          </a:xfrm>
          <a:prstGeom prst="roundRect">
            <a:avLst>
              <a:gd name="adj" fmla="val 6000"/>
            </a:avLst>
          </a:prstGeom>
          <a:solidFill>
            <a:srgbClr val="FFE3CC"/>
          </a:solidFill>
          <a:ln w="38100">
            <a:solidFill>
              <a:srgbClr val="FF6E00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de-DE"/>
          </a:p>
        </p:txBody>
      </p:sp>
      <p:sp>
        <p:nvSpPr>
          <p:cNvPr id="242" name="Stufe 2 Titel"/>
          <p:cNvSpPr txBox="1"/>
          <p:nvPr/>
        </p:nvSpPr>
        <p:spPr>
          <a:xfrm>
            <a:off x="3950000" y="2450000"/>
            <a:ext cx="235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RQ-003 · Zurechenbarkeit</a:t>
            </a:r>
          </a:p>
        </p:txBody>
      </p:sp>
      <p:sp>
        <p:nvSpPr>
          <p:cNvPr id="282" name="Stufe 2 Inhalt"/>
          <p:cNvSpPr txBox="1"/>
          <p:nvPr/>
        </p:nvSpPr>
        <p:spPr>
          <a:xfrm>
            <a:off x="6400000" y="2450000"/>
            <a:ext cx="495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0">
                <a:solidFill>
                  <a:srgbClr val="30343A"/>
                </a:solidFill>
              </a:rPr>
              <a:t>abgeleitete Anforderung</a:t>
            </a:r>
          </a:p>
        </p:txBody>
      </p:sp>
      <p:sp>
        <p:nvSpPr>
          <p:cNvPr id="203" name="Stufe 3"/>
          <p:cNvSpPr txBox="1"/>
          <p:nvPr/>
        </p:nvSpPr>
        <p:spPr>
          <a:xfrm>
            <a:off x="3800000" y="3210000"/>
            <a:ext cx="7700000" cy="480000"/>
          </a:xfrm>
          <a:prstGeom prst="roundRect">
            <a:avLst>
              <a:gd name="adj" fmla="val 6000"/>
            </a:avLst>
          </a:prstGeom>
          <a:solidFill>
            <a:srgbClr val="FFB273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de-DE"/>
          </a:p>
        </p:txBody>
      </p:sp>
      <p:sp>
        <p:nvSpPr>
          <p:cNvPr id="243" name="Stufe 3 Titel"/>
          <p:cNvSpPr txBox="1"/>
          <p:nvPr/>
        </p:nvSpPr>
        <p:spPr>
          <a:xfrm>
            <a:off x="3950000" y="3210000"/>
            <a:ext cx="235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prEN 50742</a:t>
            </a:r>
          </a:p>
        </p:txBody>
      </p:sp>
      <p:sp>
        <p:nvSpPr>
          <p:cNvPr id="283" name="Stufe 3 Inhalt"/>
          <p:cNvSpPr txBox="1"/>
          <p:nvPr/>
        </p:nvSpPr>
        <p:spPr>
          <a:xfrm>
            <a:off x="6400000" y="3210000"/>
            <a:ext cx="495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0">
                <a:solidFill>
                  <a:srgbClr val="30343A"/>
                </a:solidFill>
              </a:rPr>
              <a:t>Evidenz · Protokollierung · physische Manipulation</a:t>
            </a:r>
          </a:p>
        </p:txBody>
      </p:sp>
      <p:sp>
        <p:nvSpPr>
          <p:cNvPr id="204" name="Stufe 4"/>
          <p:cNvSpPr txBox="1"/>
          <p:nvPr/>
        </p:nvSpPr>
        <p:spPr>
          <a:xfrm>
            <a:off x="3800000" y="3970000"/>
            <a:ext cx="7700000" cy="700000"/>
          </a:xfrm>
          <a:prstGeom prst="roundRect">
            <a:avLst>
              <a:gd name="adj" fmla="val 6000"/>
            </a:avLst>
          </a:prstGeom>
          <a:solidFill>
            <a:srgbClr val="FF6E0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de-DE"/>
          </a:p>
        </p:txBody>
      </p:sp>
      <p:sp>
        <p:nvSpPr>
          <p:cNvPr id="244" name="Stufe 4 Titel"/>
          <p:cNvSpPr txBox="1"/>
          <p:nvPr/>
        </p:nvSpPr>
        <p:spPr>
          <a:xfrm>
            <a:off x="3950000" y="3970000"/>
            <a:ext cx="235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IEC 62443-4-2</a:t>
            </a:r>
          </a:p>
        </p:txBody>
      </p:sp>
      <p:sp>
        <p:nvSpPr>
          <p:cNvPr id="260" name="CR-Chip 1"/>
          <p:cNvSpPr txBox="1"/>
          <p:nvPr/>
        </p:nvSpPr>
        <p:spPr>
          <a:xfrm>
            <a:off x="6400000" y="4060000"/>
            <a:ext cx="1650000" cy="520000"/>
          </a:xfrm>
          <a:prstGeom prst="roundRect">
            <a:avLst>
              <a:gd name="adj" fmla="val 25000"/>
            </a:avLst>
          </a:prstGeom>
          <a:solidFill>
            <a:srgbClr val="FF6E00"/>
          </a:solidFill>
          <a:ln w="38100">
            <a:solidFill>
              <a:srgbClr val="FFFFFF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1100" b="0">
                <a:solidFill>
                  <a:srgbClr val="FFFFFF"/>
                </a:solidFill>
              </a:rPr>
              <a:t>CR 2.8 Ereignisse</a:t>
            </a:r>
          </a:p>
        </p:txBody>
      </p:sp>
      <p:sp>
        <p:nvSpPr>
          <p:cNvPr id="261" name="CR-Chip 2"/>
          <p:cNvSpPr txBox="1"/>
          <p:nvPr/>
        </p:nvSpPr>
        <p:spPr>
          <a:xfrm>
            <a:off x="8120000" y="4060000"/>
            <a:ext cx="1650000" cy="520000"/>
          </a:xfrm>
          <a:prstGeom prst="roundRect">
            <a:avLst>
              <a:gd name="adj" fmla="val 25000"/>
            </a:avLst>
          </a:prstGeom>
          <a:solidFill>
            <a:srgbClr val="FF6E00"/>
          </a:solidFill>
          <a:ln w="38100">
            <a:solidFill>
              <a:srgbClr val="FFFFFF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1100" b="0">
                <a:solidFill>
                  <a:srgbClr val="FFFFFF"/>
                </a:solidFill>
              </a:rPr>
              <a:t>CR 2.12 Nichtabstreitbarkeit</a:t>
            </a:r>
          </a:p>
        </p:txBody>
      </p:sp>
      <p:sp>
        <p:nvSpPr>
          <p:cNvPr id="262" name="CR-Chip 3"/>
          <p:cNvSpPr txBox="1"/>
          <p:nvPr/>
        </p:nvSpPr>
        <p:spPr>
          <a:xfrm>
            <a:off x="9840000" y="4060000"/>
            <a:ext cx="1650000" cy="520000"/>
          </a:xfrm>
          <a:prstGeom prst="roundRect">
            <a:avLst>
              <a:gd name="adj" fmla="val 25000"/>
            </a:avLst>
          </a:prstGeom>
          <a:solidFill>
            <a:srgbClr val="FF6E00"/>
          </a:solidFill>
          <a:ln w="38100">
            <a:solidFill>
              <a:srgbClr val="FFFFFF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de-DE" sz="1100" b="0">
                <a:solidFill>
                  <a:srgbClr val="FFFFFF"/>
                </a:solidFill>
              </a:rPr>
              <a:t>EDR 3.11 Rückfallebene</a:t>
            </a:r>
          </a:p>
        </p:txBody>
      </p:sp>
      <p:sp>
        <p:nvSpPr>
          <p:cNvPr id="301" name="Verbindung 1"/>
          <p:cNvSpPr/>
          <p:nvPr/>
        </p:nvSpPr>
        <p:spPr>
          <a:xfrm>
            <a:off x="3000000" y="2140000"/>
            <a:ext cx="800000" cy="0"/>
          </a:xfrm>
          <a:prstGeom prst="line">
            <a:avLst/>
          </a:prstGeom>
          <a:ln w="19050">
            <a:solidFill>
              <a:srgbClr val="FFE3CC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2" name="Verbindung 2"/>
          <p:cNvSpPr/>
          <p:nvPr/>
        </p:nvSpPr>
        <p:spPr>
          <a:xfrm>
            <a:off x="3000000" y="2690000"/>
            <a:ext cx="800000" cy="0"/>
          </a:xfrm>
          <a:prstGeom prst="line">
            <a:avLst/>
          </a:prstGeom>
          <a:ln w="19050">
            <a:solidFill>
              <a:srgbClr val="FFE3CC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3" name="Verbindung 3"/>
          <p:cNvSpPr/>
          <p:nvPr/>
        </p:nvSpPr>
        <p:spPr>
          <a:xfrm>
            <a:off x="3000000" y="3450000"/>
            <a:ext cx="800000" cy="0"/>
          </a:xfrm>
          <a:prstGeom prst="line">
            <a:avLst/>
          </a:prstGeom>
          <a:ln w="19050">
            <a:solidFill>
              <a:srgbClr val="FFB273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4" name="Verbindung 4"/>
          <p:cNvSpPr/>
          <p:nvPr/>
        </p:nvSpPr>
        <p:spPr>
          <a:xfrm>
            <a:off x="3000000" y="4320000"/>
            <a:ext cx="800000" cy="0"/>
          </a:xfrm>
          <a:prstGeom prst="line">
            <a:avLst/>
          </a:prstGeom>
          <a:ln w="19050">
            <a:solidFill>
              <a:srgbClr val="FF6E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Autor Fusszeile">
            <a:extLst>
              <a:ext uri="{FF2B5EF4-FFF2-40B4-BE49-F238E27FC236}">
                <a16:creationId xmlns:a16="http://schemas.microsoft.com/office/drawing/2014/main" id="{EAE3F762-5F52-86FC-BEBF-A267426CD867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9BBE7A69-9F2A-8399-E62A-799F1FC1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5" name="Kapitelname 3">
            <a:extLst>
              <a:ext uri="{FF2B5EF4-FFF2-40B4-BE49-F238E27FC236}">
                <a16:creationId xmlns:a16="http://schemas.microsoft.com/office/drawing/2014/main" id="{3BD1B3A4-88F1-582D-2C1F-0AC4CC69A18B}"/>
              </a:ext>
            </a:extLst>
          </p:cNvPr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Ergebnisse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680000" y="459763"/>
            <a:ext cx="9400000" cy="900000"/>
          </a:xfrm>
        </p:spPr>
        <p:txBody>
          <a:bodyPr wrap="square">
            <a:normAutofit/>
          </a:bodyPr>
          <a:lstStyle/>
          <a:p>
            <a:r>
              <a:rPr lang="de-DE" sz="2800" b="1" dirty="0"/>
              <a:t>Kein etablierter Ansatz erfüllt alle Kriterien </a:t>
            </a:r>
            <a:br>
              <a:rPr lang="de-DE" sz="2800" b="1" dirty="0"/>
            </a:br>
            <a:r>
              <a:rPr lang="de-DE" sz="2800" b="1" dirty="0"/>
              <a:t>- deshalb eine Kombination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6ACC463A-0B74-43E3-9EB5-DBED5BDF4AE4}" type="slidenum">
              <a:rPr lang="de-DE"/>
              <a:t>10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Methodik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5" name="Kapitelname 2"/>
          <p:cNvSpPr txBox="1"/>
          <p:nvPr/>
        </p:nvSpPr>
        <p:spPr>
          <a:xfrm>
            <a:off x="3130000" y="584234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Methodik</a:t>
            </a:r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2" name="Ansatz 1"/>
          <p:cNvSpPr/>
          <p:nvPr/>
        </p:nvSpPr>
        <p:spPr>
          <a:xfrm>
            <a:off x="400000" y="1600000"/>
            <a:ext cx="6100000" cy="5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0" name="Ansatz 1 Name"/>
          <p:cNvSpPr txBox="1"/>
          <p:nvPr/>
        </p:nvSpPr>
        <p:spPr>
          <a:xfrm>
            <a:off x="540000" y="1600000"/>
            <a:ext cx="25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Funktionales Black-Box-Testing</a:t>
            </a:r>
          </a:p>
        </p:txBody>
      </p:sp>
      <p:sp>
        <p:nvSpPr>
          <p:cNvPr id="240" name="Ansatz 1 Plus"/>
          <p:cNvSpPr txBox="1"/>
          <p:nvPr/>
        </p:nvSpPr>
        <p:spPr>
          <a:xfrm>
            <a:off x="3040000" y="162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FF6E00"/>
                </a:solidFill>
              </a:rPr>
              <a:t>+  </a:t>
            </a:r>
            <a:r>
              <a:rPr lang="de-DE" sz="1500" b="0">
                <a:solidFill>
                  <a:srgbClr val="5B666F"/>
                </a:solidFill>
              </a:rPr>
              <a:t>rückverfolgbar</a:t>
            </a:r>
          </a:p>
        </p:txBody>
      </p:sp>
      <p:sp>
        <p:nvSpPr>
          <p:cNvPr id="260" name="Ansatz 1 Minus"/>
          <p:cNvSpPr txBox="1"/>
          <p:nvPr/>
        </p:nvSpPr>
        <p:spPr>
          <a:xfrm>
            <a:off x="3040000" y="191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9AA1A9"/>
                </a:solidFill>
              </a:rPr>
              <a:t>–  </a:t>
            </a:r>
            <a:r>
              <a:rPr lang="de-DE" sz="1500" b="0">
                <a:solidFill>
                  <a:srgbClr val="9AA1A9"/>
                </a:solidFill>
              </a:rPr>
              <a:t>kein Angreiferblick</a:t>
            </a:r>
          </a:p>
        </p:txBody>
      </p:sp>
      <p:sp>
        <p:nvSpPr>
          <p:cNvPr id="201" name="Ansatz 2"/>
          <p:cNvSpPr/>
          <p:nvPr/>
        </p:nvSpPr>
        <p:spPr>
          <a:xfrm>
            <a:off x="400000" y="2280000"/>
            <a:ext cx="6100000" cy="5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" name="Ansatz 2 Name"/>
          <p:cNvSpPr txBox="1"/>
          <p:nvPr/>
        </p:nvSpPr>
        <p:spPr>
          <a:xfrm>
            <a:off x="540000" y="2280000"/>
            <a:ext cx="25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IEC 62443-4-1 · SVV</a:t>
            </a:r>
          </a:p>
        </p:txBody>
      </p:sp>
      <p:sp>
        <p:nvSpPr>
          <p:cNvPr id="241" name="Ansatz 2 Plus"/>
          <p:cNvSpPr txBox="1"/>
          <p:nvPr/>
        </p:nvSpPr>
        <p:spPr>
          <a:xfrm>
            <a:off x="3040000" y="230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FF6E00"/>
                </a:solidFill>
              </a:rPr>
              <a:t>+  </a:t>
            </a:r>
            <a:r>
              <a:rPr lang="de-DE" sz="1500" b="0">
                <a:solidFill>
                  <a:srgbClr val="5B666F"/>
                </a:solidFill>
              </a:rPr>
              <a:t>definiert das „Was“</a:t>
            </a:r>
          </a:p>
        </p:txBody>
      </p:sp>
      <p:sp>
        <p:nvSpPr>
          <p:cNvPr id="261" name="Ansatz 2 Minus"/>
          <p:cNvSpPr txBox="1"/>
          <p:nvPr/>
        </p:nvSpPr>
        <p:spPr>
          <a:xfrm>
            <a:off x="3040000" y="259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9AA1A9"/>
                </a:solidFill>
              </a:rPr>
              <a:t>–  </a:t>
            </a:r>
            <a:r>
              <a:rPr lang="de-DE" sz="1500" b="0">
                <a:solidFill>
                  <a:srgbClr val="9AA1A9"/>
                </a:solidFill>
              </a:rPr>
              <a:t>keine Testfälle</a:t>
            </a:r>
          </a:p>
        </p:txBody>
      </p:sp>
      <p:sp>
        <p:nvSpPr>
          <p:cNvPr id="202" name="Ansatz 3"/>
          <p:cNvSpPr/>
          <p:nvPr/>
        </p:nvSpPr>
        <p:spPr>
          <a:xfrm>
            <a:off x="400000" y="2960000"/>
            <a:ext cx="6100000" cy="5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" name="Ansatz 3 Name"/>
          <p:cNvSpPr txBox="1"/>
          <p:nvPr/>
        </p:nvSpPr>
        <p:spPr>
          <a:xfrm>
            <a:off x="540000" y="2960000"/>
            <a:ext cx="25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NIST SP 800-115</a:t>
            </a:r>
          </a:p>
        </p:txBody>
      </p:sp>
      <p:sp>
        <p:nvSpPr>
          <p:cNvPr id="242" name="Ansatz 3 Plus"/>
          <p:cNvSpPr txBox="1"/>
          <p:nvPr/>
        </p:nvSpPr>
        <p:spPr>
          <a:xfrm>
            <a:off x="3040000" y="298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FF6E00"/>
                </a:solidFill>
              </a:rPr>
              <a:t>+  </a:t>
            </a:r>
            <a:r>
              <a:rPr lang="de-DE" sz="1500" b="0">
                <a:solidFill>
                  <a:srgbClr val="5B666F"/>
                </a:solidFill>
              </a:rPr>
              <a:t>prozedurale Tiefe</a:t>
            </a:r>
          </a:p>
        </p:txBody>
      </p:sp>
      <p:sp>
        <p:nvSpPr>
          <p:cNvPr id="262" name="Ansatz 3 Minus"/>
          <p:cNvSpPr txBox="1"/>
          <p:nvPr/>
        </p:nvSpPr>
        <p:spPr>
          <a:xfrm>
            <a:off x="3040000" y="327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9AA1A9"/>
                </a:solidFill>
              </a:rPr>
              <a:t>–  </a:t>
            </a:r>
            <a:r>
              <a:rPr lang="de-DE" sz="1500" b="0">
                <a:solidFill>
                  <a:srgbClr val="9AA1A9"/>
                </a:solidFill>
              </a:rPr>
              <a:t>nicht an die Verordnung gebunden</a:t>
            </a:r>
          </a:p>
        </p:txBody>
      </p:sp>
      <p:sp>
        <p:nvSpPr>
          <p:cNvPr id="203" name="Ansatz 4"/>
          <p:cNvSpPr/>
          <p:nvPr/>
        </p:nvSpPr>
        <p:spPr>
          <a:xfrm>
            <a:off x="400000" y="3640000"/>
            <a:ext cx="6100000" cy="5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3" name="Ansatz 4 Name"/>
          <p:cNvSpPr txBox="1"/>
          <p:nvPr/>
        </p:nvSpPr>
        <p:spPr>
          <a:xfrm>
            <a:off x="540000" y="3640000"/>
            <a:ext cx="25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OWASP WSTG und ISTG</a:t>
            </a:r>
          </a:p>
        </p:txBody>
      </p:sp>
      <p:sp>
        <p:nvSpPr>
          <p:cNvPr id="243" name="Ansatz 4 Plus"/>
          <p:cNvSpPr txBox="1"/>
          <p:nvPr/>
        </p:nvSpPr>
        <p:spPr>
          <a:xfrm>
            <a:off x="3040000" y="366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FF6E00"/>
                </a:solidFill>
              </a:rPr>
              <a:t>+  </a:t>
            </a:r>
            <a:r>
              <a:rPr lang="de-DE" sz="1500" b="0">
                <a:solidFill>
                  <a:srgbClr val="5B666F"/>
                </a:solidFill>
              </a:rPr>
              <a:t>konkret für HTTP</a:t>
            </a:r>
          </a:p>
        </p:txBody>
      </p:sp>
      <p:sp>
        <p:nvSpPr>
          <p:cNvPr id="263" name="Ansatz 4 Minus"/>
          <p:cNvSpPr txBox="1"/>
          <p:nvPr/>
        </p:nvSpPr>
        <p:spPr>
          <a:xfrm>
            <a:off x="3040000" y="395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9AA1A9"/>
                </a:solidFill>
              </a:rPr>
              <a:t>–  </a:t>
            </a:r>
            <a:r>
              <a:rPr lang="de-DE" sz="1500" b="0">
                <a:solidFill>
                  <a:srgbClr val="9AA1A9"/>
                </a:solidFill>
              </a:rPr>
              <a:t>kein OT-Feldbus</a:t>
            </a:r>
          </a:p>
        </p:txBody>
      </p:sp>
      <p:sp>
        <p:nvSpPr>
          <p:cNvPr id="204" name="Ansatz 5"/>
          <p:cNvSpPr/>
          <p:nvPr/>
        </p:nvSpPr>
        <p:spPr>
          <a:xfrm>
            <a:off x="400000" y="4320000"/>
            <a:ext cx="6100000" cy="5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" name="Ansatz 5 Name"/>
          <p:cNvSpPr txBox="1"/>
          <p:nvPr/>
        </p:nvSpPr>
        <p:spPr>
          <a:xfrm>
            <a:off x="540000" y="4320000"/>
            <a:ext cx="25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MITRE ATT&amp;CK for ICS</a:t>
            </a:r>
          </a:p>
        </p:txBody>
      </p:sp>
      <p:sp>
        <p:nvSpPr>
          <p:cNvPr id="244" name="Ansatz 5 Plus"/>
          <p:cNvSpPr txBox="1"/>
          <p:nvPr/>
        </p:nvSpPr>
        <p:spPr>
          <a:xfrm>
            <a:off x="3040000" y="434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FF6E00"/>
                </a:solidFill>
              </a:rPr>
              <a:t>+  </a:t>
            </a:r>
            <a:r>
              <a:rPr lang="de-DE" sz="1500" b="0">
                <a:solidFill>
                  <a:srgbClr val="5B666F"/>
                </a:solidFill>
              </a:rPr>
              <a:t>reale Angreifertechniken</a:t>
            </a:r>
          </a:p>
        </p:txBody>
      </p:sp>
      <p:sp>
        <p:nvSpPr>
          <p:cNvPr id="264" name="Ansatz 5 Minus"/>
          <p:cNvSpPr txBox="1"/>
          <p:nvPr/>
        </p:nvSpPr>
        <p:spPr>
          <a:xfrm>
            <a:off x="3040000" y="463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9AA1A9"/>
                </a:solidFill>
              </a:rPr>
              <a:t>–  </a:t>
            </a:r>
            <a:r>
              <a:rPr lang="de-DE" sz="1500" b="0">
                <a:solidFill>
                  <a:srgbClr val="9AA1A9"/>
                </a:solidFill>
              </a:rPr>
              <a:t>keine Prüfprozedur</a:t>
            </a:r>
          </a:p>
        </p:txBody>
      </p:sp>
      <p:sp>
        <p:nvSpPr>
          <p:cNvPr id="205" name="Ansatz 6"/>
          <p:cNvSpPr/>
          <p:nvPr/>
        </p:nvSpPr>
        <p:spPr>
          <a:xfrm>
            <a:off x="400000" y="5000000"/>
            <a:ext cx="6100000" cy="5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5" name="Ansatz 6 Name"/>
          <p:cNvSpPr txBox="1"/>
          <p:nvPr/>
        </p:nvSpPr>
        <p:spPr>
          <a:xfrm>
            <a:off x="540000" y="5000000"/>
            <a:ext cx="25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600" b="1">
                <a:solidFill>
                  <a:srgbClr val="30343A"/>
                </a:solidFill>
              </a:rPr>
              <a:t>Fuzzing und Robustheit</a:t>
            </a:r>
          </a:p>
        </p:txBody>
      </p:sp>
      <p:sp>
        <p:nvSpPr>
          <p:cNvPr id="245" name="Ansatz 6 Plus"/>
          <p:cNvSpPr txBox="1"/>
          <p:nvPr/>
        </p:nvSpPr>
        <p:spPr>
          <a:xfrm>
            <a:off x="3040000" y="502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FF6E00"/>
                </a:solidFill>
              </a:rPr>
              <a:t>+  </a:t>
            </a:r>
            <a:r>
              <a:rPr lang="de-DE" sz="1500" b="0">
                <a:solidFill>
                  <a:srgbClr val="5B666F"/>
                </a:solidFill>
              </a:rPr>
              <a:t>Fehlerbehandlung</a:t>
            </a:r>
          </a:p>
        </p:txBody>
      </p:sp>
      <p:sp>
        <p:nvSpPr>
          <p:cNvPr id="265" name="Ansatz 6 Minus"/>
          <p:cNvSpPr txBox="1"/>
          <p:nvPr/>
        </p:nvSpPr>
        <p:spPr>
          <a:xfrm>
            <a:off x="3040000" y="5310000"/>
            <a:ext cx="334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1500" b="1">
                <a:solidFill>
                  <a:srgbClr val="9AA1A9"/>
                </a:solidFill>
              </a:rPr>
              <a:t>–  </a:t>
            </a:r>
            <a:r>
              <a:rPr lang="de-DE" sz="1500" b="0">
                <a:solidFill>
                  <a:srgbClr val="9AA1A9"/>
                </a:solidFill>
              </a:rPr>
              <a:t>aufwendige Auswertung</a:t>
            </a:r>
          </a:p>
        </p:txBody>
      </p:sp>
      <p:sp>
        <p:nvSpPr>
          <p:cNvPr id="300" name="Strategie Block"/>
          <p:cNvSpPr/>
          <p:nvPr/>
        </p:nvSpPr>
        <p:spPr>
          <a:xfrm>
            <a:off x="7300000" y="1600000"/>
            <a:ext cx="4300000" cy="3960000"/>
          </a:xfrm>
          <a:prstGeom prst="roundRect">
            <a:avLst>
              <a:gd name="adj" fmla="val 6000"/>
            </a:avLst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1" name="Strategie Titel"/>
          <p:cNvSpPr txBox="1"/>
          <p:nvPr/>
        </p:nvSpPr>
        <p:spPr>
          <a:xfrm>
            <a:off x="7580000" y="1860000"/>
            <a:ext cx="374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2000" b="1" dirty="0">
                <a:solidFill>
                  <a:srgbClr val="FFFFFF"/>
                </a:solidFill>
              </a:rPr>
              <a:t>Kombinierte Strategie</a:t>
            </a:r>
          </a:p>
        </p:txBody>
      </p:sp>
      <p:sp>
        <p:nvSpPr>
          <p:cNvPr id="310" name="Strategie Zeile 1"/>
          <p:cNvSpPr txBox="1"/>
          <p:nvPr/>
        </p:nvSpPr>
        <p:spPr>
          <a:xfrm>
            <a:off x="7580000" y="2440000"/>
            <a:ext cx="34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2200" b="1">
                <a:solidFill>
                  <a:srgbClr val="FFE3CC"/>
                </a:solidFill>
              </a:rPr>
              <a:t>1</a:t>
            </a:r>
          </a:p>
        </p:txBody>
      </p:sp>
      <p:sp>
        <p:nvSpPr>
          <p:cNvPr id="320" name="Strategie Text 1"/>
          <p:cNvSpPr txBox="1"/>
          <p:nvPr/>
        </p:nvSpPr>
        <p:spPr>
          <a:xfrm>
            <a:off x="7960000" y="2400000"/>
            <a:ext cx="336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de-DE" sz="1700" b="1">
                <a:solidFill>
                  <a:srgbClr val="FFFFFF"/>
                </a:solidFill>
              </a:rPr>
              <a:t>SVV-Taxonomie der IEC 62443-4-1</a:t>
            </a:r>
            <a:br/>
            <a:r>
              <a:rPr lang="de-DE" sz="1600" b="0">
                <a:solidFill>
                  <a:srgbClr val="FFE3CC"/>
                </a:solidFill>
              </a:rPr>
              <a:t>verankert jeden Test an einem Prüfzweck</a:t>
            </a:r>
          </a:p>
        </p:txBody>
      </p:sp>
      <p:sp>
        <p:nvSpPr>
          <p:cNvPr id="311" name="Strategie Zeile 2"/>
          <p:cNvSpPr txBox="1"/>
          <p:nvPr/>
        </p:nvSpPr>
        <p:spPr>
          <a:xfrm>
            <a:off x="7580000" y="3590000"/>
            <a:ext cx="34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2200" b="1">
                <a:solidFill>
                  <a:srgbClr val="FFE3CC"/>
                </a:solidFill>
              </a:rPr>
              <a:t>2</a:t>
            </a:r>
          </a:p>
        </p:txBody>
      </p:sp>
      <p:sp>
        <p:nvSpPr>
          <p:cNvPr id="321" name="Strategie Text 2"/>
          <p:cNvSpPr txBox="1"/>
          <p:nvPr/>
        </p:nvSpPr>
        <p:spPr>
          <a:xfrm>
            <a:off x="7960000" y="3550000"/>
            <a:ext cx="336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de-DE" sz="1700" b="1">
                <a:solidFill>
                  <a:srgbClr val="FFFFFF"/>
                </a:solidFill>
              </a:rPr>
              <a:t>Anforderungsgetriebene Testfälle</a:t>
            </a:r>
            <a:br/>
            <a:r>
              <a:rPr lang="de-DE" sz="1600" b="0">
                <a:solidFill>
                  <a:srgbClr val="FFE3CC"/>
                </a:solidFill>
              </a:rPr>
              <a:t>Prozeduren nach NIST, OWASP und MITRE</a:t>
            </a:r>
          </a:p>
        </p:txBody>
      </p:sp>
      <p:sp>
        <p:nvSpPr>
          <p:cNvPr id="312" name="Strategie Zeile 3"/>
          <p:cNvSpPr txBox="1"/>
          <p:nvPr/>
        </p:nvSpPr>
        <p:spPr>
          <a:xfrm>
            <a:off x="7580000" y="4740000"/>
            <a:ext cx="34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2200" b="1">
                <a:solidFill>
                  <a:srgbClr val="FFE3CC"/>
                </a:solidFill>
              </a:rPr>
              <a:t>3</a:t>
            </a:r>
          </a:p>
        </p:txBody>
      </p:sp>
      <p:sp>
        <p:nvSpPr>
          <p:cNvPr id="322" name="Strategie Text 3"/>
          <p:cNvSpPr txBox="1"/>
          <p:nvPr/>
        </p:nvSpPr>
        <p:spPr>
          <a:xfrm>
            <a:off x="7960000" y="4700000"/>
            <a:ext cx="336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de-DE" sz="1700" b="1">
                <a:solidFill>
                  <a:srgbClr val="FFFFFF"/>
                </a:solidFill>
              </a:rPr>
              <a:t>Firmentools, gefiltert</a:t>
            </a:r>
            <a:br/>
            <a:r>
              <a:rPr lang="de-DE" sz="1600" b="0">
                <a:solidFill>
                  <a:srgbClr val="FFE3CC"/>
                </a:solidFill>
              </a:rPr>
              <a:t>nur nach Anwendbarkeitsprüfung</a:t>
            </a:r>
          </a:p>
        </p:txBody>
      </p:sp>
      <p:sp>
        <p:nvSpPr>
          <p:cNvPr id="7" name="Autor Fusszeile">
            <a:extLst>
              <a:ext uri="{FF2B5EF4-FFF2-40B4-BE49-F238E27FC236}">
                <a16:creationId xmlns:a16="http://schemas.microsoft.com/office/drawing/2014/main" id="{52E32009-E20A-0F78-B634-D371F23CE061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9" name="Date Placeholder 12">
            <a:extLst>
              <a:ext uri="{FF2B5EF4-FFF2-40B4-BE49-F238E27FC236}">
                <a16:creationId xmlns:a16="http://schemas.microsoft.com/office/drawing/2014/main" id="{FAE4CEE4-96A8-0D2E-748D-AD49445E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8" name="Kapitelname 3">
            <a:extLst>
              <a:ext uri="{FF2B5EF4-FFF2-40B4-BE49-F238E27FC236}">
                <a16:creationId xmlns:a16="http://schemas.microsoft.com/office/drawing/2014/main" id="{57B3068A-7569-E671-1D64-4B6603B4EFAF}"/>
              </a:ext>
            </a:extLst>
          </p:cNvPr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Ergebnisse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/>
      <p:bldP spid="310" grpId="0"/>
      <p:bldP spid="320" grpId="0"/>
      <p:bldP spid="311" grpId="0"/>
      <p:bldP spid="321" grpId="0"/>
      <p:bldP spid="312" grpId="0"/>
      <p:bldP spid="3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980000" y="418475"/>
            <a:ext cx="9400000" cy="900000"/>
          </a:xfrm>
        </p:spPr>
        <p:txBody>
          <a:bodyPr wrap="square">
            <a:normAutofit/>
          </a:bodyPr>
          <a:lstStyle/>
          <a:p>
            <a:r>
              <a:rPr lang="de-DE" sz="2800" b="1" dirty="0"/>
              <a:t>Jeder Test ist von der Anforderung bis zur Evidenz rückverfolgbar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6ACC463A-0B74-43E3-9EB5-DBED5BDF4AE4}" type="slidenum">
              <a:rPr lang="de-DE"/>
              <a:t>11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Methodik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5" name="Kapitelname 2"/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Methodik</a:t>
            </a:r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500" name="Kettenlinie"/>
          <p:cNvSpPr/>
          <p:nvPr/>
        </p:nvSpPr>
        <p:spPr>
          <a:xfrm>
            <a:off x="600000" y="3200000"/>
            <a:ext cx="10900000" cy="19050"/>
          </a:xfrm>
          <a:prstGeom prst="roundRect">
            <a:avLst>
              <a:gd name="adj" fmla="val 0"/>
            </a:avLst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10" name="Knoten 1"/>
          <p:cNvSpPr/>
          <p:nvPr/>
        </p:nvSpPr>
        <p:spPr>
          <a:xfrm>
            <a:off x="515000" y="3124525"/>
            <a:ext cx="170000" cy="170000"/>
          </a:xfrm>
          <a:prstGeom prst="ellipse">
            <a:avLst/>
          </a:prstGeom>
          <a:solidFill>
            <a:srgbClr val="FFE3CC"/>
          </a:solidFill>
          <a:ln w="28575">
            <a:solidFill>
              <a:srgbClr val="FF6E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530" name="Knotenlabel 1"/>
          <p:cNvSpPr txBox="1"/>
          <p:nvPr/>
        </p:nvSpPr>
        <p:spPr>
          <a:xfrm>
            <a:off x="0" y="2660000"/>
            <a:ext cx="17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1" err="1">
                <a:solidFill>
                  <a:srgbClr val="30343A"/>
                </a:solidFill>
              </a:rPr>
              <a:t>Requirement</a:t>
            </a:r>
            <a:endParaRPr lang="de-DE" sz="1700" b="1">
              <a:solidFill>
                <a:srgbClr val="30343A"/>
              </a:solidFill>
            </a:endParaRPr>
          </a:p>
        </p:txBody>
      </p:sp>
      <p:sp>
        <p:nvSpPr>
          <p:cNvPr id="511" name="Knoten 2"/>
          <p:cNvSpPr/>
          <p:nvPr/>
        </p:nvSpPr>
        <p:spPr>
          <a:xfrm>
            <a:off x="1877500" y="3124525"/>
            <a:ext cx="170000" cy="17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1" name="Knotenlabel 2"/>
          <p:cNvSpPr txBox="1"/>
          <p:nvPr/>
        </p:nvSpPr>
        <p:spPr>
          <a:xfrm>
            <a:off x="962500" y="350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0" dirty="0">
                <a:solidFill>
                  <a:srgbClr val="30343A"/>
                </a:solidFill>
              </a:rPr>
              <a:t>Asset</a:t>
            </a:r>
          </a:p>
        </p:txBody>
      </p:sp>
      <p:sp>
        <p:nvSpPr>
          <p:cNvPr id="512" name="Knoten 3"/>
          <p:cNvSpPr/>
          <p:nvPr/>
        </p:nvSpPr>
        <p:spPr>
          <a:xfrm>
            <a:off x="3240000" y="3124525"/>
            <a:ext cx="170000" cy="17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2" name="Knotenlabel 3"/>
          <p:cNvSpPr txBox="1"/>
          <p:nvPr/>
        </p:nvSpPr>
        <p:spPr>
          <a:xfrm>
            <a:off x="2325000" y="266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0">
                <a:solidFill>
                  <a:srgbClr val="30343A"/>
                </a:solidFill>
              </a:rPr>
              <a:t>Threat</a:t>
            </a:r>
          </a:p>
        </p:txBody>
      </p:sp>
      <p:sp>
        <p:nvSpPr>
          <p:cNvPr id="513" name="Knoten 4"/>
          <p:cNvSpPr/>
          <p:nvPr/>
        </p:nvSpPr>
        <p:spPr>
          <a:xfrm>
            <a:off x="4602500" y="3124525"/>
            <a:ext cx="170000" cy="17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3" name="Knotenlabel 4"/>
          <p:cNvSpPr txBox="1"/>
          <p:nvPr/>
        </p:nvSpPr>
        <p:spPr>
          <a:xfrm>
            <a:off x="3687500" y="350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0">
                <a:solidFill>
                  <a:srgbClr val="30343A"/>
                </a:solidFill>
              </a:rPr>
              <a:t>Security Function</a:t>
            </a:r>
          </a:p>
        </p:txBody>
      </p:sp>
      <p:sp>
        <p:nvSpPr>
          <p:cNvPr id="514" name="Knoten 5"/>
          <p:cNvSpPr/>
          <p:nvPr/>
        </p:nvSpPr>
        <p:spPr>
          <a:xfrm>
            <a:off x="5965000" y="3124525"/>
            <a:ext cx="170000" cy="17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4" name="Knotenlabel 5"/>
          <p:cNvSpPr txBox="1"/>
          <p:nvPr/>
        </p:nvSpPr>
        <p:spPr>
          <a:xfrm>
            <a:off x="5050000" y="266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0">
                <a:solidFill>
                  <a:srgbClr val="30343A"/>
                </a:solidFill>
              </a:rPr>
              <a:t>Test Objective</a:t>
            </a:r>
          </a:p>
        </p:txBody>
      </p:sp>
      <p:sp>
        <p:nvSpPr>
          <p:cNvPr id="515" name="Knoten 6"/>
          <p:cNvSpPr/>
          <p:nvPr/>
        </p:nvSpPr>
        <p:spPr>
          <a:xfrm>
            <a:off x="7327500" y="3124525"/>
            <a:ext cx="170000" cy="17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5" name="Knotenlabel 6"/>
          <p:cNvSpPr txBox="1"/>
          <p:nvPr/>
        </p:nvSpPr>
        <p:spPr>
          <a:xfrm>
            <a:off x="6412500" y="350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0">
                <a:solidFill>
                  <a:srgbClr val="30343A"/>
                </a:solidFill>
              </a:rPr>
              <a:t>Test Technique</a:t>
            </a:r>
          </a:p>
        </p:txBody>
      </p:sp>
      <p:sp>
        <p:nvSpPr>
          <p:cNvPr id="516" name="Knoten 7"/>
          <p:cNvSpPr/>
          <p:nvPr/>
        </p:nvSpPr>
        <p:spPr>
          <a:xfrm>
            <a:off x="8690000" y="3124525"/>
            <a:ext cx="170000" cy="17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6" name="Knotenlabel 7"/>
          <p:cNvSpPr txBox="1"/>
          <p:nvPr/>
        </p:nvSpPr>
        <p:spPr>
          <a:xfrm>
            <a:off x="7775000" y="266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0">
                <a:solidFill>
                  <a:srgbClr val="30343A"/>
                </a:solidFill>
              </a:rPr>
              <a:t>Access Prerequisite</a:t>
            </a:r>
          </a:p>
        </p:txBody>
      </p:sp>
      <p:sp>
        <p:nvSpPr>
          <p:cNvPr id="517" name="Knoten 8"/>
          <p:cNvSpPr/>
          <p:nvPr/>
        </p:nvSpPr>
        <p:spPr>
          <a:xfrm>
            <a:off x="10052500" y="3124525"/>
            <a:ext cx="170000" cy="17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7" name="Knotenlabel 8"/>
          <p:cNvSpPr txBox="1"/>
          <p:nvPr/>
        </p:nvSpPr>
        <p:spPr>
          <a:xfrm>
            <a:off x="9137500" y="3500000"/>
            <a:ext cx="20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0">
                <a:solidFill>
                  <a:srgbClr val="30343A"/>
                </a:solidFill>
              </a:rPr>
              <a:t>Evidence</a:t>
            </a:r>
          </a:p>
        </p:txBody>
      </p:sp>
      <p:sp>
        <p:nvSpPr>
          <p:cNvPr id="518" name="Knoten 9"/>
          <p:cNvSpPr/>
          <p:nvPr/>
        </p:nvSpPr>
        <p:spPr>
          <a:xfrm>
            <a:off x="11360000" y="3069525"/>
            <a:ext cx="280000" cy="28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8" name="Knotenlabel 9"/>
          <p:cNvSpPr txBox="1"/>
          <p:nvPr/>
        </p:nvSpPr>
        <p:spPr>
          <a:xfrm>
            <a:off x="10700000" y="2660000"/>
            <a:ext cx="14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700" b="1">
                <a:solidFill>
                  <a:srgbClr val="FF6E00"/>
                </a:solidFill>
              </a:rPr>
              <a:t>Result</a:t>
            </a:r>
          </a:p>
        </p:txBody>
      </p:sp>
      <p:sp>
        <p:nvSpPr>
          <p:cNvPr id="560" name="Herkunftslinie 1"/>
          <p:cNvSpPr/>
          <p:nvPr/>
        </p:nvSpPr>
        <p:spPr>
          <a:xfrm>
            <a:off x="3325000" y="3320000"/>
            <a:ext cx="0" cy="103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570" name="Herkunft 1"/>
          <p:cNvSpPr txBox="1"/>
          <p:nvPr/>
        </p:nvSpPr>
        <p:spPr>
          <a:xfrm>
            <a:off x="2025000" y="4350000"/>
            <a:ext cx="26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 dirty="0">
                <a:solidFill>
                  <a:srgbClr val="9AA1A9"/>
                </a:solidFill>
              </a:rPr>
              <a:t>STRIDE</a:t>
            </a:r>
          </a:p>
        </p:txBody>
      </p:sp>
      <p:sp>
        <p:nvSpPr>
          <p:cNvPr id="561" name="Herkunftslinie 2"/>
          <p:cNvSpPr/>
          <p:nvPr/>
        </p:nvSpPr>
        <p:spPr>
          <a:xfrm>
            <a:off x="7412500" y="3320000"/>
            <a:ext cx="0" cy="103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571" name="Herkunft 2"/>
          <p:cNvSpPr txBox="1"/>
          <p:nvPr/>
        </p:nvSpPr>
        <p:spPr>
          <a:xfrm>
            <a:off x="6212500" y="4350000"/>
            <a:ext cx="24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 dirty="0">
                <a:solidFill>
                  <a:srgbClr val="9AA1A9"/>
                </a:solidFill>
              </a:rPr>
              <a:t>SVV · NIST · OWASP · MITRE</a:t>
            </a:r>
          </a:p>
        </p:txBody>
      </p:sp>
      <p:sp>
        <p:nvSpPr>
          <p:cNvPr id="562" name="Herkunftslinie 3"/>
          <p:cNvSpPr/>
          <p:nvPr/>
        </p:nvSpPr>
        <p:spPr>
          <a:xfrm>
            <a:off x="8775000" y="3500000"/>
            <a:ext cx="0" cy="120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572" name="Herkunft 3"/>
          <p:cNvSpPr txBox="1"/>
          <p:nvPr/>
        </p:nvSpPr>
        <p:spPr>
          <a:xfrm>
            <a:off x="7975000" y="4700000"/>
            <a:ext cx="16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 dirty="0">
                <a:solidFill>
                  <a:srgbClr val="9AA1A9"/>
                </a:solidFill>
              </a:rPr>
              <a:t>NV1 · NV2 · NV3</a:t>
            </a:r>
          </a:p>
        </p:txBody>
      </p:sp>
      <p:sp>
        <p:nvSpPr>
          <p:cNvPr id="3" name="Autor Fusszeile">
            <a:extLst>
              <a:ext uri="{FF2B5EF4-FFF2-40B4-BE49-F238E27FC236}">
                <a16:creationId xmlns:a16="http://schemas.microsoft.com/office/drawing/2014/main" id="{22E7952B-EC72-1199-654A-94C1A32FF656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D92B83D6-A068-A52D-8265-A156D761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5" name="Kapitelname 3">
            <a:extLst>
              <a:ext uri="{FF2B5EF4-FFF2-40B4-BE49-F238E27FC236}">
                <a16:creationId xmlns:a16="http://schemas.microsoft.com/office/drawing/2014/main" id="{5B7FD141-98A8-2655-31AF-160782820D1E}"/>
              </a:ext>
            </a:extLst>
          </p:cNvPr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Ergebnisse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" grpId="0" animBg="1"/>
      <p:bldP spid="570" grpId="0" animBg="1"/>
      <p:bldP spid="561" grpId="0" animBg="1"/>
      <p:bldP spid="571" grpId="0" animBg="1"/>
      <p:bldP spid="562" grpId="0" animBg="1"/>
      <p:bldP spid="57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wrap="square">
            <a:normAutofit/>
          </a:bodyPr>
          <a:lstStyle/>
          <a:p>
            <a:r>
              <a:rPr lang="de-DE" sz="2800" b="1"/>
              <a:t>Drei Zugriffspositionen spezifiziert, eine realisiert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40B88A94-5254-4F00-8AC6-E630162A4F26}" type="slidenum">
              <a:rPr lang="de-DE"/>
              <a:t>12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Ergebnisse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2100" name="Variante NV1 Karte"/>
          <p:cNvSpPr/>
          <p:nvPr/>
        </p:nvSpPr>
        <p:spPr>
          <a:xfrm>
            <a:off x="900000" y="1750000"/>
            <a:ext cx="3300000" cy="2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01" name="Variante NV1 Titel"/>
          <p:cNvSpPr txBox="1"/>
          <p:nvPr/>
        </p:nvSpPr>
        <p:spPr>
          <a:xfrm>
            <a:off x="900000" y="1890000"/>
            <a:ext cx="33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2400" b="1">
                <a:solidFill>
                  <a:srgbClr val="30343A"/>
                </a:solidFill>
              </a:rPr>
              <a:t>NV1</a:t>
            </a:r>
          </a:p>
        </p:txBody>
      </p:sp>
      <p:sp>
        <p:nvSpPr>
          <p:cNvPr id="2102" name="Variante NV1 Schlagwort"/>
          <p:cNvSpPr txBox="1"/>
          <p:nvPr/>
        </p:nvSpPr>
        <p:spPr>
          <a:xfrm>
            <a:off x="900000" y="23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200" b="0">
                <a:solidFill>
                  <a:srgbClr val="30343A"/>
                </a:solidFill>
              </a:rPr>
              <a:t>Direktzugriff</a:t>
            </a:r>
          </a:p>
        </p:txBody>
      </p:sp>
      <p:sp>
        <p:nvSpPr>
          <p:cNvPr id="2110" name="Schema NV1 Switch"/>
          <p:cNvSpPr/>
          <p:nvPr/>
        </p:nvSpPr>
        <p:spPr>
          <a:xfrm>
            <a:off x="2170000" y="3250000"/>
            <a:ext cx="760000" cy="260000"/>
          </a:xfrm>
          <a:prstGeom prst="roundRect">
            <a:avLst/>
          </a:prstGeom>
          <a:solidFill>
            <a:srgbClr val="30343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11" name="Schema NV1 Switchlabel"/>
          <p:cNvSpPr txBox="1"/>
          <p:nvPr/>
        </p:nvSpPr>
        <p:spPr>
          <a:xfrm>
            <a:off x="2170000" y="3250000"/>
            <a:ext cx="7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1">
                <a:solidFill>
                  <a:srgbClr val="FFFFFF"/>
                </a:solidFill>
              </a:rPr>
              <a:t>Switch</a:t>
            </a:r>
          </a:p>
        </p:txBody>
      </p:sp>
      <p:sp>
        <p:nvSpPr>
          <p:cNvPr id="2112" name="Schema NV1 SPS"/>
          <p:cNvSpPr/>
          <p:nvPr/>
        </p:nvSpPr>
        <p:spPr>
          <a:xfrm>
            <a:off x="2430000" y="269000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13" name="Schema NV1 SPSlabel"/>
          <p:cNvSpPr txBox="1"/>
          <p:nvPr/>
        </p:nvSpPr>
        <p:spPr>
          <a:xfrm>
            <a:off x="2710000" y="26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900" b="0">
                <a:solidFill>
                  <a:srgbClr val="30343A"/>
                </a:solidFill>
              </a:rPr>
              <a:t>SPS</a:t>
            </a:r>
          </a:p>
        </p:txBody>
      </p:sp>
      <p:sp>
        <p:nvSpPr>
          <p:cNvPr id="2114" name="Schema NV1 Linie SPS"/>
          <p:cNvSpPr/>
          <p:nvPr/>
        </p:nvSpPr>
        <p:spPr>
          <a:xfrm>
            <a:off x="2550000" y="2930000"/>
            <a:ext cx="0" cy="320000"/>
          </a:xfrm>
          <a:prstGeom prst="line">
            <a:avLst/>
          </a:prstGeom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16" name="Schema NV1 Prüflinglabel"/>
          <p:cNvSpPr txBox="1"/>
          <p:nvPr/>
        </p:nvSpPr>
        <p:spPr>
          <a:xfrm>
            <a:off x="1000000" y="422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30343A"/>
                </a:solidFill>
              </a:rPr>
              <a:t>Prüfling</a:t>
            </a:r>
          </a:p>
        </p:txBody>
      </p:sp>
      <p:sp>
        <p:nvSpPr>
          <p:cNvPr id="2117" name="Schema NV1 Linie Prüfling"/>
          <p:cNvSpPr/>
          <p:nvPr/>
        </p:nvSpPr>
        <p:spPr>
          <a:xfrm flipH="1">
            <a:off x="1600000" y="3510000"/>
            <a:ext cx="570000" cy="440000"/>
          </a:xfrm>
          <a:prstGeom prst="line">
            <a:avLst/>
          </a:prstGeom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18" name="Schema NV1 Linie Test"/>
          <p:cNvSpPr/>
          <p:nvPr/>
        </p:nvSpPr>
        <p:spPr>
          <a:xfrm>
            <a:off x="2930000" y="3510000"/>
            <a:ext cx="570000" cy="440000"/>
          </a:xfrm>
          <a:prstGeom prst="line">
            <a:avLst/>
          </a:prstGeom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119" name="Schema NV1 Test"/>
          <p:cNvSpPr/>
          <p:nvPr/>
        </p:nvSpPr>
        <p:spPr>
          <a:xfrm>
            <a:off x="3354600" y="384205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0" name="Schema NV1 Testlabel"/>
          <p:cNvSpPr txBox="1"/>
          <p:nvPr/>
        </p:nvSpPr>
        <p:spPr>
          <a:xfrm>
            <a:off x="2900000" y="422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30343A"/>
                </a:solidFill>
              </a:rPr>
              <a:t>Testsystem</a:t>
            </a:r>
          </a:p>
        </p:txBody>
      </p:sp>
      <p:sp>
        <p:nvSpPr>
          <p:cNvPr id="2200" name="Variante NV2 Karte"/>
          <p:cNvSpPr/>
          <p:nvPr/>
        </p:nvSpPr>
        <p:spPr>
          <a:xfrm>
            <a:off x="4700000" y="1750000"/>
            <a:ext cx="3300000" cy="2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201" name="Variante NV2 Titel"/>
          <p:cNvSpPr txBox="1"/>
          <p:nvPr/>
        </p:nvSpPr>
        <p:spPr>
          <a:xfrm>
            <a:off x="4700000" y="1890000"/>
            <a:ext cx="33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2400" b="1">
                <a:solidFill>
                  <a:srgbClr val="30343A"/>
                </a:solidFill>
              </a:rPr>
              <a:t>NV2</a:t>
            </a:r>
          </a:p>
        </p:txBody>
      </p:sp>
      <p:sp>
        <p:nvSpPr>
          <p:cNvPr id="2202" name="Variante NV2 Schlagwort"/>
          <p:cNvSpPr txBox="1"/>
          <p:nvPr/>
        </p:nvSpPr>
        <p:spPr>
          <a:xfrm>
            <a:off x="4700000" y="23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200" b="0">
                <a:solidFill>
                  <a:srgbClr val="30343A"/>
                </a:solidFill>
              </a:rPr>
              <a:t>passive Beobachtung</a:t>
            </a:r>
          </a:p>
        </p:txBody>
      </p:sp>
      <p:sp>
        <p:nvSpPr>
          <p:cNvPr id="2210" name="Schema NV2 Switch"/>
          <p:cNvSpPr/>
          <p:nvPr/>
        </p:nvSpPr>
        <p:spPr>
          <a:xfrm>
            <a:off x="5970000" y="3250000"/>
            <a:ext cx="760000" cy="260000"/>
          </a:xfrm>
          <a:prstGeom prst="roundRect">
            <a:avLst/>
          </a:prstGeom>
          <a:solidFill>
            <a:srgbClr val="30343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1" name="Schema NV2 Switchlabel"/>
          <p:cNvSpPr txBox="1"/>
          <p:nvPr/>
        </p:nvSpPr>
        <p:spPr>
          <a:xfrm>
            <a:off x="5970000" y="3250000"/>
            <a:ext cx="7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1">
                <a:solidFill>
                  <a:srgbClr val="FFFFFF"/>
                </a:solidFill>
              </a:rPr>
              <a:t>Switch</a:t>
            </a:r>
          </a:p>
        </p:txBody>
      </p:sp>
      <p:sp>
        <p:nvSpPr>
          <p:cNvPr id="2212" name="Schema NV2 SPS"/>
          <p:cNvSpPr/>
          <p:nvPr/>
        </p:nvSpPr>
        <p:spPr>
          <a:xfrm>
            <a:off x="6230000" y="269000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3" name="Schema NV2 SPSlabel"/>
          <p:cNvSpPr txBox="1"/>
          <p:nvPr/>
        </p:nvSpPr>
        <p:spPr>
          <a:xfrm>
            <a:off x="6510000" y="26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900" b="0">
                <a:solidFill>
                  <a:srgbClr val="30343A"/>
                </a:solidFill>
              </a:rPr>
              <a:t>SPS</a:t>
            </a:r>
          </a:p>
        </p:txBody>
      </p:sp>
      <p:sp>
        <p:nvSpPr>
          <p:cNvPr id="2214" name="Schema NV2 Linie SPS"/>
          <p:cNvSpPr/>
          <p:nvPr/>
        </p:nvSpPr>
        <p:spPr>
          <a:xfrm>
            <a:off x="6350000" y="2930000"/>
            <a:ext cx="0" cy="320000"/>
          </a:xfrm>
          <a:prstGeom prst="line">
            <a:avLst/>
          </a:prstGeom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216" name="Schema NV2 Prüflinglabel"/>
          <p:cNvSpPr txBox="1"/>
          <p:nvPr/>
        </p:nvSpPr>
        <p:spPr>
          <a:xfrm>
            <a:off x="4800000" y="422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30343A"/>
                </a:solidFill>
              </a:rPr>
              <a:t>Prüfling</a:t>
            </a:r>
          </a:p>
        </p:txBody>
      </p:sp>
      <p:sp>
        <p:nvSpPr>
          <p:cNvPr id="2217" name="Schema NV2 Linie Prüfling"/>
          <p:cNvSpPr/>
          <p:nvPr/>
        </p:nvSpPr>
        <p:spPr>
          <a:xfrm flipH="1">
            <a:off x="5400000" y="3510000"/>
            <a:ext cx="570000" cy="440000"/>
          </a:xfrm>
          <a:prstGeom prst="line">
            <a:avLst/>
          </a:prstGeom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218" name="Schema NV2 Linie Test"/>
          <p:cNvSpPr/>
          <p:nvPr/>
        </p:nvSpPr>
        <p:spPr>
          <a:xfrm>
            <a:off x="6730000" y="3510000"/>
            <a:ext cx="570000" cy="440000"/>
          </a:xfrm>
          <a:prstGeom prst="line">
            <a:avLst/>
          </a:prstGeom>
          <a:ln w="12700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219" name="Schema NV2 Test"/>
          <p:cNvSpPr/>
          <p:nvPr/>
        </p:nvSpPr>
        <p:spPr>
          <a:xfrm>
            <a:off x="7180000" y="387380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20" name="Schema NV2 Testlabel"/>
          <p:cNvSpPr txBox="1"/>
          <p:nvPr/>
        </p:nvSpPr>
        <p:spPr>
          <a:xfrm>
            <a:off x="6700000" y="422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30343A"/>
                </a:solidFill>
              </a:rPr>
              <a:t>Testsystem</a:t>
            </a:r>
          </a:p>
        </p:txBody>
      </p:sp>
      <p:sp>
        <p:nvSpPr>
          <p:cNvPr id="2222" name="Schema NV2 Mirrorlabel"/>
          <p:cNvSpPr txBox="1"/>
          <p:nvPr/>
        </p:nvSpPr>
        <p:spPr>
          <a:xfrm>
            <a:off x="6700000" y="446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30343A"/>
                </a:solidFill>
              </a:rPr>
              <a:t>Mirror-Port</a:t>
            </a:r>
          </a:p>
        </p:txBody>
      </p:sp>
      <p:sp>
        <p:nvSpPr>
          <p:cNvPr id="2300" name="Variante NV3 Karte"/>
          <p:cNvSpPr/>
          <p:nvPr/>
        </p:nvSpPr>
        <p:spPr>
          <a:xfrm>
            <a:off x="8500000" y="1750000"/>
            <a:ext cx="3300000" cy="2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301" name="Variante NV3 Titel"/>
          <p:cNvSpPr txBox="1"/>
          <p:nvPr/>
        </p:nvSpPr>
        <p:spPr>
          <a:xfrm>
            <a:off x="8500000" y="1890000"/>
            <a:ext cx="33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2400" b="1">
                <a:solidFill>
                  <a:srgbClr val="30343A"/>
                </a:solidFill>
              </a:rPr>
              <a:t>NV3</a:t>
            </a:r>
          </a:p>
        </p:txBody>
      </p:sp>
      <p:sp>
        <p:nvSpPr>
          <p:cNvPr id="2302" name="Variante NV3 Schlagwort"/>
          <p:cNvSpPr txBox="1"/>
          <p:nvPr/>
        </p:nvSpPr>
        <p:spPr>
          <a:xfrm>
            <a:off x="8500000" y="23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200" b="0">
                <a:solidFill>
                  <a:srgbClr val="30343A"/>
                </a:solidFill>
              </a:rPr>
              <a:t>aktive Zwischenschaltung</a:t>
            </a:r>
          </a:p>
        </p:txBody>
      </p:sp>
      <p:sp>
        <p:nvSpPr>
          <p:cNvPr id="2310" name="Schema NV3 Switch"/>
          <p:cNvSpPr/>
          <p:nvPr/>
        </p:nvSpPr>
        <p:spPr>
          <a:xfrm>
            <a:off x="9770000" y="3250000"/>
            <a:ext cx="760000" cy="260000"/>
          </a:xfrm>
          <a:prstGeom prst="roundRect">
            <a:avLst/>
          </a:prstGeom>
          <a:solidFill>
            <a:srgbClr val="30343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311" name="Schema NV3 Switchlabel"/>
          <p:cNvSpPr txBox="1"/>
          <p:nvPr/>
        </p:nvSpPr>
        <p:spPr>
          <a:xfrm>
            <a:off x="9770000" y="3250000"/>
            <a:ext cx="7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1">
                <a:solidFill>
                  <a:srgbClr val="FFFFFF"/>
                </a:solidFill>
              </a:rPr>
              <a:t>Switch</a:t>
            </a:r>
          </a:p>
        </p:txBody>
      </p:sp>
      <p:sp>
        <p:nvSpPr>
          <p:cNvPr id="2312" name="Schema NV3 SPS"/>
          <p:cNvSpPr/>
          <p:nvPr/>
        </p:nvSpPr>
        <p:spPr>
          <a:xfrm>
            <a:off x="10030000" y="269000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313" name="Schema NV3 SPSlabel"/>
          <p:cNvSpPr txBox="1"/>
          <p:nvPr/>
        </p:nvSpPr>
        <p:spPr>
          <a:xfrm>
            <a:off x="10310000" y="26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900" b="0">
                <a:solidFill>
                  <a:srgbClr val="30343A"/>
                </a:solidFill>
              </a:rPr>
              <a:t>SPS</a:t>
            </a:r>
          </a:p>
        </p:txBody>
      </p:sp>
      <p:sp>
        <p:nvSpPr>
          <p:cNvPr id="2314" name="Schema NV3 Linie SPS"/>
          <p:cNvSpPr/>
          <p:nvPr/>
        </p:nvSpPr>
        <p:spPr>
          <a:xfrm>
            <a:off x="10150000" y="2930000"/>
            <a:ext cx="0" cy="320000"/>
          </a:xfrm>
          <a:prstGeom prst="line">
            <a:avLst/>
          </a:prstGeom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316" name="Schema NV3 Prüflinglabel"/>
          <p:cNvSpPr txBox="1"/>
          <p:nvPr/>
        </p:nvSpPr>
        <p:spPr>
          <a:xfrm>
            <a:off x="8600000" y="422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30343A"/>
                </a:solidFill>
              </a:rPr>
              <a:t>Prüfling</a:t>
            </a:r>
          </a:p>
        </p:txBody>
      </p:sp>
      <p:sp>
        <p:nvSpPr>
          <p:cNvPr id="2317" name="Schema NV3 Linie Prüfling"/>
          <p:cNvSpPr/>
          <p:nvPr/>
        </p:nvSpPr>
        <p:spPr>
          <a:xfrm flipH="1">
            <a:off x="9200000" y="3510000"/>
            <a:ext cx="570000" cy="440000"/>
          </a:xfrm>
          <a:prstGeom prst="line">
            <a:avLst/>
          </a:prstGeom>
          <a:ln w="1270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2320" name="Schema NV3 Testlabel"/>
          <p:cNvSpPr txBox="1"/>
          <p:nvPr/>
        </p:nvSpPr>
        <p:spPr>
          <a:xfrm>
            <a:off x="9650000" y="361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de-DE" sz="900" b="0">
                <a:solidFill>
                  <a:srgbClr val="30343A"/>
                </a:solidFill>
              </a:rPr>
              <a:t>Testsystem</a:t>
            </a:r>
          </a:p>
        </p:txBody>
      </p:sp>
      <p:sp>
        <p:nvSpPr>
          <p:cNvPr id="2203" name="Variante NV2 Symbol"/>
          <p:cNvSpPr txBox="1"/>
          <p:nvPr/>
        </p:nvSpPr>
        <p:spPr>
          <a:xfrm>
            <a:off x="7500000" y="187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800" b="1">
                <a:solidFill>
                  <a:srgbClr val="9AA1A9"/>
                </a:solidFill>
              </a:rPr>
              <a:t>✕</a:t>
            </a:r>
          </a:p>
        </p:txBody>
      </p:sp>
      <p:sp>
        <p:nvSpPr>
          <p:cNvPr id="2303" name="Variante NV3 Symbol"/>
          <p:cNvSpPr txBox="1"/>
          <p:nvPr/>
        </p:nvSpPr>
        <p:spPr>
          <a:xfrm>
            <a:off x="11300000" y="187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800" b="1">
                <a:solidFill>
                  <a:srgbClr val="9AA1A9"/>
                </a:solidFill>
              </a:rPr>
              <a:t>✕</a:t>
            </a:r>
          </a:p>
        </p:txBody>
      </p:sp>
      <p:sp>
        <p:nvSpPr>
          <p:cNvPr id="2103" name="Variante NV1 Symbol"/>
          <p:cNvSpPr txBox="1"/>
          <p:nvPr/>
        </p:nvSpPr>
        <p:spPr>
          <a:xfrm>
            <a:off x="3700000" y="187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800" b="1">
                <a:solidFill>
                  <a:srgbClr val="FF6E00"/>
                </a:solidFill>
              </a:rPr>
              <a:t>✓</a:t>
            </a:r>
          </a:p>
        </p:txBody>
      </p:sp>
      <p:sp>
        <p:nvSpPr>
          <p:cNvPr id="2500" name="Rahmen NV1"/>
          <p:cNvSpPr/>
          <p:nvPr/>
        </p:nvSpPr>
        <p:spPr>
          <a:xfrm>
            <a:off x="900000" y="1750000"/>
            <a:ext cx="3300000" cy="2900000"/>
          </a:xfrm>
          <a:prstGeom prst="roundRect">
            <a:avLst/>
          </a:prstGeom>
          <a:noFill/>
          <a:ln w="28575">
            <a:solidFill>
              <a:srgbClr val="FF6E0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Autor Fusszeile">
            <a:extLst>
              <a:ext uri="{FF2B5EF4-FFF2-40B4-BE49-F238E27FC236}">
                <a16:creationId xmlns:a16="http://schemas.microsoft.com/office/drawing/2014/main" id="{E7936A81-296D-A904-BD51-34853F509BDD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593334D5-A602-44A5-D962-2D370FD4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2115" name="Schema NV1 Prüfling"/>
          <p:cNvSpPr/>
          <p:nvPr/>
        </p:nvSpPr>
        <p:spPr>
          <a:xfrm>
            <a:off x="1480000" y="384205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5" name="Schema NV2 Prüfling"/>
          <p:cNvSpPr/>
          <p:nvPr/>
        </p:nvSpPr>
        <p:spPr>
          <a:xfrm>
            <a:off x="5280000" y="384840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319" name="Schema NV3 Test"/>
          <p:cNvSpPr/>
          <p:nvPr/>
        </p:nvSpPr>
        <p:spPr>
          <a:xfrm>
            <a:off x="9384050" y="359730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315" name="Schema NV3 Prüfling"/>
          <p:cNvSpPr/>
          <p:nvPr/>
        </p:nvSpPr>
        <p:spPr>
          <a:xfrm>
            <a:off x="9080000" y="3842050"/>
            <a:ext cx="240000" cy="24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" name="Kapitelname 2">
            <a:extLst>
              <a:ext uri="{FF2B5EF4-FFF2-40B4-BE49-F238E27FC236}">
                <a16:creationId xmlns:a16="http://schemas.microsoft.com/office/drawing/2014/main" id="{3A84E690-1FEB-1212-EA18-67643E63457E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500" fill="hold"/>
                                        <p:tgtEl>
                                          <p:spTgt spid="2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9BEC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2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9CDD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9CDD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2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9CDD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2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" presetID="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2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9BEC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2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9CDD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23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9CDD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" presetID="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2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9CDD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23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2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AA1A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1" grpId="0" animBg="1"/>
      <p:bldP spid="2200" grpId="0" animBg="1"/>
      <p:bldP spid="2201" grpId="0" animBg="1"/>
      <p:bldP spid="2202" grpId="0" animBg="1"/>
      <p:bldP spid="2210" grpId="0" animBg="1"/>
      <p:bldP spid="2212" grpId="0" animBg="1"/>
      <p:bldP spid="2213" grpId="0" animBg="1"/>
      <p:bldP spid="2216" grpId="0" animBg="1"/>
      <p:bldP spid="2219" grpId="0" animBg="1"/>
      <p:bldP spid="2220" grpId="0" animBg="1"/>
      <p:bldP spid="2222" grpId="0" animBg="1"/>
      <p:bldP spid="2300" grpId="0" animBg="1"/>
      <p:bldP spid="2301" grpId="0" animBg="1"/>
      <p:bldP spid="2302" grpId="0" animBg="1"/>
      <p:bldP spid="2310" grpId="0" animBg="1"/>
      <p:bldP spid="2312" grpId="0" animBg="1"/>
      <p:bldP spid="2313" grpId="0" animBg="1"/>
      <p:bldP spid="2316" grpId="0" animBg="1"/>
      <p:bldP spid="2320" grpId="0" animBg="1"/>
      <p:bldP spid="2203" grpId="0" animBg="1"/>
      <p:bldP spid="2303" grpId="0" animBg="1"/>
      <p:bldP spid="2103" grpId="0" animBg="1"/>
      <p:bldP spid="2500" grpId="0" animBg="1"/>
      <p:bldP spid="2215" grpId="0" animBg="1"/>
      <p:bldP spid="2319" grpId="0" animBg="1"/>
      <p:bldP spid="23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wrap="square">
            <a:normAutofit/>
          </a:bodyPr>
          <a:lstStyle/>
          <a:p>
            <a:r>
              <a:rPr lang="de-DE" sz="2800" b="1"/>
              <a:t>Der realisierte Prüfstand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40B88A94-5254-4F00-8AC6-E630162A4F26}" type="slidenum">
              <a:rPr lang="de-DE"/>
              <a:t>13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Ergebnisse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3010" name="Schema NV1 Linie SPS"/>
          <p:cNvSpPr/>
          <p:nvPr/>
        </p:nvSpPr>
        <p:spPr>
          <a:xfrm>
            <a:off x="6100000" y="2250000"/>
            <a:ext cx="0" cy="810000"/>
          </a:xfrm>
          <a:prstGeom prst="line">
            <a:avLst/>
          </a:prstGeom>
          <a:ln w="1905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11" name="Schema NV1 Linie Laptop"/>
          <p:cNvSpPr/>
          <p:nvPr/>
        </p:nvSpPr>
        <p:spPr>
          <a:xfrm>
            <a:off x="3650000" y="3340000"/>
            <a:ext cx="1800000" cy="0"/>
          </a:xfrm>
          <a:prstGeom prst="line">
            <a:avLst/>
          </a:prstGeom>
          <a:ln w="1905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12" name="Schema NV1 Linie Test"/>
          <p:cNvSpPr/>
          <p:nvPr/>
        </p:nvSpPr>
        <p:spPr>
          <a:xfrm>
            <a:off x="6100000" y="3620000"/>
            <a:ext cx="0" cy="680000"/>
          </a:xfrm>
          <a:prstGeom prst="line">
            <a:avLst/>
          </a:prstGeom>
          <a:ln w="1905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13" name="Schema NV1 Linie Prüfling"/>
          <p:cNvSpPr/>
          <p:nvPr/>
        </p:nvSpPr>
        <p:spPr>
          <a:xfrm>
            <a:off x="6750000" y="3340000"/>
            <a:ext cx="1800000" cy="0"/>
          </a:xfrm>
          <a:prstGeom prst="line">
            <a:avLst/>
          </a:prstGeom>
          <a:ln w="19050">
            <a:solidFill>
              <a:srgbClr val="C9CDD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000" name="Schema NV1 Switch"/>
          <p:cNvSpPr/>
          <p:nvPr/>
        </p:nvSpPr>
        <p:spPr>
          <a:xfrm>
            <a:off x="5450000" y="3060000"/>
            <a:ext cx="1300000" cy="5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60000" tIns="0" rIns="60000" bIns="0" anchor="ctr">
            <a:noAutofit/>
          </a:bodyPr>
          <a:lstStyle/>
          <a:p>
            <a:pPr algn="ctr"/>
            <a:r>
              <a:rPr lang="de-DE" sz="1400" b="1">
                <a:solidFill>
                  <a:srgbClr val="FFFFFF"/>
                </a:solidFill>
              </a:rPr>
              <a:t>Switch</a:t>
            </a:r>
          </a:p>
        </p:txBody>
      </p:sp>
      <p:sp>
        <p:nvSpPr>
          <p:cNvPr id="3020" name="Schema NV1 SPS"/>
          <p:cNvSpPr/>
          <p:nvPr/>
        </p:nvSpPr>
        <p:spPr>
          <a:xfrm>
            <a:off x="5750000" y="1550000"/>
            <a:ext cx="700000" cy="70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21" name="Schema NV1 SPS Icon"/>
          <p:cNvSpPr/>
          <p:nvPr/>
        </p:nvSpPr>
        <p:spPr>
          <a:xfrm>
            <a:off x="5930000" y="1780000"/>
            <a:ext cx="340000" cy="240000"/>
          </a:xfrm>
          <a:prstGeom prst="flowChartMagneticDrum">
            <a:avLst/>
          </a:prstGeom>
          <a:solidFill>
            <a:srgbClr val="30343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30" name="Schema NV1 Laptop"/>
          <p:cNvSpPr/>
          <p:nvPr/>
        </p:nvSpPr>
        <p:spPr>
          <a:xfrm>
            <a:off x="2950000" y="2990000"/>
            <a:ext cx="700000" cy="70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31" name="Schema NV1 Laptop Icon"/>
          <p:cNvSpPr/>
          <p:nvPr/>
        </p:nvSpPr>
        <p:spPr>
          <a:xfrm>
            <a:off x="3130000" y="3220000"/>
            <a:ext cx="340000" cy="240000"/>
          </a:xfrm>
          <a:prstGeom prst="flowChartDisplay">
            <a:avLst/>
          </a:prstGeom>
          <a:solidFill>
            <a:srgbClr val="30343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40" name="Schema NV1 Test"/>
          <p:cNvSpPr/>
          <p:nvPr/>
        </p:nvSpPr>
        <p:spPr>
          <a:xfrm>
            <a:off x="5750000" y="4300000"/>
            <a:ext cx="700000" cy="70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41" name="Schema NV1 Test Icon"/>
          <p:cNvSpPr/>
          <p:nvPr/>
        </p:nvSpPr>
        <p:spPr>
          <a:xfrm>
            <a:off x="5930000" y="4530000"/>
            <a:ext cx="340000" cy="240000"/>
          </a:xfrm>
          <a:prstGeom prst="flowChartTerminator">
            <a:avLst/>
          </a:prstGeom>
          <a:solidFill>
            <a:srgbClr val="30343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50" name="Schema NV1 Prüfling"/>
          <p:cNvSpPr/>
          <p:nvPr/>
        </p:nvSpPr>
        <p:spPr>
          <a:xfrm>
            <a:off x="8550000" y="2990000"/>
            <a:ext cx="700000" cy="70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51" name="Schema NV1 Prüfling Icon"/>
          <p:cNvSpPr/>
          <p:nvPr/>
        </p:nvSpPr>
        <p:spPr>
          <a:xfrm>
            <a:off x="8730000" y="3220000"/>
            <a:ext cx="340000" cy="240000"/>
          </a:xfrm>
          <a:prstGeom prst="flowChartMagneticDisk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" name="Schema NV1 SPSlabel"/>
          <p:cNvSpPr/>
          <p:nvPr/>
        </p:nvSpPr>
        <p:spPr>
          <a:xfrm>
            <a:off x="5100000" y="123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60000" bIns="0" anchor="ctr">
            <a:noAutofit/>
          </a:bodyPr>
          <a:lstStyle/>
          <a:p>
            <a:pPr algn="ctr"/>
            <a:r>
              <a:rPr lang="de-DE" sz="1300" b="1">
                <a:solidFill>
                  <a:srgbClr val="30343A"/>
                </a:solidFill>
              </a:rPr>
              <a:t>SPS</a:t>
            </a:r>
          </a:p>
        </p:txBody>
      </p:sp>
      <p:sp>
        <p:nvSpPr>
          <p:cNvPr id="3" name="Schema NV1 Laptoplabel"/>
          <p:cNvSpPr/>
          <p:nvPr/>
        </p:nvSpPr>
        <p:spPr>
          <a:xfrm>
            <a:off x="2300000" y="376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60000" bIns="0" anchor="ctr">
            <a:noAutofit/>
          </a:bodyPr>
          <a:lstStyle/>
          <a:p>
            <a:pPr algn="ctr"/>
            <a:r>
              <a:rPr lang="de-DE" sz="1300" b="1">
                <a:solidFill>
                  <a:srgbClr val="30343A"/>
                </a:solidFill>
              </a:rPr>
              <a:t>Engineering-Laptop</a:t>
            </a:r>
          </a:p>
        </p:txBody>
      </p:sp>
      <p:sp>
        <p:nvSpPr>
          <p:cNvPr id="4" name="Schema NV1 Testlabel"/>
          <p:cNvSpPr/>
          <p:nvPr/>
        </p:nvSpPr>
        <p:spPr>
          <a:xfrm>
            <a:off x="5100000" y="506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60000" bIns="0" anchor="ctr">
            <a:noAutofit/>
          </a:bodyPr>
          <a:lstStyle/>
          <a:p>
            <a:pPr algn="ctr"/>
            <a:r>
              <a:rPr lang="de-DE" sz="1300" b="1">
                <a:solidFill>
                  <a:srgbClr val="30343A"/>
                </a:solidFill>
              </a:rPr>
              <a:t>Kali-Testsystem</a:t>
            </a:r>
          </a:p>
        </p:txBody>
      </p:sp>
      <p:sp>
        <p:nvSpPr>
          <p:cNvPr id="5" name="Schema NV1 Prüflinglabel"/>
          <p:cNvSpPr/>
          <p:nvPr/>
        </p:nvSpPr>
        <p:spPr>
          <a:xfrm>
            <a:off x="7900000" y="376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60000" bIns="0" anchor="ctr">
            <a:noAutofit/>
          </a:bodyPr>
          <a:lstStyle/>
          <a:p>
            <a:pPr algn="ctr"/>
            <a:r>
              <a:rPr lang="de-DE" sz="1300" b="1">
                <a:solidFill>
                  <a:srgbClr val="FF6E00"/>
                </a:solidFill>
              </a:rPr>
              <a:t>SRIO · Prüfling</a:t>
            </a:r>
          </a:p>
        </p:txBody>
      </p:sp>
      <p:sp>
        <p:nvSpPr>
          <p:cNvPr id="7" name="Autor Fusszeile">
            <a:extLst>
              <a:ext uri="{FF2B5EF4-FFF2-40B4-BE49-F238E27FC236}">
                <a16:creationId xmlns:a16="http://schemas.microsoft.com/office/drawing/2014/main" id="{26587FF9-A03B-DA94-1D30-802B27BCA7A6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9" name="Date Placeholder 12">
            <a:extLst>
              <a:ext uri="{FF2B5EF4-FFF2-40B4-BE49-F238E27FC236}">
                <a16:creationId xmlns:a16="http://schemas.microsoft.com/office/drawing/2014/main" id="{8E79C579-8F54-26FF-61EE-95391BD4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8" name="Kapitelname 2">
            <a:extLst>
              <a:ext uri="{FF2B5EF4-FFF2-40B4-BE49-F238E27FC236}">
                <a16:creationId xmlns:a16="http://schemas.microsoft.com/office/drawing/2014/main" id="{22C32482-A63A-E7C3-3F64-C67B0DF161E3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wrap="square">
            <a:normAutofit/>
          </a:bodyPr>
          <a:lstStyle/>
          <a:p>
            <a:r>
              <a:rPr lang="de-DE" sz="2800" b="1" dirty="0"/>
              <a:t>Vier von zehn Firmentests passen direkt - erkannt vor der Ausführung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46BA78A9-63EA-489B-BE19-670E6B647A3D}" type="slidenum">
              <a:rPr lang="de-DE"/>
              <a:t>14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Ergebnisse</a:t>
            </a:r>
          </a:p>
        </p:txBody>
      </p:sp>
      <p:sp>
        <p:nvSpPr>
          <p:cNvPr id="601" name="Zone 1"/>
          <p:cNvSpPr/>
          <p:nvPr/>
        </p:nvSpPr>
        <p:spPr>
          <a:xfrm>
            <a:off x="400000" y="1420000"/>
            <a:ext cx="5630000" cy="1920000"/>
          </a:xfrm>
          <a:prstGeom prst="rect">
            <a:avLst/>
          </a:prstGeom>
          <a:noFill/>
          <a:ln w="12700">
            <a:solidFill>
              <a:srgbClr val="C1C5C8"/>
            </a:solidFill>
            <a:prstDash val="sysDash"/>
          </a:ln>
        </p:spPr>
        <p:txBody>
          <a:bodyPr lIns="45720" tIns="0" rIns="45720" bIns="0" anchor="ctr">
            <a:normAutofit/>
          </a:bodyPr>
          <a:lstStyle/>
          <a:p>
            <a:endParaRPr lang="de-DE"/>
          </a:p>
        </p:txBody>
      </p:sp>
      <p:sp>
        <p:nvSpPr>
          <p:cNvPr id="602" name="Zonentitel 1"/>
          <p:cNvSpPr txBox="1"/>
          <p:nvPr/>
        </p:nvSpPr>
        <p:spPr>
          <a:xfrm>
            <a:off x="520000" y="1510000"/>
            <a:ext cx="539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de-DE" sz="2000" b="1">
                <a:solidFill>
                  <a:srgbClr val="5B666F"/>
                </a:solidFill>
              </a:rPr>
              <a:t>Anwendbar und ausgeführt (4)</a:t>
            </a:r>
          </a:p>
        </p:txBody>
      </p:sp>
      <p:sp>
        <p:nvSpPr>
          <p:cNvPr id="603" name="CM-001"/>
          <p:cNvSpPr/>
          <p:nvPr/>
        </p:nvSpPr>
        <p:spPr>
          <a:xfrm>
            <a:off x="520000" y="2300000"/>
            <a:ext cx="1280000" cy="8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C1C5C8"/>
            </a:solidFill>
          </a:ln>
        </p:spPr>
        <p:txBody>
          <a:bodyPr lIns="45720" tIns="0" rIns="45720" bIns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2000">
                <a:solidFill>
                  <a:srgbClr val="30343A"/>
                </a:solidFill>
              </a:rPr>
              <a:t>CM-001</a:t>
            </a:r>
            <a:br>
              <a:rPr lang="de-DE" sz="2000"/>
            </a:br>
            <a:r>
              <a:rPr lang="de-DE" sz="2000">
                <a:solidFill>
                  <a:srgbClr val="30343A"/>
                </a:solidFill>
              </a:rPr>
              <a:t>Nmap</a:t>
            </a:r>
          </a:p>
        </p:txBody>
      </p:sp>
      <p:sp>
        <p:nvSpPr>
          <p:cNvPr id="604" name="CM-002"/>
          <p:cNvSpPr/>
          <p:nvPr/>
        </p:nvSpPr>
        <p:spPr>
          <a:xfrm>
            <a:off x="1890000" y="2300000"/>
            <a:ext cx="1280000" cy="8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C1C5C8"/>
            </a:solidFill>
          </a:ln>
        </p:spPr>
        <p:txBody>
          <a:bodyPr lIns="45720" tIns="0" rIns="45720" bIns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30343A"/>
                </a:solidFill>
              </a:rPr>
              <a:t>CM-007</a:t>
            </a:r>
            <a:br>
              <a:rPr lang="de-DE" sz="2000" dirty="0"/>
            </a:br>
            <a:r>
              <a:rPr lang="de-DE" sz="2000" dirty="0" err="1">
                <a:solidFill>
                  <a:srgbClr val="30343A"/>
                </a:solidFill>
              </a:rPr>
              <a:t>Nikto</a:t>
            </a:r>
            <a:endParaRPr lang="de-DE" sz="2000" dirty="0">
              <a:solidFill>
                <a:srgbClr val="30343A"/>
              </a:solidFill>
            </a:endParaRPr>
          </a:p>
        </p:txBody>
      </p:sp>
      <p:sp>
        <p:nvSpPr>
          <p:cNvPr id="605" name="CM-003"/>
          <p:cNvSpPr/>
          <p:nvPr/>
        </p:nvSpPr>
        <p:spPr>
          <a:xfrm>
            <a:off x="3260000" y="2300000"/>
            <a:ext cx="1280000" cy="8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C1C5C8"/>
            </a:solidFill>
          </a:ln>
        </p:spPr>
        <p:txBody>
          <a:bodyPr lIns="45720" tIns="0" rIns="45720" bIns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30343A"/>
                </a:solidFill>
              </a:rPr>
              <a:t>CM-009</a:t>
            </a:r>
            <a:br>
              <a:rPr lang="de-DE" sz="2000" dirty="0"/>
            </a:br>
            <a:r>
              <a:rPr lang="de-DE" sz="2000" dirty="0">
                <a:solidFill>
                  <a:srgbClr val="30343A"/>
                </a:solidFill>
              </a:rPr>
              <a:t>Siege</a:t>
            </a:r>
          </a:p>
        </p:txBody>
      </p:sp>
      <p:sp>
        <p:nvSpPr>
          <p:cNvPr id="606" name="CM-004"/>
          <p:cNvSpPr/>
          <p:nvPr/>
        </p:nvSpPr>
        <p:spPr>
          <a:xfrm>
            <a:off x="4630000" y="2300000"/>
            <a:ext cx="1280000" cy="8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C1C5C8"/>
            </a:solidFill>
          </a:ln>
        </p:spPr>
        <p:txBody>
          <a:bodyPr lIns="45720" tIns="0" rIns="45720" bIns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30343A"/>
                </a:solidFill>
              </a:rPr>
              <a:t>CM-010</a:t>
            </a:r>
            <a:br>
              <a:rPr lang="de-DE" sz="2000" dirty="0"/>
            </a:br>
            <a:r>
              <a:rPr lang="de-DE" sz="2000" dirty="0" err="1">
                <a:solidFill>
                  <a:srgbClr val="30343A"/>
                </a:solidFill>
              </a:rPr>
              <a:t>boofuzz</a:t>
            </a:r>
            <a:endParaRPr lang="de-DE" sz="2000" dirty="0">
              <a:solidFill>
                <a:srgbClr val="30343A"/>
              </a:solidFill>
            </a:endParaRPr>
          </a:p>
        </p:txBody>
      </p:sp>
      <p:sp>
        <p:nvSpPr>
          <p:cNvPr id="607" name="Zone 2"/>
          <p:cNvSpPr/>
          <p:nvPr/>
        </p:nvSpPr>
        <p:spPr>
          <a:xfrm>
            <a:off x="6130000" y="1420000"/>
            <a:ext cx="3400000" cy="1920000"/>
          </a:xfrm>
          <a:prstGeom prst="rect">
            <a:avLst/>
          </a:prstGeom>
          <a:noFill/>
          <a:ln w="12700">
            <a:solidFill>
              <a:srgbClr val="C1C5C8"/>
            </a:solidFill>
            <a:prstDash val="sysDash"/>
          </a:ln>
        </p:spPr>
        <p:txBody>
          <a:bodyPr lIns="45720" tIns="0" rIns="45720" bIns="0" anchor="ctr">
            <a:normAutofit/>
          </a:bodyPr>
          <a:lstStyle/>
          <a:p>
            <a:endParaRPr lang="de-DE"/>
          </a:p>
        </p:txBody>
      </p:sp>
      <p:sp>
        <p:nvSpPr>
          <p:cNvPr id="608" name="Zonentitel 2"/>
          <p:cNvSpPr txBox="1"/>
          <p:nvPr/>
        </p:nvSpPr>
        <p:spPr>
          <a:xfrm>
            <a:off x="6250000" y="1510000"/>
            <a:ext cx="316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ct val="95000"/>
              </a:lnSpc>
            </a:pPr>
            <a:r>
              <a:rPr lang="de-DE" sz="2000" b="1">
                <a:solidFill>
                  <a:srgbClr val="5B666F"/>
                </a:solidFill>
              </a:rPr>
              <a:t>Anwendbar mit Anpassung (2)</a:t>
            </a:r>
          </a:p>
        </p:txBody>
      </p:sp>
      <p:sp>
        <p:nvSpPr>
          <p:cNvPr id="609" name="CM-005"/>
          <p:cNvSpPr/>
          <p:nvPr/>
        </p:nvSpPr>
        <p:spPr>
          <a:xfrm>
            <a:off x="6500000" y="2300000"/>
            <a:ext cx="1280000" cy="82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FF6E00"/>
            </a:solidFill>
          </a:ln>
        </p:spPr>
        <p:txBody>
          <a:bodyPr lIns="45720" tIns="0" rIns="45720" bIns="0" anchor="ctr">
            <a:normAutofit lnSpcReduction="10000"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30343A"/>
                </a:solidFill>
              </a:rPr>
              <a:t>CM-004</a:t>
            </a:r>
            <a:br>
              <a:rPr lang="de-DE" sz="2000" dirty="0"/>
            </a:br>
            <a:r>
              <a:rPr lang="de-DE" sz="2000" dirty="0">
                <a:solidFill>
                  <a:srgbClr val="30343A"/>
                </a:solidFill>
              </a:rPr>
              <a:t>OWASP</a:t>
            </a:r>
            <a:br>
              <a:rPr lang="de-DE" sz="2000" dirty="0"/>
            </a:br>
            <a:r>
              <a:rPr lang="de-DE" sz="2000" dirty="0">
                <a:solidFill>
                  <a:srgbClr val="30343A"/>
                </a:solidFill>
              </a:rPr>
              <a:t>ZAP</a:t>
            </a:r>
          </a:p>
        </p:txBody>
      </p:sp>
      <p:sp>
        <p:nvSpPr>
          <p:cNvPr id="610" name="CM-006"/>
          <p:cNvSpPr/>
          <p:nvPr/>
        </p:nvSpPr>
        <p:spPr>
          <a:xfrm>
            <a:off x="7870000" y="2300000"/>
            <a:ext cx="1280000" cy="82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FF6E00"/>
            </a:solidFill>
          </a:ln>
        </p:spPr>
        <p:txBody>
          <a:bodyPr lIns="45720" tIns="0" rIns="45720" bIns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30343A"/>
                </a:solidFill>
              </a:rPr>
              <a:t>CM-005</a:t>
            </a:r>
            <a:br>
              <a:rPr lang="de-DE" sz="2000" dirty="0"/>
            </a:br>
            <a:r>
              <a:rPr lang="de-DE" sz="2000" dirty="0" err="1">
                <a:solidFill>
                  <a:srgbClr val="30343A"/>
                </a:solidFill>
              </a:rPr>
              <a:t>SSLscan</a:t>
            </a:r>
            <a:endParaRPr lang="de-DE" sz="2000" dirty="0">
              <a:solidFill>
                <a:srgbClr val="30343A"/>
              </a:solidFill>
            </a:endParaRPr>
          </a:p>
        </p:txBody>
      </p:sp>
      <p:sp>
        <p:nvSpPr>
          <p:cNvPr id="611" name="Zone 4"/>
          <p:cNvSpPr/>
          <p:nvPr/>
        </p:nvSpPr>
        <p:spPr>
          <a:xfrm>
            <a:off x="9630000" y="1420000"/>
            <a:ext cx="2162000" cy="1920000"/>
          </a:xfrm>
          <a:prstGeom prst="rect">
            <a:avLst/>
          </a:prstGeom>
          <a:noFill/>
          <a:ln w="12700">
            <a:solidFill>
              <a:srgbClr val="C1C5C8"/>
            </a:solidFill>
            <a:prstDash val="sysDash"/>
          </a:ln>
        </p:spPr>
        <p:txBody>
          <a:bodyPr lIns="45720" tIns="0" rIns="45720" bIns="0" anchor="ctr">
            <a:normAutofit/>
          </a:bodyPr>
          <a:lstStyle/>
          <a:p>
            <a:endParaRPr lang="de-DE"/>
          </a:p>
        </p:txBody>
      </p:sp>
      <p:sp>
        <p:nvSpPr>
          <p:cNvPr id="612" name="Zonentitel 4"/>
          <p:cNvSpPr txBox="1"/>
          <p:nvPr/>
        </p:nvSpPr>
        <p:spPr>
          <a:xfrm>
            <a:off x="9750000" y="1510000"/>
            <a:ext cx="1922000" cy="3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de-DE" sz="2000" b="1">
                <a:solidFill>
                  <a:srgbClr val="5B666F"/>
                </a:solidFill>
              </a:rPr>
              <a:t>Blockiert (1)</a:t>
            </a:r>
          </a:p>
        </p:txBody>
      </p:sp>
      <p:sp>
        <p:nvSpPr>
          <p:cNvPr id="613" name="CM-010"/>
          <p:cNvSpPr/>
          <p:nvPr/>
        </p:nvSpPr>
        <p:spPr>
          <a:xfrm>
            <a:off x="10071000" y="2300000"/>
            <a:ext cx="1280000" cy="820000"/>
          </a:xfrm>
          <a:prstGeom prst="rect">
            <a:avLst/>
          </a:prstGeom>
          <a:pattFill prst="ltUpDiag">
            <a:fgClr>
              <a:srgbClr val="808890"/>
            </a:fgClr>
            <a:bgClr>
              <a:srgbClr val="FFFFFF"/>
            </a:bgClr>
          </a:pattFill>
          <a:ln w="12700">
            <a:solidFill>
              <a:srgbClr val="808890"/>
            </a:solidFill>
          </a:ln>
        </p:spPr>
        <p:txBody>
          <a:bodyPr lIns="45720" tIns="0" rIns="45720" bIns="0" anchor="ctr">
            <a:normAutofit lnSpcReduction="10000"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30343A"/>
                </a:solidFill>
              </a:rPr>
              <a:t>CM-008</a:t>
            </a:r>
            <a:br>
              <a:rPr lang="de-DE" sz="2000" dirty="0"/>
            </a:br>
            <a:r>
              <a:rPr lang="de-DE" sz="2000" dirty="0" err="1">
                <a:solidFill>
                  <a:srgbClr val="30343A"/>
                </a:solidFill>
              </a:rPr>
              <a:t>OpenVAS</a:t>
            </a:r>
            <a:br>
              <a:rPr lang="de-DE" sz="2000" dirty="0"/>
            </a:br>
            <a:r>
              <a:rPr lang="de-DE" sz="2000" dirty="0">
                <a:solidFill>
                  <a:srgbClr val="30343A"/>
                </a:solidFill>
              </a:rPr>
              <a:t>GVM</a:t>
            </a:r>
          </a:p>
        </p:txBody>
      </p:sp>
      <p:sp>
        <p:nvSpPr>
          <p:cNvPr id="614" name="Zone 3"/>
          <p:cNvSpPr/>
          <p:nvPr/>
        </p:nvSpPr>
        <p:spPr>
          <a:xfrm>
            <a:off x="400000" y="3680000"/>
            <a:ext cx="11392000" cy="2000000"/>
          </a:xfrm>
          <a:prstGeom prst="rect">
            <a:avLst/>
          </a:prstGeom>
          <a:noFill/>
          <a:ln w="12700">
            <a:solidFill>
              <a:srgbClr val="C1C5C8"/>
            </a:solidFill>
            <a:prstDash val="sysDash"/>
          </a:ln>
        </p:spPr>
        <p:txBody>
          <a:bodyPr lIns="45720" tIns="0" rIns="45720" bIns="0" anchor="ctr">
            <a:normAutofit/>
          </a:bodyPr>
          <a:lstStyle/>
          <a:p>
            <a:endParaRPr lang="de-DE"/>
          </a:p>
        </p:txBody>
      </p:sp>
      <p:sp>
        <p:nvSpPr>
          <p:cNvPr id="615" name="Zonentitel 3"/>
          <p:cNvSpPr txBox="1"/>
          <p:nvPr/>
        </p:nvSpPr>
        <p:spPr>
          <a:xfrm>
            <a:off x="520000" y="3810000"/>
            <a:ext cx="11152000" cy="3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de-DE" sz="2000" b="1">
                <a:solidFill>
                  <a:srgbClr val="5B666F"/>
                </a:solidFill>
              </a:rPr>
              <a:t>Nicht anwendbar (3)</a:t>
            </a:r>
          </a:p>
        </p:txBody>
      </p:sp>
      <p:sp>
        <p:nvSpPr>
          <p:cNvPr id="616" name="CM-007"/>
          <p:cNvSpPr/>
          <p:nvPr/>
        </p:nvSpPr>
        <p:spPr>
          <a:xfrm>
            <a:off x="560000" y="4080000"/>
            <a:ext cx="1400000" cy="1420000"/>
          </a:xfrm>
          <a:prstGeom prst="rect">
            <a:avLst/>
          </a:prstGeom>
          <a:noFill/>
          <a:ln w="12700">
            <a:solidFill>
              <a:srgbClr val="808890"/>
            </a:solidFill>
            <a:prstDash val="dash"/>
          </a:ln>
        </p:spPr>
        <p:txBody>
          <a:bodyPr lIns="45720" tIns="0" rIns="45720" bIns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5B666F"/>
                </a:solidFill>
              </a:rPr>
              <a:t>CM-003</a:t>
            </a:r>
            <a:br>
              <a:rPr lang="de-DE" sz="2000" dirty="0"/>
            </a:br>
            <a:r>
              <a:rPr lang="de-DE" sz="2000" dirty="0">
                <a:solidFill>
                  <a:srgbClr val="5B666F"/>
                </a:solidFill>
              </a:rPr>
              <a:t>Hydra</a:t>
            </a:r>
          </a:p>
        </p:txBody>
      </p:sp>
      <p:sp>
        <p:nvSpPr>
          <p:cNvPr id="617" name="Grund CM-007"/>
          <p:cNvSpPr txBox="1"/>
          <p:nvPr/>
        </p:nvSpPr>
        <p:spPr>
          <a:xfrm>
            <a:off x="2000000" y="4344525"/>
            <a:ext cx="2200000" cy="8909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de-DE" sz="2000" dirty="0">
                <a:solidFill>
                  <a:srgbClr val="808890"/>
                </a:solidFill>
              </a:rPr>
              <a:t>kein </a:t>
            </a:r>
            <a:r>
              <a:rPr lang="de-DE" sz="2000" dirty="0" err="1">
                <a:solidFill>
                  <a:srgbClr val="808890"/>
                </a:solidFill>
              </a:rPr>
              <a:t>Authen</a:t>
            </a:r>
            <a:r>
              <a:rPr lang="de-DE" sz="2000" dirty="0">
                <a:solidFill>
                  <a:srgbClr val="808890"/>
                </a:solidFill>
              </a:rPr>
              <a:t>-</a:t>
            </a:r>
            <a:br>
              <a:rPr lang="de-DE" sz="2000" dirty="0"/>
            </a:br>
            <a:r>
              <a:rPr lang="de-DE" sz="2000" dirty="0" err="1">
                <a:solidFill>
                  <a:srgbClr val="808890"/>
                </a:solidFill>
              </a:rPr>
              <a:t>tifizierungs</a:t>
            </a:r>
            <a:r>
              <a:rPr lang="de-DE" sz="2000" dirty="0">
                <a:solidFill>
                  <a:srgbClr val="808890"/>
                </a:solidFill>
              </a:rPr>
              <a:t>-</a:t>
            </a:r>
            <a:br>
              <a:rPr lang="de-DE" sz="2000" dirty="0"/>
            </a:br>
            <a:r>
              <a:rPr lang="de-DE" sz="2000" dirty="0">
                <a:solidFill>
                  <a:srgbClr val="808890"/>
                </a:solidFill>
              </a:rPr>
              <a:t>Endpunkt</a:t>
            </a:r>
          </a:p>
        </p:txBody>
      </p:sp>
      <p:sp>
        <p:nvSpPr>
          <p:cNvPr id="618" name="CM-008"/>
          <p:cNvSpPr/>
          <p:nvPr/>
        </p:nvSpPr>
        <p:spPr>
          <a:xfrm>
            <a:off x="4360000" y="4080000"/>
            <a:ext cx="1400000" cy="1420000"/>
          </a:xfrm>
          <a:prstGeom prst="rect">
            <a:avLst/>
          </a:prstGeom>
          <a:noFill/>
          <a:ln w="12700">
            <a:solidFill>
              <a:srgbClr val="808890"/>
            </a:solidFill>
            <a:prstDash val="dash"/>
          </a:ln>
        </p:spPr>
        <p:txBody>
          <a:bodyPr lIns="45720" tIns="0" rIns="45720" bIns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5B666F"/>
                </a:solidFill>
              </a:rPr>
              <a:t>CM-006</a:t>
            </a:r>
            <a:br>
              <a:rPr lang="de-DE" sz="2000" dirty="0"/>
            </a:br>
            <a:r>
              <a:rPr lang="de-DE" sz="2000" dirty="0">
                <a:solidFill>
                  <a:srgbClr val="5B666F"/>
                </a:solidFill>
              </a:rPr>
              <a:t>Lynis</a:t>
            </a:r>
          </a:p>
        </p:txBody>
      </p:sp>
      <p:sp>
        <p:nvSpPr>
          <p:cNvPr id="619" name="Grund CM-008"/>
          <p:cNvSpPr txBox="1"/>
          <p:nvPr/>
        </p:nvSpPr>
        <p:spPr>
          <a:xfrm>
            <a:off x="5852318" y="4349050"/>
            <a:ext cx="2200000" cy="897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de-DE" sz="2000" dirty="0">
                <a:solidFill>
                  <a:srgbClr val="808890"/>
                </a:solidFill>
              </a:rPr>
              <a:t>keine Be-</a:t>
            </a:r>
            <a:br>
              <a:rPr lang="de-DE" sz="2000" dirty="0"/>
            </a:br>
            <a:r>
              <a:rPr lang="de-DE" sz="2000" dirty="0" err="1">
                <a:solidFill>
                  <a:srgbClr val="808890"/>
                </a:solidFill>
              </a:rPr>
              <a:t>triebssystem</a:t>
            </a:r>
            <a:r>
              <a:rPr lang="de-DE" sz="2000" dirty="0">
                <a:solidFill>
                  <a:srgbClr val="808890"/>
                </a:solidFill>
              </a:rPr>
              <a:t>-</a:t>
            </a:r>
            <a:br>
              <a:rPr lang="de-DE" sz="2000" dirty="0"/>
            </a:br>
            <a:r>
              <a:rPr lang="de-DE" sz="2000" dirty="0">
                <a:solidFill>
                  <a:srgbClr val="808890"/>
                </a:solidFill>
              </a:rPr>
              <a:t>Shell</a:t>
            </a:r>
          </a:p>
        </p:txBody>
      </p:sp>
      <p:sp>
        <p:nvSpPr>
          <p:cNvPr id="620" name="CM-009"/>
          <p:cNvSpPr/>
          <p:nvPr/>
        </p:nvSpPr>
        <p:spPr>
          <a:xfrm>
            <a:off x="8160000" y="4080000"/>
            <a:ext cx="1400000" cy="1420000"/>
          </a:xfrm>
          <a:prstGeom prst="rect">
            <a:avLst/>
          </a:prstGeom>
          <a:noFill/>
          <a:ln w="12700">
            <a:solidFill>
              <a:srgbClr val="808890"/>
            </a:solidFill>
            <a:prstDash val="dash"/>
          </a:ln>
        </p:spPr>
        <p:txBody>
          <a:bodyPr lIns="45720" tIns="0" rIns="45720" bIns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2000" dirty="0">
                <a:solidFill>
                  <a:srgbClr val="5B666F"/>
                </a:solidFill>
              </a:rPr>
              <a:t>CM-002</a:t>
            </a:r>
            <a:br>
              <a:rPr lang="de-DE" sz="2000" dirty="0"/>
            </a:br>
            <a:r>
              <a:rPr lang="de-DE" sz="2000" dirty="0" err="1">
                <a:solidFill>
                  <a:srgbClr val="5B666F"/>
                </a:solidFill>
              </a:rPr>
              <a:t>Nmap</a:t>
            </a:r>
            <a:br>
              <a:rPr lang="de-DE" sz="2000" dirty="0"/>
            </a:br>
            <a:r>
              <a:rPr lang="de-DE" sz="2000" dirty="0">
                <a:solidFill>
                  <a:srgbClr val="5B666F"/>
                </a:solidFill>
              </a:rPr>
              <a:t>zonen-</a:t>
            </a:r>
            <a:br>
              <a:rPr lang="de-DE" sz="2000" dirty="0"/>
            </a:br>
            <a:r>
              <a:rPr lang="de-DE" sz="2000" dirty="0">
                <a:solidFill>
                  <a:srgbClr val="5B666F"/>
                </a:solidFill>
              </a:rPr>
              <a:t>basiert</a:t>
            </a:r>
          </a:p>
        </p:txBody>
      </p:sp>
      <p:sp>
        <p:nvSpPr>
          <p:cNvPr id="621" name="Grund CM-009"/>
          <p:cNvSpPr txBox="1"/>
          <p:nvPr/>
        </p:nvSpPr>
        <p:spPr>
          <a:xfrm>
            <a:off x="9600000" y="4170000"/>
            <a:ext cx="2200000" cy="12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de-DE" sz="2000" dirty="0">
                <a:solidFill>
                  <a:srgbClr val="808890"/>
                </a:solidFill>
              </a:rPr>
              <a:t>keine zweite</a:t>
            </a:r>
            <a:br>
              <a:rPr lang="de-DE" sz="2000" dirty="0"/>
            </a:br>
            <a:r>
              <a:rPr lang="de-DE" sz="2000" dirty="0">
                <a:solidFill>
                  <a:srgbClr val="808890"/>
                </a:solidFill>
              </a:rPr>
              <a:t>Zone in</a:t>
            </a:r>
            <a:br>
              <a:rPr lang="de-DE" sz="2000" dirty="0"/>
            </a:br>
            <a:r>
              <a:rPr lang="de-DE" sz="2000" dirty="0">
                <a:solidFill>
                  <a:srgbClr val="808890"/>
                </a:solidFill>
              </a:rPr>
              <a:t>flacher</a:t>
            </a:r>
            <a:br>
              <a:rPr lang="de-DE" sz="2000" dirty="0"/>
            </a:br>
            <a:r>
              <a:rPr lang="de-DE" sz="2000" dirty="0">
                <a:solidFill>
                  <a:srgbClr val="808890"/>
                </a:solidFill>
              </a:rPr>
              <a:t>Topologie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3" name="Autor Fusszeile">
            <a:extLst>
              <a:ext uri="{FF2B5EF4-FFF2-40B4-BE49-F238E27FC236}">
                <a16:creationId xmlns:a16="http://schemas.microsoft.com/office/drawing/2014/main" id="{29ACB3A7-7178-AC7D-8770-0A5CFF95C3AA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2FEDE464-14F5-5CFF-B3C7-B37C8805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5" name="Kapitelname 2">
            <a:extLst>
              <a:ext uri="{FF2B5EF4-FFF2-40B4-BE49-F238E27FC236}">
                <a16:creationId xmlns:a16="http://schemas.microsoft.com/office/drawing/2014/main" id="{5CB150E4-ADEB-C35E-5C9C-7AA5B07A8DD0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" grpId="0" animBg="1"/>
      <p:bldP spid="602" grpId="0" animBg="1"/>
      <p:bldP spid="603" grpId="0" animBg="1"/>
      <p:bldP spid="604" grpId="0" animBg="1"/>
      <p:bldP spid="605" grpId="0" animBg="1"/>
      <p:bldP spid="606" grpId="0" animBg="1"/>
      <p:bldP spid="607" grpId="0" animBg="1"/>
      <p:bldP spid="608" grpId="0" animBg="1"/>
      <p:bldP spid="609" grpId="0" animBg="1"/>
      <p:bldP spid="610" grpId="0" animBg="1"/>
      <p:bldP spid="611" grpId="0" animBg="1"/>
      <p:bldP spid="612" grpId="0" animBg="1"/>
      <p:bldP spid="613" grpId="0" animBg="1"/>
      <p:bldP spid="614" grpId="0" animBg="1"/>
      <p:bldP spid="615" grpId="0" animBg="1"/>
      <p:bldP spid="616" grpId="0" animBg="1"/>
      <p:bldP spid="617" grpId="0" animBg="1"/>
      <p:bldP spid="618" grpId="0" animBg="1"/>
      <p:bldP spid="619" grpId="0" animBg="1"/>
      <p:bldP spid="620" grpId="0" animBg="1"/>
      <p:bldP spid="6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2400000" y="480000"/>
            <a:ext cx="9400000" cy="900000"/>
          </a:xfrm>
        </p:spPr>
        <p:txBody>
          <a:bodyPr wrap="square">
            <a:normAutofit/>
          </a:bodyPr>
          <a:lstStyle/>
          <a:p>
            <a:r>
              <a:rPr lang="de-DE" sz="2800" b="1"/>
              <a:t>Die Kette angewendet: RQ-003 am Prüfling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6ACC463A-0B74-43E3-9EB5-DBED5BDF4AE4}" type="slidenum">
              <a:rPr lang="de-DE"/>
              <a:t>15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Ergebnisse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500" name="Kettenlinie"/>
          <p:cNvSpPr/>
          <p:nvPr/>
        </p:nvSpPr>
        <p:spPr>
          <a:xfrm>
            <a:off x="600000" y="1700000"/>
            <a:ext cx="10900000" cy="19050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10" name="Knoten 1"/>
          <p:cNvSpPr/>
          <p:nvPr/>
        </p:nvSpPr>
        <p:spPr>
          <a:xfrm>
            <a:off x="5300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0" name="Knotenlabel 1"/>
          <p:cNvSpPr txBox="1"/>
          <p:nvPr/>
        </p:nvSpPr>
        <p:spPr>
          <a:xfrm>
            <a:off x="-1500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Requirement</a:t>
            </a:r>
          </a:p>
        </p:txBody>
      </p:sp>
      <p:sp>
        <p:nvSpPr>
          <p:cNvPr id="511" name="Knoten 2"/>
          <p:cNvSpPr/>
          <p:nvPr/>
        </p:nvSpPr>
        <p:spPr>
          <a:xfrm>
            <a:off x="18925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1" name="Knotenlabel 2"/>
          <p:cNvSpPr txBox="1"/>
          <p:nvPr/>
        </p:nvSpPr>
        <p:spPr>
          <a:xfrm>
            <a:off x="12125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Asset</a:t>
            </a:r>
          </a:p>
        </p:txBody>
      </p:sp>
      <p:sp>
        <p:nvSpPr>
          <p:cNvPr id="512" name="Knoten 3"/>
          <p:cNvSpPr/>
          <p:nvPr/>
        </p:nvSpPr>
        <p:spPr>
          <a:xfrm>
            <a:off x="32550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2" name="Knotenlabel 3"/>
          <p:cNvSpPr txBox="1"/>
          <p:nvPr/>
        </p:nvSpPr>
        <p:spPr>
          <a:xfrm>
            <a:off x="25750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Threat</a:t>
            </a:r>
          </a:p>
        </p:txBody>
      </p:sp>
      <p:sp>
        <p:nvSpPr>
          <p:cNvPr id="513" name="Knoten 4"/>
          <p:cNvSpPr/>
          <p:nvPr/>
        </p:nvSpPr>
        <p:spPr>
          <a:xfrm>
            <a:off x="46175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3" name="Knotenlabel 4"/>
          <p:cNvSpPr txBox="1"/>
          <p:nvPr/>
        </p:nvSpPr>
        <p:spPr>
          <a:xfrm>
            <a:off x="39375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Security Function</a:t>
            </a:r>
          </a:p>
        </p:txBody>
      </p:sp>
      <p:sp>
        <p:nvSpPr>
          <p:cNvPr id="514" name="Knoten 5"/>
          <p:cNvSpPr/>
          <p:nvPr/>
        </p:nvSpPr>
        <p:spPr>
          <a:xfrm>
            <a:off x="59800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4" name="Knotenlabel 5"/>
          <p:cNvSpPr txBox="1"/>
          <p:nvPr/>
        </p:nvSpPr>
        <p:spPr>
          <a:xfrm>
            <a:off x="53000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Test Objective</a:t>
            </a:r>
          </a:p>
        </p:txBody>
      </p:sp>
      <p:sp>
        <p:nvSpPr>
          <p:cNvPr id="515" name="Knoten 6"/>
          <p:cNvSpPr/>
          <p:nvPr/>
        </p:nvSpPr>
        <p:spPr>
          <a:xfrm>
            <a:off x="73425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5" name="Knotenlabel 6"/>
          <p:cNvSpPr txBox="1"/>
          <p:nvPr/>
        </p:nvSpPr>
        <p:spPr>
          <a:xfrm>
            <a:off x="66625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Test Technique</a:t>
            </a:r>
          </a:p>
        </p:txBody>
      </p:sp>
      <p:sp>
        <p:nvSpPr>
          <p:cNvPr id="516" name="Knoten 7"/>
          <p:cNvSpPr/>
          <p:nvPr/>
        </p:nvSpPr>
        <p:spPr>
          <a:xfrm>
            <a:off x="87050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6" name="Knotenlabel 7"/>
          <p:cNvSpPr txBox="1"/>
          <p:nvPr/>
        </p:nvSpPr>
        <p:spPr>
          <a:xfrm>
            <a:off x="80250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Access Prerequisite</a:t>
            </a:r>
          </a:p>
        </p:txBody>
      </p:sp>
      <p:sp>
        <p:nvSpPr>
          <p:cNvPr id="517" name="Knoten 8"/>
          <p:cNvSpPr/>
          <p:nvPr/>
        </p:nvSpPr>
        <p:spPr>
          <a:xfrm>
            <a:off x="100675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7" name="Knotenlabel 8"/>
          <p:cNvSpPr txBox="1"/>
          <p:nvPr/>
        </p:nvSpPr>
        <p:spPr>
          <a:xfrm>
            <a:off x="93875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Evidence</a:t>
            </a:r>
          </a:p>
        </p:txBody>
      </p:sp>
      <p:sp>
        <p:nvSpPr>
          <p:cNvPr id="518" name="Knoten 9"/>
          <p:cNvSpPr/>
          <p:nvPr/>
        </p:nvSpPr>
        <p:spPr>
          <a:xfrm>
            <a:off x="11430000" y="1630000"/>
            <a:ext cx="140000" cy="14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8" name="Knotenlabel 9"/>
          <p:cNvSpPr txBox="1"/>
          <p:nvPr/>
        </p:nvSpPr>
        <p:spPr>
          <a:xfrm>
            <a:off x="10750000" y="128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900" b="0">
                <a:solidFill>
                  <a:srgbClr val="9AA1A9"/>
                </a:solidFill>
              </a:rPr>
              <a:t>Result</a:t>
            </a:r>
          </a:p>
        </p:txBody>
      </p:sp>
      <p:sp>
        <p:nvSpPr>
          <p:cNvPr id="560" name="Feldlinie 1"/>
          <p:cNvSpPr/>
          <p:nvPr/>
        </p:nvSpPr>
        <p:spPr>
          <a:xfrm>
            <a:off x="600000" y="1780000"/>
            <a:ext cx="0" cy="57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0" name="Feld 1"/>
          <p:cNvSpPr/>
          <p:nvPr/>
        </p:nvSpPr>
        <p:spPr>
          <a:xfrm>
            <a:off x="110000" y="2350000"/>
            <a:ext cx="1800000" cy="7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0" name="Feldtext 1"/>
          <p:cNvSpPr txBox="1"/>
          <p:nvPr/>
        </p:nvSpPr>
        <p:spPr>
          <a:xfrm>
            <a:off x="170000" y="2350000"/>
            <a:ext cx="168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>
                <a:solidFill>
                  <a:srgbClr val="30343A"/>
                </a:solidFill>
              </a:rPr>
              <a:t>RQ-003 · Nachweis von Eingriffen</a:t>
            </a:r>
          </a:p>
        </p:txBody>
      </p:sp>
      <p:sp>
        <p:nvSpPr>
          <p:cNvPr id="561" name="Feldlinie 2"/>
          <p:cNvSpPr/>
          <p:nvPr/>
        </p:nvSpPr>
        <p:spPr>
          <a:xfrm>
            <a:off x="1962500" y="1780000"/>
            <a:ext cx="0" cy="162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1" name="Feld 2"/>
          <p:cNvSpPr/>
          <p:nvPr/>
        </p:nvSpPr>
        <p:spPr>
          <a:xfrm>
            <a:off x="812500" y="3400000"/>
            <a:ext cx="2300000" cy="7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1" name="Feldtext 2"/>
          <p:cNvSpPr txBox="1"/>
          <p:nvPr/>
        </p:nvSpPr>
        <p:spPr>
          <a:xfrm>
            <a:off x="872500" y="3400000"/>
            <a:ext cx="218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>
                <a:solidFill>
                  <a:srgbClr val="30343A"/>
                </a:solidFill>
              </a:rPr>
              <a:t>Audit- und Tracing-Daten · Betriebsart</a:t>
            </a:r>
          </a:p>
        </p:txBody>
      </p:sp>
      <p:sp>
        <p:nvSpPr>
          <p:cNvPr id="562" name="Feldlinie 3"/>
          <p:cNvSpPr/>
          <p:nvPr/>
        </p:nvSpPr>
        <p:spPr>
          <a:xfrm>
            <a:off x="3325000" y="1780000"/>
            <a:ext cx="0" cy="57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2" name="Feld 3"/>
          <p:cNvSpPr/>
          <p:nvPr/>
        </p:nvSpPr>
        <p:spPr>
          <a:xfrm>
            <a:off x="2175000" y="2350000"/>
            <a:ext cx="2300000" cy="7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2" name="Feldtext 3"/>
          <p:cNvSpPr txBox="1"/>
          <p:nvPr/>
        </p:nvSpPr>
        <p:spPr>
          <a:xfrm>
            <a:off x="2235000" y="2350000"/>
            <a:ext cx="218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>
                <a:solidFill>
                  <a:srgbClr val="30343A"/>
                </a:solidFill>
              </a:rPr>
              <a:t>Repudiation</a:t>
            </a:r>
          </a:p>
        </p:txBody>
      </p:sp>
      <p:sp>
        <p:nvSpPr>
          <p:cNvPr id="563" name="Feldlinie 4"/>
          <p:cNvSpPr/>
          <p:nvPr/>
        </p:nvSpPr>
        <p:spPr>
          <a:xfrm>
            <a:off x="4687500" y="1780000"/>
            <a:ext cx="0" cy="162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3" name="Feld 4"/>
          <p:cNvSpPr/>
          <p:nvPr/>
        </p:nvSpPr>
        <p:spPr>
          <a:xfrm>
            <a:off x="3537500" y="3400000"/>
            <a:ext cx="2300000" cy="7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3" name="Feldtext 4"/>
          <p:cNvSpPr txBox="1"/>
          <p:nvPr/>
        </p:nvSpPr>
        <p:spPr>
          <a:xfrm>
            <a:off x="3597500" y="3400000"/>
            <a:ext cx="218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>
                <a:solidFill>
                  <a:srgbClr val="30343A"/>
                </a:solidFill>
              </a:rPr>
              <a:t>Logging · Auditing · Non-Repudiation</a:t>
            </a:r>
          </a:p>
        </p:txBody>
      </p:sp>
      <p:sp>
        <p:nvSpPr>
          <p:cNvPr id="564" name="Feldlinie 5"/>
          <p:cNvSpPr/>
          <p:nvPr/>
        </p:nvSpPr>
        <p:spPr>
          <a:xfrm>
            <a:off x="6050000" y="1780000"/>
            <a:ext cx="0" cy="57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4" name="Feld 5"/>
          <p:cNvSpPr/>
          <p:nvPr/>
        </p:nvSpPr>
        <p:spPr>
          <a:xfrm>
            <a:off x="4900000" y="2350000"/>
            <a:ext cx="2300000" cy="7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4" name="Feldtext 5"/>
          <p:cNvSpPr txBox="1"/>
          <p:nvPr/>
        </p:nvSpPr>
        <p:spPr>
          <a:xfrm>
            <a:off x="4960000" y="2350000"/>
            <a:ext cx="218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>
                <a:solidFill>
                  <a:srgbClr val="30343A"/>
                </a:solidFill>
              </a:rPr>
              <a:t>zurechenbarer, persistenter Nachweis?</a:t>
            </a:r>
          </a:p>
        </p:txBody>
      </p:sp>
      <p:sp>
        <p:nvSpPr>
          <p:cNvPr id="565" name="Feldlinie 6"/>
          <p:cNvSpPr/>
          <p:nvPr/>
        </p:nvSpPr>
        <p:spPr>
          <a:xfrm>
            <a:off x="7412500" y="1780000"/>
            <a:ext cx="0" cy="162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5" name="Feld 6"/>
          <p:cNvSpPr/>
          <p:nvPr/>
        </p:nvSpPr>
        <p:spPr>
          <a:xfrm>
            <a:off x="6262500" y="3400000"/>
            <a:ext cx="2300000" cy="7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5" name="Feldtext 6"/>
          <p:cNvSpPr txBox="1"/>
          <p:nvPr/>
        </p:nvSpPr>
        <p:spPr>
          <a:xfrm>
            <a:off x="6322500" y="3400000"/>
            <a:ext cx="218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>
                <a:solidFill>
                  <a:srgbClr val="30343A"/>
                </a:solidFill>
              </a:rPr>
              <a:t>Requirements-based Testing · SVV-1</a:t>
            </a:r>
          </a:p>
        </p:txBody>
      </p:sp>
      <p:sp>
        <p:nvSpPr>
          <p:cNvPr id="566" name="Feldlinie 7"/>
          <p:cNvSpPr/>
          <p:nvPr/>
        </p:nvSpPr>
        <p:spPr>
          <a:xfrm>
            <a:off x="8775000" y="1780000"/>
            <a:ext cx="0" cy="57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6" name="Feld 7"/>
          <p:cNvSpPr/>
          <p:nvPr/>
        </p:nvSpPr>
        <p:spPr>
          <a:xfrm>
            <a:off x="7625000" y="2350000"/>
            <a:ext cx="2300000" cy="7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6" name="Feldtext 7"/>
          <p:cNvSpPr txBox="1"/>
          <p:nvPr/>
        </p:nvSpPr>
        <p:spPr>
          <a:xfrm>
            <a:off x="7685000" y="2350000"/>
            <a:ext cx="218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>
                <a:solidFill>
                  <a:srgbClr val="30343A"/>
                </a:solidFill>
              </a:rPr>
              <a:t>NV1</a:t>
            </a:r>
          </a:p>
        </p:txBody>
      </p:sp>
      <p:sp>
        <p:nvSpPr>
          <p:cNvPr id="567" name="Feldlinie 8"/>
          <p:cNvSpPr/>
          <p:nvPr/>
        </p:nvSpPr>
        <p:spPr>
          <a:xfrm>
            <a:off x="10137500" y="1780000"/>
            <a:ext cx="0" cy="162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7" name="Feld 8"/>
          <p:cNvSpPr/>
          <p:nvPr/>
        </p:nvSpPr>
        <p:spPr>
          <a:xfrm>
            <a:off x="8987500" y="3400000"/>
            <a:ext cx="2300000" cy="7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7" name="Feldtext 8"/>
          <p:cNvSpPr txBox="1"/>
          <p:nvPr/>
        </p:nvSpPr>
        <p:spPr>
          <a:xfrm>
            <a:off x="9047500" y="3400000"/>
            <a:ext cx="218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400" b="0">
                <a:solidFill>
                  <a:srgbClr val="30343A"/>
                </a:solidFill>
              </a:rPr>
              <a:t>Error-Log und Systick über HTTP</a:t>
            </a:r>
          </a:p>
        </p:txBody>
      </p:sp>
      <p:sp>
        <p:nvSpPr>
          <p:cNvPr id="568" name="Feldlinie 9"/>
          <p:cNvSpPr/>
          <p:nvPr/>
        </p:nvSpPr>
        <p:spPr>
          <a:xfrm>
            <a:off x="11500000" y="1780000"/>
            <a:ext cx="0" cy="77000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08" name="Feld 9"/>
          <p:cNvSpPr/>
          <p:nvPr/>
        </p:nvSpPr>
        <p:spPr>
          <a:xfrm>
            <a:off x="10925000" y="2550000"/>
            <a:ext cx="1150000" cy="620000"/>
          </a:xfrm>
          <a:prstGeom prst="roundRect">
            <a:avLst>
              <a:gd name="adj" fmla="val 12000"/>
            </a:avLst>
          </a:prstGeom>
          <a:solidFill>
            <a:srgbClr val="7A1F3D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8" name="Feldtext 9"/>
          <p:cNvSpPr txBox="1"/>
          <p:nvPr/>
        </p:nvSpPr>
        <p:spPr>
          <a:xfrm>
            <a:off x="10925000" y="2550000"/>
            <a:ext cx="115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8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3" name="Autor Fusszeile">
            <a:extLst>
              <a:ext uri="{FF2B5EF4-FFF2-40B4-BE49-F238E27FC236}">
                <a16:creationId xmlns:a16="http://schemas.microsoft.com/office/drawing/2014/main" id="{45972F79-C523-EB23-70EC-83B98B7BBDCA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FC184FAE-879A-4A94-F6D8-0B079FF5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5" name="Kapitelname 2">
            <a:extLst>
              <a:ext uri="{FF2B5EF4-FFF2-40B4-BE49-F238E27FC236}">
                <a16:creationId xmlns:a16="http://schemas.microsoft.com/office/drawing/2014/main" id="{CB245C7D-A2EC-E53C-175D-BF496344F8CA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mp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6" dur="4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400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2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10" dur="40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E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mp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14" dur="4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400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2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18" dur="4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E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mp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22" dur="4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4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2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26" dur="40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E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mp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30" dur="4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40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2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34" dur="4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E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mp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38" dur="4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4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2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42" dur="4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E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mp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46" dur="4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40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2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50" dur="4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E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mp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54" dur="4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400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2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58" dur="4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E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mp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62" dur="4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400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2" presetClass="emph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66" dur="40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E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4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400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E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" grpId="0" animBg="1"/>
      <p:bldP spid="530" grpId="0"/>
      <p:bldP spid="511" grpId="0" animBg="1"/>
      <p:bldP spid="531" grpId="0"/>
      <p:bldP spid="512" grpId="0" animBg="1"/>
      <p:bldP spid="532" grpId="0"/>
      <p:bldP spid="513" grpId="0" animBg="1"/>
      <p:bldP spid="533" grpId="0"/>
      <p:bldP spid="514" grpId="0" animBg="1"/>
      <p:bldP spid="534" grpId="0"/>
      <p:bldP spid="515" grpId="0" animBg="1"/>
      <p:bldP spid="535" grpId="0"/>
      <p:bldP spid="516" grpId="0" animBg="1"/>
      <p:bldP spid="536" grpId="0"/>
      <p:bldP spid="517" grpId="0" animBg="1"/>
      <p:bldP spid="537" grpId="0"/>
      <p:bldP spid="518" grpId="0" animBg="1"/>
      <p:bldP spid="538" grpId="0" animBg="1"/>
      <p:bldP spid="600" grpId="0" animBg="1"/>
      <p:bldP spid="601" grpId="0" animBg="1"/>
      <p:bldP spid="602" grpId="0" animBg="1"/>
      <p:bldP spid="603" grpId="0" animBg="1"/>
      <p:bldP spid="604" grpId="0" animBg="1"/>
      <p:bldP spid="605" grpId="0" animBg="1"/>
      <p:bldP spid="606" grpId="0" animBg="1"/>
      <p:bldP spid="60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wrap="square">
            <a:normAutofit/>
          </a:bodyPr>
          <a:lstStyle/>
          <a:p>
            <a:r>
              <a:rPr lang="de-DE" sz="2800" b="1"/>
              <a:t>Der Nachweis überlebt den Kaltstart nicht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ED6B50A1-60F4-45CA-86E7-02FFA4F9866B}" type="slidenum">
              <a:rPr lang="de-DE"/>
              <a:t>16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Ergebnisse</a:t>
            </a: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400" name="Kopf 1"/>
          <p:cNvSpPr/>
          <p:nvPr/>
        </p:nvSpPr>
        <p:spPr>
          <a:xfrm>
            <a:off x="400000" y="1520000"/>
            <a:ext cx="3400000" cy="5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Schritt</a:t>
            </a:r>
          </a:p>
        </p:txBody>
      </p:sp>
      <p:sp>
        <p:nvSpPr>
          <p:cNvPr id="401" name="Kopf 2"/>
          <p:cNvSpPr/>
          <p:nvPr/>
        </p:nvSpPr>
        <p:spPr>
          <a:xfrm>
            <a:off x="3800000" y="1520000"/>
            <a:ext cx="2100000" cy="5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System-Tick</a:t>
            </a:r>
          </a:p>
        </p:txBody>
      </p:sp>
      <p:sp>
        <p:nvSpPr>
          <p:cNvPr id="402" name="Kopf 3"/>
          <p:cNvSpPr/>
          <p:nvPr/>
        </p:nvSpPr>
        <p:spPr>
          <a:xfrm>
            <a:off x="5900000" y="1520000"/>
            <a:ext cx="2100000" cy="5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Log-Einträge</a:t>
            </a:r>
          </a:p>
        </p:txBody>
      </p:sp>
      <p:sp>
        <p:nvSpPr>
          <p:cNvPr id="410" name="Zelle 1-1"/>
          <p:cNvSpPr/>
          <p:nvPr/>
        </p:nvSpPr>
        <p:spPr>
          <a:xfrm>
            <a:off x="400000" y="2080000"/>
            <a:ext cx="3400000" cy="560000"/>
          </a:xfrm>
          <a:prstGeom prst="rect">
            <a:avLst/>
          </a:prstGeom>
          <a:solidFill>
            <a:srgbClr val="F5F6F7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l"/>
            <a:r>
              <a:rPr lang="de-DE" sz="2000" b="1">
                <a:solidFill>
                  <a:srgbClr val="30343A"/>
                </a:solidFill>
              </a:rPr>
              <a:t>Baseline</a:t>
            </a:r>
          </a:p>
        </p:txBody>
      </p:sp>
      <p:sp>
        <p:nvSpPr>
          <p:cNvPr id="411" name="Zelle 1-2"/>
          <p:cNvSpPr/>
          <p:nvPr/>
        </p:nvSpPr>
        <p:spPr>
          <a:xfrm>
            <a:off x="3800000" y="2080000"/>
            <a:ext cx="2100000" cy="560000"/>
          </a:xfrm>
          <a:prstGeom prst="rect">
            <a:avLst/>
          </a:prstGeom>
          <a:solidFill>
            <a:srgbClr val="F5F6F7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0">
                <a:solidFill>
                  <a:srgbClr val="30343A"/>
                </a:solidFill>
              </a:rPr>
              <a:t>20969</a:t>
            </a:r>
          </a:p>
        </p:txBody>
      </p:sp>
      <p:sp>
        <p:nvSpPr>
          <p:cNvPr id="412" name="Zelle 1-3"/>
          <p:cNvSpPr/>
          <p:nvPr/>
        </p:nvSpPr>
        <p:spPr>
          <a:xfrm>
            <a:off x="5900000" y="2080000"/>
            <a:ext cx="2100000" cy="560000"/>
          </a:xfrm>
          <a:prstGeom prst="rect">
            <a:avLst/>
          </a:prstGeom>
          <a:solidFill>
            <a:srgbClr val="F5F6F7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0">
                <a:solidFill>
                  <a:srgbClr val="30343A"/>
                </a:solidFill>
              </a:rPr>
              <a:t>0</a:t>
            </a:r>
          </a:p>
        </p:txBody>
      </p:sp>
      <p:sp>
        <p:nvSpPr>
          <p:cNvPr id="413" name="Zelle 2-1"/>
          <p:cNvSpPr/>
          <p:nvPr/>
        </p:nvSpPr>
        <p:spPr>
          <a:xfrm>
            <a:off x="400000" y="2640000"/>
            <a:ext cx="34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l"/>
            <a:r>
              <a:rPr lang="de-DE" sz="2000" b="1">
                <a:solidFill>
                  <a:srgbClr val="30343A"/>
                </a:solidFill>
              </a:rPr>
              <a:t>Nach Ereignis 1</a:t>
            </a:r>
          </a:p>
        </p:txBody>
      </p:sp>
      <p:sp>
        <p:nvSpPr>
          <p:cNvPr id="414" name="Zelle 2-2"/>
          <p:cNvSpPr/>
          <p:nvPr/>
        </p:nvSpPr>
        <p:spPr>
          <a:xfrm>
            <a:off x="3800000" y="2640000"/>
            <a:ext cx="21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0">
                <a:solidFill>
                  <a:srgbClr val="30343A"/>
                </a:solidFill>
              </a:rPr>
              <a:t>68629</a:t>
            </a:r>
          </a:p>
        </p:txBody>
      </p:sp>
      <p:sp>
        <p:nvSpPr>
          <p:cNvPr id="415" name="Zelle 2-3"/>
          <p:cNvSpPr/>
          <p:nvPr/>
        </p:nvSpPr>
        <p:spPr>
          <a:xfrm>
            <a:off x="5900000" y="2640000"/>
            <a:ext cx="21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0">
                <a:solidFill>
                  <a:srgbClr val="30343A"/>
                </a:solidFill>
              </a:rPr>
              <a:t>2</a:t>
            </a:r>
          </a:p>
        </p:txBody>
      </p:sp>
      <p:sp>
        <p:nvSpPr>
          <p:cNvPr id="416" name="Zelle 3-1"/>
          <p:cNvSpPr/>
          <p:nvPr/>
        </p:nvSpPr>
        <p:spPr>
          <a:xfrm>
            <a:off x="400000" y="3200000"/>
            <a:ext cx="3400000" cy="56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Nach Kaltstart</a:t>
            </a:r>
          </a:p>
        </p:txBody>
      </p:sp>
      <p:sp>
        <p:nvSpPr>
          <p:cNvPr id="417" name="Zelle 3-2"/>
          <p:cNvSpPr/>
          <p:nvPr/>
        </p:nvSpPr>
        <p:spPr>
          <a:xfrm>
            <a:off x="3800000" y="3200000"/>
            <a:ext cx="2100000" cy="56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20459</a:t>
            </a:r>
          </a:p>
        </p:txBody>
      </p:sp>
      <p:sp>
        <p:nvSpPr>
          <p:cNvPr id="418" name="Zelle 3-3"/>
          <p:cNvSpPr/>
          <p:nvPr/>
        </p:nvSpPr>
        <p:spPr>
          <a:xfrm>
            <a:off x="5900000" y="3200000"/>
            <a:ext cx="2100000" cy="56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19" name="Zelle 4-1"/>
          <p:cNvSpPr/>
          <p:nvPr/>
        </p:nvSpPr>
        <p:spPr>
          <a:xfrm>
            <a:off x="400000" y="3760000"/>
            <a:ext cx="34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l"/>
            <a:r>
              <a:rPr lang="de-DE" sz="2000" b="1">
                <a:solidFill>
                  <a:srgbClr val="30343A"/>
                </a:solidFill>
              </a:rPr>
              <a:t>Nach Ereignis 2</a:t>
            </a:r>
          </a:p>
        </p:txBody>
      </p:sp>
      <p:sp>
        <p:nvSpPr>
          <p:cNvPr id="420" name="Zelle 4-2"/>
          <p:cNvSpPr/>
          <p:nvPr/>
        </p:nvSpPr>
        <p:spPr>
          <a:xfrm>
            <a:off x="3800000" y="3760000"/>
            <a:ext cx="21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0">
                <a:solidFill>
                  <a:srgbClr val="30343A"/>
                </a:solidFill>
              </a:rPr>
              <a:t>44869</a:t>
            </a:r>
          </a:p>
        </p:txBody>
      </p:sp>
      <p:sp>
        <p:nvSpPr>
          <p:cNvPr id="421" name="Zelle 4-3"/>
          <p:cNvSpPr/>
          <p:nvPr/>
        </p:nvSpPr>
        <p:spPr>
          <a:xfrm>
            <a:off x="5900000" y="3760000"/>
            <a:ext cx="21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8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pPr algn="ctr"/>
            <a:r>
              <a:rPr lang="de-DE" sz="2000" b="0">
                <a:solidFill>
                  <a:srgbClr val="30343A"/>
                </a:solidFill>
              </a:rPr>
              <a:t>2</a:t>
            </a:r>
          </a:p>
        </p:txBody>
      </p:sp>
      <p:sp>
        <p:nvSpPr>
          <p:cNvPr id="450" name="Sprung Pfeil"/>
          <p:cNvSpPr/>
          <p:nvPr/>
        </p:nvSpPr>
        <p:spPr>
          <a:xfrm>
            <a:off x="420000" y="4420000"/>
            <a:ext cx="300000" cy="440000"/>
          </a:xfrm>
          <a:prstGeom prst="downArrow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endParaRPr lang="de-DE"/>
          </a:p>
        </p:txBody>
      </p:sp>
      <p:sp>
        <p:nvSpPr>
          <p:cNvPr id="451" name="Sprung Label"/>
          <p:cNvSpPr/>
          <p:nvPr/>
        </p:nvSpPr>
        <p:spPr>
          <a:xfrm>
            <a:off x="800000" y="4420000"/>
            <a:ext cx="52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ctr">
            <a:normAutofit/>
          </a:bodyPr>
          <a:lstStyle/>
          <a:p>
            <a:pPr algn="l"/>
            <a:r>
              <a:rPr lang="de-DE" sz="2000" b="1">
                <a:solidFill>
                  <a:srgbClr val="FF6E00"/>
                </a:solidFill>
              </a:rPr>
              <a:t>Tick-Rücksprung: 68629 auf 20459</a:t>
            </a:r>
          </a:p>
        </p:txBody>
      </p:sp>
      <p:sp>
        <p:nvSpPr>
          <p:cNvPr id="460" name="Was fehlt Titel"/>
          <p:cNvSpPr/>
          <p:nvPr/>
        </p:nvSpPr>
        <p:spPr>
          <a:xfrm>
            <a:off x="8400000" y="1520000"/>
            <a:ext cx="34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ctr">
            <a:normAutofit/>
          </a:bodyPr>
          <a:lstStyle/>
          <a:p>
            <a:pPr algn="l"/>
            <a:r>
              <a:rPr lang="de-DE" sz="2000" b="1">
                <a:solidFill>
                  <a:srgbClr val="30343A"/>
                </a:solidFill>
              </a:rPr>
              <a:t>Was fehlt</a:t>
            </a:r>
          </a:p>
        </p:txBody>
      </p:sp>
      <p:sp>
        <p:nvSpPr>
          <p:cNvPr id="470" name="Fehlt Symbol 1"/>
          <p:cNvSpPr/>
          <p:nvPr/>
        </p:nvSpPr>
        <p:spPr>
          <a:xfrm>
            <a:off x="8400000" y="2100000"/>
            <a:ext cx="260000" cy="260000"/>
          </a:xfrm>
          <a:prstGeom prst="mathMinus">
            <a:avLst/>
          </a:prstGeom>
          <a:solidFill>
            <a:srgbClr val="9AA1A9"/>
          </a:solidFill>
          <a:ln>
            <a:noFill/>
          </a:ln>
        </p:spPr>
        <p:txBody>
          <a:bodyPr wrap="square" lIns="120000" tIns="20000" rIns="60000" bIns="20000" anchor="ctr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480" name="Fehlt Text 1"/>
          <p:cNvSpPr/>
          <p:nvPr/>
        </p:nvSpPr>
        <p:spPr>
          <a:xfrm>
            <a:off x="8740000" y="2040000"/>
            <a:ext cx="306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ctr">
            <a:normAutofit/>
          </a:bodyPr>
          <a:lstStyle/>
          <a:p>
            <a:pPr algn="l"/>
            <a:r>
              <a:rPr lang="de-DE" sz="2000" b="0">
                <a:solidFill>
                  <a:srgbClr val="5B666F"/>
                </a:solidFill>
              </a:rPr>
              <a:t>kein absoluter Zeitstempel</a:t>
            </a:r>
          </a:p>
        </p:txBody>
      </p:sp>
      <p:sp>
        <p:nvSpPr>
          <p:cNvPr id="471" name="Fehlt Symbol 2"/>
          <p:cNvSpPr/>
          <p:nvPr/>
        </p:nvSpPr>
        <p:spPr>
          <a:xfrm>
            <a:off x="8400000" y="2720000"/>
            <a:ext cx="260000" cy="260000"/>
          </a:xfrm>
          <a:prstGeom prst="mathMinus">
            <a:avLst/>
          </a:prstGeom>
          <a:solidFill>
            <a:srgbClr val="9AA1A9"/>
          </a:solidFill>
          <a:ln>
            <a:noFill/>
          </a:ln>
        </p:spPr>
        <p:txBody>
          <a:bodyPr wrap="square" lIns="120000" tIns="20000" rIns="60000" bIns="20000" anchor="ctr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481" name="Fehlt Text 2"/>
          <p:cNvSpPr/>
          <p:nvPr/>
        </p:nvSpPr>
        <p:spPr>
          <a:xfrm>
            <a:off x="8740000" y="2660000"/>
            <a:ext cx="306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ctr">
            <a:normAutofit/>
          </a:bodyPr>
          <a:lstStyle/>
          <a:p>
            <a:pPr algn="l"/>
            <a:r>
              <a:rPr lang="de-DE" sz="2000" b="0">
                <a:solidFill>
                  <a:srgbClr val="5B666F"/>
                </a:solidFill>
              </a:rPr>
              <a:t>keine Akteursidentität</a:t>
            </a:r>
          </a:p>
        </p:txBody>
      </p:sp>
      <p:sp>
        <p:nvSpPr>
          <p:cNvPr id="472" name="Fehlt Symbol 3"/>
          <p:cNvSpPr/>
          <p:nvPr/>
        </p:nvSpPr>
        <p:spPr>
          <a:xfrm>
            <a:off x="8400000" y="3340000"/>
            <a:ext cx="260000" cy="260000"/>
          </a:xfrm>
          <a:prstGeom prst="mathMinus">
            <a:avLst/>
          </a:prstGeom>
          <a:solidFill>
            <a:srgbClr val="9AA1A9"/>
          </a:solidFill>
          <a:ln>
            <a:noFill/>
          </a:ln>
        </p:spPr>
        <p:txBody>
          <a:bodyPr wrap="square" lIns="120000" tIns="20000" rIns="60000" bIns="20000" anchor="ctr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482" name="Fehlt Text 3"/>
          <p:cNvSpPr/>
          <p:nvPr/>
        </p:nvSpPr>
        <p:spPr>
          <a:xfrm>
            <a:off x="8740000" y="3280000"/>
            <a:ext cx="306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ctr">
            <a:normAutofit fontScale="92500" lnSpcReduction="20000"/>
          </a:bodyPr>
          <a:lstStyle/>
          <a:p>
            <a:pPr algn="l"/>
            <a:r>
              <a:rPr lang="de-DE" sz="2000" b="0">
                <a:solidFill>
                  <a:srgbClr val="5B666F"/>
                </a:solidFill>
              </a:rPr>
              <a:t>Loginhalt nach Kaltstart gelöscht</a:t>
            </a:r>
          </a:p>
        </p:txBody>
      </p:sp>
      <p:sp>
        <p:nvSpPr>
          <p:cNvPr id="490" name="Fail Feld"/>
          <p:cNvSpPr/>
          <p:nvPr/>
        </p:nvSpPr>
        <p:spPr>
          <a:xfrm>
            <a:off x="8400000" y="4060000"/>
            <a:ext cx="3400000" cy="62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RQ-003 und RQ-012 · Fail</a:t>
            </a:r>
          </a:p>
        </p:txBody>
      </p:sp>
      <p:sp>
        <p:nvSpPr>
          <p:cNvPr id="3" name="Autor Fusszeile">
            <a:extLst>
              <a:ext uri="{FF2B5EF4-FFF2-40B4-BE49-F238E27FC236}">
                <a16:creationId xmlns:a16="http://schemas.microsoft.com/office/drawing/2014/main" id="{12965CC0-C432-28E4-D1AE-68FCBB90FE38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235596D8-9868-2783-3B61-FB46B2D7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5" name="Kapitelname 2">
            <a:extLst>
              <a:ext uri="{FF2B5EF4-FFF2-40B4-BE49-F238E27FC236}">
                <a16:creationId xmlns:a16="http://schemas.microsoft.com/office/drawing/2014/main" id="{4A584C8E-935D-1EC1-419D-271F27905CA5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" grpId="0" animBg="1"/>
      <p:bldP spid="470" grpId="0" animBg="1"/>
      <p:bldP spid="480" grpId="0" animBg="1"/>
      <p:bldP spid="471" grpId="0" animBg="1"/>
      <p:bldP spid="481" grpId="0" animBg="1"/>
      <p:bldP spid="472" grpId="0" animBg="1"/>
      <p:bldP spid="482" grpId="0" animBg="1"/>
      <p:bldP spid="49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wrap="square">
            <a:normAutofit/>
          </a:bodyPr>
          <a:lstStyle/>
          <a:p>
            <a:r>
              <a:rPr lang="de-DE" sz="2800" b="1" dirty="0"/>
              <a:t>Sicherer Zustand und Cybersecurity-Konformität sind </a:t>
            </a:r>
            <a:br>
              <a:rPr lang="de-DE" sz="2800" b="1" dirty="0"/>
            </a:br>
            <a:r>
              <a:rPr lang="de-DE" sz="2800" b="1" dirty="0"/>
              <a:t>trennbare Eigenschaften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 dirty="0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A67A550F-B4F4-41F1-AC4B-BE6EF865DDB0}" type="slidenum">
              <a:rPr lang="de-DE"/>
              <a:t>17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 dirty="0"/>
              <a:t>Fazit</a:t>
            </a:r>
          </a:p>
        </p:txBody>
      </p:sp>
      <p:sp>
        <p:nvSpPr>
          <p:cNvPr id="101" name="Frage-Karte 1"/>
          <p:cNvSpPr/>
          <p:nvPr/>
        </p:nvSpPr>
        <p:spPr>
          <a:xfrm>
            <a:off x="400000" y="1700000"/>
            <a:ext cx="3600000" cy="2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1C5C8"/>
            </a:solidFill>
          </a:ln>
        </p:spPr>
        <p:txBody>
          <a:bodyPr wrap="square" lIns="230000" tIns="280000" rIns="230000" bIns="230000" anchor="t">
            <a:normAutofit fontScale="92500"/>
          </a:bodyPr>
          <a:lstStyle/>
          <a:p>
            <a:pPr algn="ctr"/>
            <a:r>
              <a:rPr lang="de-DE" sz="2800" b="1" dirty="0">
                <a:solidFill>
                  <a:srgbClr val="FF6E00"/>
                </a:solidFill>
              </a:rPr>
              <a:t>Übersetzen?</a:t>
            </a:r>
          </a:p>
          <a:p>
            <a:pPr algn="ctr">
              <a:lnSpc>
                <a:spcPct val="110000"/>
              </a:lnSpc>
              <a:spcBef>
                <a:spcPts val="900"/>
              </a:spcBef>
            </a:pPr>
            <a:r>
              <a:rPr lang="de-DE" sz="2000" dirty="0">
                <a:solidFill>
                  <a:srgbClr val="30343A"/>
                </a:solidFill>
              </a:rPr>
              <a:t>Die Ableitungskette erzeugt Anforderungen, die sich an konkrete Schnittstelle, Asset und Zugriffsposition binden lassen, durchgängig belegt.</a:t>
            </a:r>
          </a:p>
        </p:txBody>
      </p:sp>
      <p:sp>
        <p:nvSpPr>
          <p:cNvPr id="102" name="Frage-Karte 2"/>
          <p:cNvSpPr/>
          <p:nvPr/>
        </p:nvSpPr>
        <p:spPr>
          <a:xfrm>
            <a:off x="4296000" y="1700000"/>
            <a:ext cx="3600000" cy="2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1C5C8"/>
            </a:solidFill>
          </a:ln>
        </p:spPr>
        <p:txBody>
          <a:bodyPr wrap="square" lIns="230000" tIns="280000" rIns="230000" bIns="230000" anchor="t">
            <a:normAutofit/>
          </a:bodyPr>
          <a:lstStyle/>
          <a:p>
            <a:pPr algn="ctr"/>
            <a:r>
              <a:rPr lang="de-DE" sz="2800" b="1" dirty="0">
                <a:solidFill>
                  <a:srgbClr val="FF6E00"/>
                </a:solidFill>
              </a:rPr>
              <a:t>Anwendbar?</a:t>
            </a:r>
          </a:p>
          <a:p>
            <a:pPr algn="ctr">
              <a:lnSpc>
                <a:spcPct val="110000"/>
              </a:lnSpc>
              <a:spcBef>
                <a:spcPts val="900"/>
              </a:spcBef>
            </a:pPr>
            <a:r>
              <a:rPr lang="de-DE" sz="2000" dirty="0">
                <a:solidFill>
                  <a:srgbClr val="30343A"/>
                </a:solidFill>
              </a:rPr>
              <a:t>Vier direkt, zwei mit Anpassung, drei nicht anwendbar, einer blockiert,  alle vorab erkannt.</a:t>
            </a:r>
          </a:p>
        </p:txBody>
      </p:sp>
      <p:sp>
        <p:nvSpPr>
          <p:cNvPr id="103" name="Frage-Karte 3"/>
          <p:cNvSpPr/>
          <p:nvPr/>
        </p:nvSpPr>
        <p:spPr>
          <a:xfrm>
            <a:off x="8192000" y="1700000"/>
            <a:ext cx="3600000" cy="2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1C5C8"/>
            </a:solidFill>
          </a:ln>
        </p:spPr>
        <p:txBody>
          <a:bodyPr wrap="square" lIns="230000" tIns="280000" rIns="230000" bIns="230000" anchor="t">
            <a:normAutofit lnSpcReduction="10000"/>
          </a:bodyPr>
          <a:lstStyle/>
          <a:p>
            <a:pPr algn="ctr"/>
            <a:r>
              <a:rPr lang="de-DE" sz="2800" b="1" dirty="0">
                <a:solidFill>
                  <a:srgbClr val="FF6E00"/>
                </a:solidFill>
              </a:rPr>
              <a:t>Direktzugriff?</a:t>
            </a:r>
          </a:p>
          <a:p>
            <a:pPr algn="ctr">
              <a:lnSpc>
                <a:spcPct val="110000"/>
              </a:lnSpc>
              <a:spcBef>
                <a:spcPts val="900"/>
              </a:spcBef>
            </a:pPr>
            <a:r>
              <a:rPr lang="de-DE" sz="2000">
                <a:solidFill>
                  <a:srgbClr val="30343A"/>
                </a:solidFill>
              </a:rPr>
              <a:t>Verifiziert Funktionen auf dem IT-Pfad abschließend, kann über die zyklische Safety-Kommunikation strukturell keine Aussage treffen.</a:t>
            </a:r>
            <a:endParaRPr lang="de-DE" sz="2000" dirty="0">
              <a:solidFill>
                <a:srgbClr val="30343A"/>
              </a:solidFill>
            </a:endParaRPr>
          </a:p>
        </p:txBody>
      </p:sp>
      <p:sp>
        <p:nvSpPr>
          <p:cNvPr id="210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2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Ausblick</a:t>
            </a:r>
          </a:p>
        </p:txBody>
      </p:sp>
      <p:sp>
        <p:nvSpPr>
          <p:cNvPr id="3" name="Autor Fusszeile">
            <a:extLst>
              <a:ext uri="{FF2B5EF4-FFF2-40B4-BE49-F238E27FC236}">
                <a16:creationId xmlns:a16="http://schemas.microsoft.com/office/drawing/2014/main" id="{33F9A1C7-D3D4-88E0-F5CB-838B35B58569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F6BD42A2-3851-2898-EA19-FD915E9C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5" name="Kapitelname 2">
            <a:extLst>
              <a:ext uri="{FF2B5EF4-FFF2-40B4-BE49-F238E27FC236}">
                <a16:creationId xmlns:a16="http://schemas.microsoft.com/office/drawing/2014/main" id="{C316427F-50C0-AC8E-53EB-92DE67CF81E2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hNone"/>
          <p:cNvSpPr>
            <a:spLocks noGrp="1"/>
          </p:cNvSpPr>
          <p:nvPr>
            <p:ph type="title"/>
          </p:nvPr>
        </p:nvSpPr>
        <p:spPr>
          <a:xfrm>
            <a:off x="373063" y="480000"/>
            <a:ext cx="11447462" cy="900000"/>
          </a:xfrm>
        </p:spPr>
        <p:txBody>
          <a:bodyPr wrap="square">
            <a:normAutofit/>
          </a:bodyPr>
          <a:lstStyle/>
          <a:p>
            <a:r>
              <a:rPr lang="de-DE" sz="2800" b="1" dirty="0"/>
              <a:t>Vier Schritte für die Weiterentwicklung</a:t>
            </a:r>
          </a:p>
        </p:txBody>
      </p:sp>
      <p:sp>
        <p:nvSpPr>
          <p:cNvPr id="1011" name="ph11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6000000" cy="184666"/>
          </a:xfrm>
        </p:spPr>
        <p:txBody>
          <a:bodyPr wrap="square">
            <a:normAutofit/>
          </a:bodyPr>
          <a:lstStyle/>
          <a:p>
            <a:r>
              <a:rPr lang="en-US"/>
              <a:t>Functional Testing of Security in Industrial Gateways under the New Machinery Regulation</a:t>
            </a:r>
          </a:p>
        </p:txBody>
      </p:sp>
      <p:sp>
        <p:nvSpPr>
          <p:cNvPr id="1012" name="ph12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400000" cy="184666"/>
          </a:xfrm>
        </p:spPr>
        <p:txBody>
          <a:bodyPr wrap="square">
            <a:normAutofit/>
          </a:bodyPr>
          <a:lstStyle/>
          <a:p>
            <a:fld id="{276C4F5C-AA36-4590-B2A9-2555AAAC2EAE}" type="slidenum">
              <a:rPr lang="de-DE"/>
              <a:t>18</a:t>
            </a:fld>
            <a:endParaRPr lang="de-DE"/>
          </a:p>
        </p:txBody>
      </p:sp>
      <p:sp>
        <p:nvSpPr>
          <p:cNvPr id="1014" name="ph14"/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6000000" cy="184666"/>
          </a:xfrm>
        </p:spPr>
        <p:txBody>
          <a:bodyPr wrap="square">
            <a:normAutofit/>
          </a:bodyPr>
          <a:lstStyle/>
          <a:p>
            <a:r>
              <a:rPr lang="de-DE"/>
              <a:t>Ausblick</a:t>
            </a:r>
          </a:p>
        </p:txBody>
      </p:sp>
      <p:sp>
        <p:nvSpPr>
          <p:cNvPr id="3" name="Kapitelpunkt 1"/>
          <p:cNvSpPr/>
          <p:nvPr/>
        </p:nvSpPr>
        <p:spPr>
          <a:xfrm>
            <a:off x="373063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" name="Kapitelname 1"/>
          <p:cNvSpPr txBox="1"/>
          <p:nvPr/>
        </p:nvSpPr>
        <p:spPr>
          <a:xfrm>
            <a:off x="553063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Motivation und Grundlagen</a:t>
            </a:r>
          </a:p>
        </p:txBody>
      </p:sp>
      <p:sp>
        <p:nvSpPr>
          <p:cNvPr id="213" name="Kapitelpunkt 2"/>
          <p:cNvSpPr/>
          <p:nvPr/>
        </p:nvSpPr>
        <p:spPr>
          <a:xfrm>
            <a:off x="29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6" name="Kapitelpunkt 3"/>
          <p:cNvSpPr/>
          <p:nvPr/>
        </p:nvSpPr>
        <p:spPr>
          <a:xfrm>
            <a:off x="515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8" name="Kapitelname 3"/>
          <p:cNvSpPr txBox="1"/>
          <p:nvPr/>
        </p:nvSpPr>
        <p:spPr>
          <a:xfrm>
            <a:off x="53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Ergebnisse</a:t>
            </a:r>
          </a:p>
        </p:txBody>
      </p:sp>
      <p:sp>
        <p:nvSpPr>
          <p:cNvPr id="219" name="Kapitelpunkt 4"/>
          <p:cNvSpPr/>
          <p:nvPr/>
        </p:nvSpPr>
        <p:spPr>
          <a:xfrm>
            <a:off x="7300000" y="5925000"/>
            <a:ext cx="110000" cy="11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1" name="Kapitelname 4"/>
          <p:cNvSpPr txBox="1"/>
          <p:nvPr/>
        </p:nvSpPr>
        <p:spPr>
          <a:xfrm>
            <a:off x="74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>
                <a:solidFill>
                  <a:srgbClr val="5B666F"/>
                </a:solidFill>
              </a:rPr>
              <a:t>Fazit</a:t>
            </a:r>
          </a:p>
        </p:txBody>
      </p:sp>
      <p:sp>
        <p:nvSpPr>
          <p:cNvPr id="222" name="Kapitelpunkt 5"/>
          <p:cNvSpPr/>
          <p:nvPr/>
        </p:nvSpPr>
        <p:spPr>
          <a:xfrm>
            <a:off x="9350000" y="5925000"/>
            <a:ext cx="110000" cy="11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Kapitelname 5"/>
          <p:cNvSpPr txBox="1"/>
          <p:nvPr/>
        </p:nvSpPr>
        <p:spPr>
          <a:xfrm>
            <a:off x="953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1">
                <a:solidFill>
                  <a:srgbClr val="FF6E00"/>
                </a:solidFill>
              </a:rPr>
              <a:t>Ausblick</a:t>
            </a:r>
          </a:p>
        </p:txBody>
      </p:sp>
      <p:sp>
        <p:nvSpPr>
          <p:cNvPr id="500" name="Karte 1"/>
          <p:cNvSpPr/>
          <p:nvPr/>
        </p:nvSpPr>
        <p:spPr>
          <a:xfrm>
            <a:off x="400000" y="1500000"/>
            <a:ext cx="2740000" cy="300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endParaRPr lang="de-DE"/>
          </a:p>
        </p:txBody>
      </p:sp>
      <p:sp>
        <p:nvSpPr>
          <p:cNvPr id="510" name="Ziffer 1"/>
          <p:cNvSpPr/>
          <p:nvPr/>
        </p:nvSpPr>
        <p:spPr>
          <a:xfrm>
            <a:off x="560000" y="1640000"/>
            <a:ext cx="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4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20" name="Titel 1"/>
          <p:cNvSpPr/>
          <p:nvPr/>
        </p:nvSpPr>
        <p:spPr>
          <a:xfrm>
            <a:off x="560000" y="2400000"/>
            <a:ext cx="242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NV2 realisieren</a:t>
            </a:r>
          </a:p>
        </p:txBody>
      </p:sp>
      <p:sp>
        <p:nvSpPr>
          <p:cNvPr id="530" name="Zusatz 1"/>
          <p:cNvSpPr/>
          <p:nvPr/>
        </p:nvSpPr>
        <p:spPr>
          <a:xfrm>
            <a:off x="560000" y="3030000"/>
            <a:ext cx="242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2000" b="0" dirty="0">
                <a:solidFill>
                  <a:srgbClr val="FFE0C7"/>
                </a:solidFill>
              </a:rPr>
              <a:t>Mirror-Port oder Netzwerk-Tap</a:t>
            </a:r>
          </a:p>
        </p:txBody>
      </p:sp>
      <p:sp>
        <p:nvSpPr>
          <p:cNvPr id="540" name="Chip 1"/>
          <p:cNvSpPr/>
          <p:nvPr/>
        </p:nvSpPr>
        <p:spPr>
          <a:xfrm>
            <a:off x="560000" y="4000000"/>
            <a:ext cx="242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6E00"/>
                </a:solidFill>
              </a:rPr>
              <a:t>kurzfristig</a:t>
            </a:r>
          </a:p>
        </p:txBody>
      </p:sp>
      <p:sp>
        <p:nvSpPr>
          <p:cNvPr id="501" name="Karte 2"/>
          <p:cNvSpPr/>
          <p:nvPr/>
        </p:nvSpPr>
        <p:spPr>
          <a:xfrm>
            <a:off x="3310000" y="1500000"/>
            <a:ext cx="2740000" cy="300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20000" rIns="60000" bIns="20000" anchor="ctr">
            <a:normAutofit/>
          </a:bodyPr>
          <a:lstStyle/>
          <a:p>
            <a:endParaRPr lang="de-DE"/>
          </a:p>
        </p:txBody>
      </p:sp>
      <p:sp>
        <p:nvSpPr>
          <p:cNvPr id="511" name="Ziffer 2"/>
          <p:cNvSpPr/>
          <p:nvPr/>
        </p:nvSpPr>
        <p:spPr>
          <a:xfrm>
            <a:off x="3470000" y="1640000"/>
            <a:ext cx="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4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1" name="Titel 2"/>
          <p:cNvSpPr/>
          <p:nvPr/>
        </p:nvSpPr>
        <p:spPr>
          <a:xfrm>
            <a:off x="3470000" y="2400000"/>
            <a:ext cx="242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NV3 realisieren</a:t>
            </a:r>
          </a:p>
        </p:txBody>
      </p:sp>
      <p:sp>
        <p:nvSpPr>
          <p:cNvPr id="531" name="Zusatz 2"/>
          <p:cNvSpPr/>
          <p:nvPr/>
        </p:nvSpPr>
        <p:spPr>
          <a:xfrm>
            <a:off x="3470000" y="3030000"/>
            <a:ext cx="242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2000" b="0">
                <a:solidFill>
                  <a:srgbClr val="FFE0C7"/>
                </a:solidFill>
              </a:rPr>
              <a:t>transparente Bridge</a:t>
            </a:r>
          </a:p>
        </p:txBody>
      </p:sp>
      <p:sp>
        <p:nvSpPr>
          <p:cNvPr id="541" name="Chip 2"/>
          <p:cNvSpPr/>
          <p:nvPr/>
        </p:nvSpPr>
        <p:spPr>
          <a:xfrm>
            <a:off x="3470000" y="4000000"/>
            <a:ext cx="242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6E00"/>
                </a:solidFill>
              </a:rPr>
              <a:t>kurzfristig</a:t>
            </a:r>
          </a:p>
        </p:txBody>
      </p:sp>
      <p:sp>
        <p:nvSpPr>
          <p:cNvPr id="502" name="Karte 3"/>
          <p:cNvSpPr/>
          <p:nvPr/>
        </p:nvSpPr>
        <p:spPr>
          <a:xfrm>
            <a:off x="6220000" y="1500000"/>
            <a:ext cx="2740000" cy="30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endParaRPr lang="de-DE"/>
          </a:p>
        </p:txBody>
      </p:sp>
      <p:sp>
        <p:nvSpPr>
          <p:cNvPr id="512" name="Ziffer 3"/>
          <p:cNvSpPr/>
          <p:nvPr/>
        </p:nvSpPr>
        <p:spPr>
          <a:xfrm>
            <a:off x="6380000" y="1640000"/>
            <a:ext cx="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4000" b="1">
                <a:solidFill>
                  <a:srgbClr val="30343A"/>
                </a:solidFill>
              </a:rPr>
              <a:t>3</a:t>
            </a:r>
          </a:p>
        </p:txBody>
      </p:sp>
      <p:sp>
        <p:nvSpPr>
          <p:cNvPr id="522" name="Titel 3"/>
          <p:cNvSpPr/>
          <p:nvPr/>
        </p:nvSpPr>
        <p:spPr>
          <a:xfrm>
            <a:off x="6380000" y="2400000"/>
            <a:ext cx="242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 fontScale="92500" lnSpcReduction="10000"/>
          </a:bodyPr>
          <a:lstStyle/>
          <a:p>
            <a:pPr algn="l"/>
            <a:r>
              <a:rPr lang="de-DE" sz="2400" b="1">
                <a:solidFill>
                  <a:srgbClr val="30343A"/>
                </a:solidFill>
              </a:rPr>
              <a:t>Testtiefe skalieren</a:t>
            </a:r>
          </a:p>
        </p:txBody>
      </p:sp>
      <p:sp>
        <p:nvSpPr>
          <p:cNvPr id="532" name="Zusatz 3"/>
          <p:cNvSpPr/>
          <p:nvPr/>
        </p:nvSpPr>
        <p:spPr>
          <a:xfrm>
            <a:off x="6380000" y="3030000"/>
            <a:ext cx="242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2000" b="0">
                <a:solidFill>
                  <a:srgbClr val="5B666F"/>
                </a:solidFill>
              </a:rPr>
              <a:t>Staffelung über SRSL-Stufen</a:t>
            </a:r>
          </a:p>
        </p:txBody>
      </p:sp>
      <p:sp>
        <p:nvSpPr>
          <p:cNvPr id="542" name="Chip 3"/>
          <p:cNvSpPr/>
          <p:nvPr/>
        </p:nvSpPr>
        <p:spPr>
          <a:xfrm>
            <a:off x="6380000" y="4000000"/>
            <a:ext cx="242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A1A9"/>
            </a:solidFill>
          </a:ln>
        </p:spPr>
        <p:txBody>
          <a:bodyPr wrap="square" lIns="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6E00"/>
                </a:solidFill>
              </a:rPr>
              <a:t>mittelfristig</a:t>
            </a:r>
          </a:p>
        </p:txBody>
      </p:sp>
      <p:sp>
        <p:nvSpPr>
          <p:cNvPr id="503" name="Karte 4"/>
          <p:cNvSpPr/>
          <p:nvPr/>
        </p:nvSpPr>
        <p:spPr>
          <a:xfrm>
            <a:off x="9130000" y="1500000"/>
            <a:ext cx="2740000" cy="30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120000" tIns="20000" rIns="60000" bIns="20000" anchor="ctr">
            <a:normAutofit/>
          </a:bodyPr>
          <a:lstStyle/>
          <a:p>
            <a:endParaRPr lang="de-DE"/>
          </a:p>
        </p:txBody>
      </p:sp>
      <p:sp>
        <p:nvSpPr>
          <p:cNvPr id="513" name="Ziffer 4"/>
          <p:cNvSpPr/>
          <p:nvPr/>
        </p:nvSpPr>
        <p:spPr>
          <a:xfrm>
            <a:off x="9290000" y="1640000"/>
            <a:ext cx="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/>
          </a:bodyPr>
          <a:lstStyle/>
          <a:p>
            <a:pPr algn="l"/>
            <a:r>
              <a:rPr lang="de-DE" sz="4000" b="1">
                <a:solidFill>
                  <a:srgbClr val="30343A"/>
                </a:solidFill>
              </a:rPr>
              <a:t>4</a:t>
            </a:r>
          </a:p>
        </p:txBody>
      </p:sp>
      <p:sp>
        <p:nvSpPr>
          <p:cNvPr id="523" name="Titel 4"/>
          <p:cNvSpPr/>
          <p:nvPr/>
        </p:nvSpPr>
        <p:spPr>
          <a:xfrm>
            <a:off x="9290000" y="2400000"/>
            <a:ext cx="242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 fontScale="92500" lnSpcReduction="10000"/>
          </a:bodyPr>
          <a:lstStyle/>
          <a:p>
            <a:pPr algn="l"/>
            <a:r>
              <a:rPr lang="de-DE" sz="2400" b="1">
                <a:solidFill>
                  <a:srgbClr val="30343A"/>
                </a:solidFill>
              </a:rPr>
              <a:t>Methodik verankern</a:t>
            </a:r>
          </a:p>
        </p:txBody>
      </p:sp>
      <p:sp>
        <p:nvSpPr>
          <p:cNvPr id="533" name="Zusatz 4"/>
          <p:cNvSpPr/>
          <p:nvPr/>
        </p:nvSpPr>
        <p:spPr>
          <a:xfrm>
            <a:off x="9290000" y="3030000"/>
            <a:ext cx="242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20000" rIns="60000" bIns="20000" anchor="t">
            <a:normAutofit lnSpcReduction="10000"/>
          </a:bodyPr>
          <a:lstStyle/>
          <a:p>
            <a:pPr algn="l"/>
            <a:r>
              <a:rPr lang="de-DE" sz="2000" b="0" dirty="0">
                <a:solidFill>
                  <a:srgbClr val="5B666F"/>
                </a:solidFill>
              </a:rPr>
              <a:t>Secure Development Lifecycle</a:t>
            </a:r>
          </a:p>
        </p:txBody>
      </p:sp>
      <p:sp>
        <p:nvSpPr>
          <p:cNvPr id="543" name="Chip 4"/>
          <p:cNvSpPr/>
          <p:nvPr/>
        </p:nvSpPr>
        <p:spPr>
          <a:xfrm>
            <a:off x="9290000" y="4000000"/>
            <a:ext cx="242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A1A9"/>
            </a:solidFill>
          </a:ln>
        </p:spPr>
        <p:txBody>
          <a:bodyPr wrap="square" lIns="0" tIns="20000" rIns="60000" bIns="20000" anchor="ctr">
            <a:normAutofit/>
          </a:bodyPr>
          <a:lstStyle/>
          <a:p>
            <a:pPr algn="ctr"/>
            <a:r>
              <a:rPr lang="de-DE" sz="2000" b="1">
                <a:solidFill>
                  <a:srgbClr val="FF6E00"/>
                </a:solidFill>
              </a:rPr>
              <a:t>mittelfristig</a:t>
            </a:r>
          </a:p>
        </p:txBody>
      </p:sp>
      <p:sp>
        <p:nvSpPr>
          <p:cNvPr id="6" name="Autor Fusszeile">
            <a:extLst>
              <a:ext uri="{FF2B5EF4-FFF2-40B4-BE49-F238E27FC236}">
                <a16:creationId xmlns:a16="http://schemas.microsoft.com/office/drawing/2014/main" id="{D304DE52-5049-B046-F32A-E24C48A54FBA}"/>
              </a:ext>
            </a:extLst>
          </p:cNvPr>
          <p:cNvSpPr txBox="1"/>
          <p:nvPr/>
        </p:nvSpPr>
        <p:spPr>
          <a:xfrm>
            <a:off x="7284976" y="6482963"/>
            <a:ext cx="3100000" cy="3428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900" dirty="0">
                <a:solidFill>
                  <a:srgbClr val="5B666F"/>
                </a:solidFill>
              </a:rPr>
              <a:t>Nathalie Nuber</a:t>
            </a:r>
          </a:p>
        </p:txBody>
      </p:sp>
      <p:sp>
        <p:nvSpPr>
          <p:cNvPr id="7" name="Date Placeholder 12">
            <a:extLst>
              <a:ext uri="{FF2B5EF4-FFF2-40B4-BE49-F238E27FC236}">
                <a16:creationId xmlns:a16="http://schemas.microsoft.com/office/drawing/2014/main" id="{423D4B74-E149-B548-E07D-1417F52A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22.09.2026</a:t>
            </a:r>
          </a:p>
        </p:txBody>
      </p:sp>
      <p:sp>
        <p:nvSpPr>
          <p:cNvPr id="8" name="Kapitelname 2">
            <a:extLst>
              <a:ext uri="{FF2B5EF4-FFF2-40B4-BE49-F238E27FC236}">
                <a16:creationId xmlns:a16="http://schemas.microsoft.com/office/drawing/2014/main" id="{D271F2E6-9DF2-9C6F-993E-C6B3558D38CF}"/>
              </a:ext>
            </a:extLst>
          </p:cNvPr>
          <p:cNvSpPr txBox="1"/>
          <p:nvPr/>
        </p:nvSpPr>
        <p:spPr>
          <a:xfrm>
            <a:off x="3080000" y="5830000"/>
            <a:ext cx="260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400" b="0" dirty="0">
                <a:solidFill>
                  <a:srgbClr val="5B666F"/>
                </a:solidFill>
              </a:rPr>
              <a:t>Methodik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133B5E1-8FE6-75A2-6479-91B041A0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6242050"/>
            <a:ext cx="4699000" cy="174625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Nathalie Nuber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3E86FC-5583-37C2-2F92-9F2EA352BD51}"/>
              </a:ext>
            </a:extLst>
          </p:cNvPr>
          <p:cNvSpPr txBox="1">
            <a:spLocks/>
          </p:cNvSpPr>
          <p:nvPr/>
        </p:nvSpPr>
        <p:spPr>
          <a:xfrm>
            <a:off x="439980" y="1090920"/>
            <a:ext cx="10992000" cy="110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>
                <a:solidFill>
                  <a:schemeClr val="tx1"/>
                </a:solidFill>
              </a:rPr>
              <a:t>Vielen Dank für Ihre Aufmerksamkeit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fm powerpoint Master">
  <a:themeElements>
    <a:clrScheme name="ifm_Colours">
      <a:dk1>
        <a:srgbClr val="FFFFFF"/>
      </a:dk1>
      <a:lt1>
        <a:srgbClr val="000000"/>
      </a:lt1>
      <a:dk2>
        <a:srgbClr val="D9D9D9"/>
      </a:dk2>
      <a:lt2>
        <a:srgbClr val="FF6E00"/>
      </a:lt2>
      <a:accent1>
        <a:srgbClr val="30343A"/>
      </a:accent1>
      <a:accent2>
        <a:srgbClr val="5B666F"/>
      </a:accent2>
      <a:accent3>
        <a:srgbClr val="808890"/>
      </a:accent3>
      <a:accent4>
        <a:srgbClr val="C1C5C8"/>
      </a:accent4>
      <a:accent5>
        <a:srgbClr val="FF6E00"/>
      </a:accent5>
      <a:accent6>
        <a:srgbClr val="83B7CD"/>
      </a:accent6>
      <a:hlink>
        <a:srgbClr val="FF6E00"/>
      </a:hlink>
      <a:folHlink>
        <a:srgbClr val="FF6E00"/>
      </a:folHlink>
    </a:clrScheme>
    <a:fontScheme name="if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noFill/>
        </a:ln>
      </a:spPr>
      <a:bodyPr lIns="108000" tIns="72000" rIns="108000" bIns="72000" rtlCol="0" anchor="ctr"/>
      <a:lstStyle>
        <a:defPPr marL="180000" indent="-180000" algn="ctr">
          <a:buFont typeface="Arial" panose="020B0604020202020204" pitchFamily="34" charset="0"/>
          <a:buChar char="•"/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buClr>
            <a:schemeClr val="tx2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8DB20B6-635E-481C-9A4E-5E1792BC3942}" vid="{3CBFD050-F2C8-471F-827C-5DF794ECC23B}"/>
    </a:ext>
  </a:extLst>
</a:theme>
</file>

<file path=ppt/theme/theme2.xml><?xml version="1.0" encoding="utf-8"?>
<a:theme xmlns:a="http://schemas.openxmlformats.org/drawingml/2006/main" name="Office Theme">
  <a:themeElements>
    <a:clrScheme name="ifm_Colours">
      <a:dk1>
        <a:srgbClr val="FFFFFF"/>
      </a:dk1>
      <a:lt1>
        <a:srgbClr val="000000"/>
      </a:lt1>
      <a:dk2>
        <a:srgbClr val="D9D9D9"/>
      </a:dk2>
      <a:lt2>
        <a:srgbClr val="FF6E00"/>
      </a:lt2>
      <a:accent1>
        <a:srgbClr val="30343A"/>
      </a:accent1>
      <a:accent2>
        <a:srgbClr val="5B666F"/>
      </a:accent2>
      <a:accent3>
        <a:srgbClr val="808890"/>
      </a:accent3>
      <a:accent4>
        <a:srgbClr val="C1C5C8"/>
      </a:accent4>
      <a:accent5>
        <a:srgbClr val="FF6E00"/>
      </a:accent5>
      <a:accent6>
        <a:srgbClr val="83B7CD"/>
      </a:accent6>
      <a:hlink>
        <a:srgbClr val="FF6E00"/>
      </a:hlink>
      <a:folHlink>
        <a:srgbClr val="FF6E00"/>
      </a:folHlink>
    </a:clrScheme>
    <a:fontScheme name="if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fm_Colours">
      <a:dk1>
        <a:srgbClr val="FFFFFF"/>
      </a:dk1>
      <a:lt1>
        <a:srgbClr val="000000"/>
      </a:lt1>
      <a:dk2>
        <a:srgbClr val="D9D9D9"/>
      </a:dk2>
      <a:lt2>
        <a:srgbClr val="FF6E00"/>
      </a:lt2>
      <a:accent1>
        <a:srgbClr val="30343A"/>
      </a:accent1>
      <a:accent2>
        <a:srgbClr val="5B666F"/>
      </a:accent2>
      <a:accent3>
        <a:srgbClr val="808890"/>
      </a:accent3>
      <a:accent4>
        <a:srgbClr val="C1C5C8"/>
      </a:accent4>
      <a:accent5>
        <a:srgbClr val="FF6E00"/>
      </a:accent5>
      <a:accent6>
        <a:srgbClr val="83B7CD"/>
      </a:accent6>
      <a:hlink>
        <a:srgbClr val="FF6E00"/>
      </a:hlink>
      <a:folHlink>
        <a:srgbClr val="FF6E00"/>
      </a:folHlink>
    </a:clrScheme>
    <a:fontScheme name="if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45B52553D98B5429EF075933278D318" ma:contentTypeVersion="6" ma:contentTypeDescription="Ein neues Dokument erstellen." ma:contentTypeScope="" ma:versionID="920a476a874636e752190e44ec6087ab">
  <xsd:schema xmlns:xsd="http://www.w3.org/2001/XMLSchema" xmlns:xs="http://www.w3.org/2001/XMLSchema" xmlns:p="http://schemas.microsoft.com/office/2006/metadata/properties" xmlns:ns2="edebd399-61bb-41a3-a170-08dbff6e2386" xmlns:ns3="8d2a1563-0d9d-4259-bc57-467924f57fad" targetNamespace="http://schemas.microsoft.com/office/2006/metadata/properties" ma:root="true" ma:fieldsID="248b788c19ba11a52e368a5e490347fa" ns2:_="" ns3:_="">
    <xsd:import namespace="edebd399-61bb-41a3-a170-08dbff6e2386"/>
    <xsd:import namespace="8d2a1563-0d9d-4259-bc57-467924f57f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ebd399-61bb-41a3-a170-08dbff6e2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2a1563-0d9d-4259-bc57-467924f57f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C0EA16-CD53-4F37-BD65-CCA94DB53305}">
  <ds:schemaRefs>
    <ds:schemaRef ds:uri="edebd399-61bb-41a3-a170-08dbff6e2386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8d2a1563-0d9d-4259-bc57-467924f57fad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F063D64-694F-4BCC-9DC6-30202EC975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1E76F4-69AA-4864-850C-BF69620C2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ebd399-61bb-41a3-a170-08dbff6e2386"/>
    <ds:schemaRef ds:uri="8d2a1563-0d9d-4259-bc57-467924f57f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97c528e-e8db-4a71-b5cb-4edd5b40a06c}" enabled="1" method="Standard" siteId="{2782ef14-4849-46b4-b90d-d7e83fc425c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ifm_powerpoint_toolbox_classic_2.1</Template>
  <TotalTime>0</TotalTime>
  <Words>1224</Words>
  <Application>Microsoft Office PowerPoint</Application>
  <PresentationFormat>Breitbild</PresentationFormat>
  <Paragraphs>436</Paragraphs>
  <Slides>19</Slides>
  <Notes>19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Calibri</vt:lpstr>
      <vt:lpstr>ifm powerpoint Master</vt:lpstr>
      <vt:lpstr>think-cell Folie</vt:lpstr>
      <vt:lpstr>Functional Testing of Security in Industrial Gateways under the New Machinery Regulation</vt:lpstr>
      <vt:lpstr>Der Weg von der Pflicht zum Prüfergebnis</vt:lpstr>
      <vt:lpstr>Das Gateway verbindet zwei Welten mit gegensätzlichen Schutzzielen</vt:lpstr>
      <vt:lpstr>Ab 20. Januar 2027 ist Cybersecurity Teil der Konformitätsbewertung</vt:lpstr>
      <vt:lpstr>Zwischen Prüfpraxis und Regulierung klafft eine  Lücke</vt:lpstr>
      <vt:lpstr>Drei Fragen leiten die Arbeit</vt:lpstr>
      <vt:lpstr>Drei Ebenen führen von der Rechtspflicht zur  prüfbaren Anforderung</vt:lpstr>
      <vt:lpstr>Vierzehn prüfbare Anforderungen aus zwei Abschnitten  des Anhangs III</vt:lpstr>
      <vt:lpstr>Die Ableitung am Beispiel RQ-003</vt:lpstr>
      <vt:lpstr>Kein etablierter Ansatz erfüllt alle Kriterien  - deshalb eine Kombination</vt:lpstr>
      <vt:lpstr>Jeder Test ist von der Anforderung bis zur Evidenz rückverfolgbar</vt:lpstr>
      <vt:lpstr>Drei Zugriffspositionen spezifiziert, eine realisiert</vt:lpstr>
      <vt:lpstr>Der realisierte Prüfstand</vt:lpstr>
      <vt:lpstr>Vier von zehn Firmentests passen direkt - erkannt vor der Ausführung</vt:lpstr>
      <vt:lpstr>Die Kette angewendet: RQ-003 am Prüfling</vt:lpstr>
      <vt:lpstr>Der Nachweis überlebt den Kaltstart nicht</vt:lpstr>
      <vt:lpstr>Sicherer Zustand und Cybersecurity-Konformität sind  trennbare Eigenschaften</vt:lpstr>
      <vt:lpstr>Vier Schritte für die Weiterentwicklung</vt:lpstr>
      <vt:lpstr>PowerPoint-Präsentation</vt:lpstr>
    </vt:vector>
  </TitlesOfParts>
  <Company>ifm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Nuber, Nathalie</dc:creator>
  <cp:lastModifiedBy>Nuber, Nathalie</cp:lastModifiedBy>
  <cp:revision>1</cp:revision>
  <dcterms:created xsi:type="dcterms:W3CDTF">2026-09-20T13:56:55Z</dcterms:created>
  <dcterms:modified xsi:type="dcterms:W3CDTF">2026-09-22T08:34:03Z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97c528e-e8db-4a71-b5cb-4edd5b40a06c_Enabled">
    <vt:lpwstr>true</vt:lpwstr>
  </property>
  <property fmtid="{D5CDD505-2E9C-101B-9397-08002B2CF9AE}" pid="3" name="MSIP_Label_e97c528e-e8db-4a71-b5cb-4edd5b40a06c_SetDate">
    <vt:lpwstr>2025-12-08T09:04:56Z</vt:lpwstr>
  </property>
  <property fmtid="{D5CDD505-2E9C-101B-9397-08002B2CF9AE}" pid="4" name="MSIP_Label_e97c528e-e8db-4a71-b5cb-4edd5b40a06c_Method">
    <vt:lpwstr>Standard</vt:lpwstr>
  </property>
  <property fmtid="{D5CDD505-2E9C-101B-9397-08002B2CF9AE}" pid="5" name="MSIP_Label_e97c528e-e8db-4a71-b5cb-4edd5b40a06c_Name">
    <vt:lpwstr>ifminternal</vt:lpwstr>
  </property>
  <property fmtid="{D5CDD505-2E9C-101B-9397-08002B2CF9AE}" pid="6" name="MSIP_Label_e97c528e-e8db-4a71-b5cb-4edd5b40a06c_SiteId">
    <vt:lpwstr>2782ef14-4849-46b4-b90d-d7e83fc425ca</vt:lpwstr>
  </property>
  <property fmtid="{D5CDD505-2E9C-101B-9397-08002B2CF9AE}" pid="7" name="MSIP_Label_e97c528e-e8db-4a71-b5cb-4edd5b40a06c_ActionId">
    <vt:lpwstr>0ca1b76d-039d-4412-9861-cba0282812d2</vt:lpwstr>
  </property>
  <property fmtid="{D5CDD505-2E9C-101B-9397-08002B2CF9AE}" pid="8" name="MSIP_Label_e97c528e-e8db-4a71-b5cb-4edd5b40a06c_ContentBits">
    <vt:lpwstr>2</vt:lpwstr>
  </property>
  <property fmtid="{D5CDD505-2E9C-101B-9397-08002B2CF9AE}" pid="9" name="MSIP_Label_e97c528e-e8db-4a71-b5cb-4edd5b40a06c_Tag">
    <vt:lpwstr>10, 3, 0, 1</vt:lpwstr>
  </property>
  <property fmtid="{D5CDD505-2E9C-101B-9397-08002B2CF9AE}" pid="10" name="ClassificationContentMarkingFooterLocations">
    <vt:lpwstr>ifm_powerpoint_Master:9</vt:lpwstr>
  </property>
  <property fmtid="{D5CDD505-2E9C-101B-9397-08002B2CF9AE}" pid="11" name="ClassificationContentMarkingFooterText">
    <vt:lpwstr>INTERNAL</vt:lpwstr>
  </property>
  <property fmtid="{D5CDD505-2E9C-101B-9397-08002B2CF9AE}" pid="12" name="ContentTypeId">
    <vt:lpwstr>0x010100B45B52553D98B5429EF075933278D318</vt:lpwstr>
  </property>
</Properties>
</file>