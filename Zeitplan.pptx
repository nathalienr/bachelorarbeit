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7104063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0490E4-8C9F-42ED-82AC-02538E04217A}" v="4" dt="2026-08-05T09:16:55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ber, Nathalie" userId="64826a5e-75fc-44e6-a073-417b106d7220" providerId="ADAL" clId="{2D240D19-45E2-4320-A1B7-FEF1D055401D}"/>
    <pc:docChg chg="undo custSel mod addSld delSld modSld modMainMaster">
      <pc:chgData name="Nuber, Nathalie" userId="64826a5e-75fc-44e6-a073-417b106d7220" providerId="ADAL" clId="{2D240D19-45E2-4320-A1B7-FEF1D055401D}" dt="2026-08-05T09:18:07.912" v="767" actId="20577"/>
      <pc:docMkLst>
        <pc:docMk/>
      </pc:docMkLst>
      <pc:sldChg chg="addSp delSp modSp mod setBg">
        <pc:chgData name="Nuber, Nathalie" userId="64826a5e-75fc-44e6-a073-417b106d7220" providerId="ADAL" clId="{2D240D19-45E2-4320-A1B7-FEF1D055401D}" dt="2026-08-05T09:18:07.912" v="767" actId="20577"/>
        <pc:sldMkLst>
          <pc:docMk/>
          <pc:sldMk cId="3760044697" sldId="257"/>
        </pc:sldMkLst>
        <pc:spChg chg="add del mod">
          <ac:chgData name="Nuber, Nathalie" userId="64826a5e-75fc-44e6-a073-417b106d7220" providerId="ADAL" clId="{2D240D19-45E2-4320-A1B7-FEF1D055401D}" dt="2026-08-05T09:09:10.931" v="632" actId="1076"/>
          <ac:spMkLst>
            <pc:docMk/>
            <pc:sldMk cId="3760044697" sldId="257"/>
            <ac:spMk id="1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7-08T06:21:57.142" v="451" actId="21"/>
          <ac:spMkLst>
            <pc:docMk/>
            <pc:sldMk cId="3760044697" sldId="257"/>
            <ac:spMk id="15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7-08T06:22:23.028" v="487" actId="1036"/>
          <ac:spMkLst>
            <pc:docMk/>
            <pc:sldMk cId="3760044697" sldId="257"/>
            <ac:spMk id="19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7-08T06:22:23.028" v="487" actId="1036"/>
          <ac:spMkLst>
            <pc:docMk/>
            <pc:sldMk cId="3760044697" sldId="257"/>
            <ac:spMk id="23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7-08T06:22:23.028" v="487" actId="1036"/>
          <ac:spMkLst>
            <pc:docMk/>
            <pc:sldMk cId="3760044697" sldId="257"/>
            <ac:spMk id="27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7-08T06:22:23.028" v="487" actId="1036"/>
          <ac:spMkLst>
            <pc:docMk/>
            <pc:sldMk cId="3760044697" sldId="257"/>
            <ac:spMk id="3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7-08T06:20:47.790" v="418" actId="1076"/>
          <ac:spMkLst>
            <pc:docMk/>
            <pc:sldMk cId="3760044697" sldId="257"/>
            <ac:spMk id="32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7-08T05:38:11.506" v="239" actId="26606"/>
          <ac:spMkLst>
            <pc:docMk/>
            <pc:sldMk cId="3760044697" sldId="257"/>
            <ac:spMk id="3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7-08T06:16:05.647" v="314" actId="1036"/>
          <ac:spMkLst>
            <pc:docMk/>
            <pc:sldMk cId="3760044697" sldId="257"/>
            <ac:spMk id="36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7-08T06:20:47.790" v="418" actId="1076"/>
          <ac:spMkLst>
            <pc:docMk/>
            <pc:sldMk cId="3760044697" sldId="257"/>
            <ac:spMk id="38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7-08T05:38:11.506" v="239" actId="26606"/>
          <ac:spMkLst>
            <pc:docMk/>
            <pc:sldMk cId="3760044697" sldId="257"/>
            <ac:spMk id="40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7-08T05:38:11.506" v="239" actId="26606"/>
          <ac:spMkLst>
            <pc:docMk/>
            <pc:sldMk cId="3760044697" sldId="257"/>
            <ac:spMk id="48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7-08T06:20:47.790" v="418" actId="1076"/>
          <ac:spMkLst>
            <pc:docMk/>
            <pc:sldMk cId="3760044697" sldId="257"/>
            <ac:spMk id="52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7-08T05:38:11.506" v="239" actId="26606"/>
          <ac:spMkLst>
            <pc:docMk/>
            <pc:sldMk cId="3760044697" sldId="257"/>
            <ac:spMk id="54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7-08T06:20:47.790" v="418" actId="1076"/>
          <ac:spMkLst>
            <pc:docMk/>
            <pc:sldMk cId="3760044697" sldId="257"/>
            <ac:spMk id="55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7-08T06:20:47.790" v="418" actId="1076"/>
          <ac:spMkLst>
            <pc:docMk/>
            <pc:sldMk cId="3760044697" sldId="257"/>
            <ac:spMk id="56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7-08T06:20:47.790" v="418" actId="1076"/>
          <ac:spMkLst>
            <pc:docMk/>
            <pc:sldMk cId="3760044697" sldId="257"/>
            <ac:spMk id="57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7-08T06:20:47.790" v="418" actId="1076"/>
          <ac:spMkLst>
            <pc:docMk/>
            <pc:sldMk cId="3760044697" sldId="257"/>
            <ac:spMk id="58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8-05T09:02:47.192" v="578" actId="26606"/>
          <ac:spMkLst>
            <pc:docMk/>
            <pc:sldMk cId="3760044697" sldId="257"/>
            <ac:spMk id="6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8-05T09:02:47.192" v="578" actId="26606"/>
          <ac:spMkLst>
            <pc:docMk/>
            <pc:sldMk cId="3760044697" sldId="257"/>
            <ac:spMk id="63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7-08T05:38:11.506" v="239" actId="26606"/>
          <ac:spMkLst>
            <pc:docMk/>
            <pc:sldMk cId="3760044697" sldId="257"/>
            <ac:spMk id="6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7-08T06:20:47.790" v="418" actId="1076"/>
          <ac:spMkLst>
            <pc:docMk/>
            <pc:sldMk cId="3760044697" sldId="257"/>
            <ac:spMk id="67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7-08T06:20:47.790" v="418" actId="1076"/>
          <ac:spMkLst>
            <pc:docMk/>
            <pc:sldMk cId="3760044697" sldId="257"/>
            <ac:spMk id="68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7-08T06:18:25.100" v="341" actId="1076"/>
          <ac:spMkLst>
            <pc:docMk/>
            <pc:sldMk cId="3760044697" sldId="257"/>
            <ac:spMk id="69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7-08T06:18:09.166" v="340" actId="1076"/>
          <ac:spMkLst>
            <pc:docMk/>
            <pc:sldMk cId="3760044697" sldId="257"/>
            <ac:spMk id="7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7-08T06:18:02.533" v="339" actId="1076"/>
          <ac:spMkLst>
            <pc:docMk/>
            <pc:sldMk cId="3760044697" sldId="257"/>
            <ac:spMk id="7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7-08T06:20:07.780" v="413" actId="1076"/>
          <ac:spMkLst>
            <pc:docMk/>
            <pc:sldMk cId="3760044697" sldId="257"/>
            <ac:spMk id="7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7-08T06:17:39.342" v="333" actId="1076"/>
          <ac:spMkLst>
            <pc:docMk/>
            <pc:sldMk cId="3760044697" sldId="257"/>
            <ac:spMk id="73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8-05T09:02:47.192" v="578" actId="26606"/>
          <ac:spMkLst>
            <pc:docMk/>
            <pc:sldMk cId="3760044697" sldId="257"/>
            <ac:spMk id="74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8-05T09:02:47.192" v="578" actId="26606"/>
          <ac:spMkLst>
            <pc:docMk/>
            <pc:sldMk cId="3760044697" sldId="257"/>
            <ac:spMk id="75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7-08T06:17:59.117" v="338" actId="1076"/>
          <ac:spMkLst>
            <pc:docMk/>
            <pc:sldMk cId="3760044697" sldId="257"/>
            <ac:spMk id="76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8-05T09:02:47.192" v="578" actId="26606"/>
          <ac:spMkLst>
            <pc:docMk/>
            <pc:sldMk cId="3760044697" sldId="257"/>
            <ac:spMk id="77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7-08T06:23:08.289" v="493" actId="1035"/>
          <ac:spMkLst>
            <pc:docMk/>
            <pc:sldMk cId="3760044697" sldId="257"/>
            <ac:spMk id="89" creationId="{5E7AE5BF-4141-A6AA-8E1A-73F519DE5B4D}"/>
          </ac:spMkLst>
        </pc:spChg>
        <pc:spChg chg="add mod">
          <ac:chgData name="Nuber, Nathalie" userId="64826a5e-75fc-44e6-a073-417b106d7220" providerId="ADAL" clId="{2D240D19-45E2-4320-A1B7-FEF1D055401D}" dt="2026-08-05T09:02:47.192" v="578" actId="26606"/>
          <ac:spMkLst>
            <pc:docMk/>
            <pc:sldMk cId="3760044697" sldId="257"/>
            <ac:spMk id="90" creationId="{FFC95610-7C4E-102F-8F90-38AFA832D3B2}"/>
          </ac:spMkLst>
        </pc:spChg>
        <pc:spChg chg="add mod">
          <ac:chgData name="Nuber, Nathalie" userId="64826a5e-75fc-44e6-a073-417b106d7220" providerId="ADAL" clId="{2D240D19-45E2-4320-A1B7-FEF1D055401D}" dt="2026-08-05T09:12:35.201" v="710" actId="20577"/>
          <ac:spMkLst>
            <pc:docMk/>
            <pc:sldMk cId="3760044697" sldId="257"/>
            <ac:spMk id="101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8-05T09:18:07.912" v="767" actId="20577"/>
          <ac:spMkLst>
            <pc:docMk/>
            <pc:sldMk cId="3760044697" sldId="257"/>
            <ac:spMk id="102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8-05T09:14:41.927" v="766" actId="20577"/>
          <ac:spMkLst>
            <pc:docMk/>
            <pc:sldMk cId="3760044697" sldId="257"/>
            <ac:spMk id="103" creationId="{00000000-0000-0000-0000-000000000000}"/>
          </ac:spMkLst>
        </pc:spChg>
        <pc:graphicFrameChg chg="add mod">
          <ac:chgData name="Nuber, Nathalie" userId="64826a5e-75fc-44e6-a073-417b106d7220" providerId="ADAL" clId="{2D240D19-45E2-4320-A1B7-FEF1D055401D}" dt="2026-08-05T09:06:14.384" v="586"/>
          <ac:graphicFrameMkLst>
            <pc:docMk/>
            <pc:sldMk cId="3760044697" sldId="257"/>
            <ac:graphicFrameMk id="2" creationId="{DBDE3220-1469-CEBE-040A-D465C51AF986}"/>
          </ac:graphicFrameMkLst>
        </pc:graphicFrameChg>
        <pc:cxnChg chg="mod">
          <ac:chgData name="Nuber, Nathalie" userId="64826a5e-75fc-44e6-a073-417b106d7220" providerId="ADAL" clId="{2D240D19-45E2-4320-A1B7-FEF1D055401D}" dt="2026-07-08T06:22:23.028" v="487" actId="1036"/>
          <ac:cxnSpMkLst>
            <pc:docMk/>
            <pc:sldMk cId="3760044697" sldId="257"/>
            <ac:cxnSpMk id="16" creationId="{00000000-0000-0000-0000-000000000000}"/>
          </ac:cxnSpMkLst>
        </pc:cxnChg>
        <pc:cxnChg chg="mod">
          <ac:chgData name="Nuber, Nathalie" userId="64826a5e-75fc-44e6-a073-417b106d7220" providerId="ADAL" clId="{2D240D19-45E2-4320-A1B7-FEF1D055401D}" dt="2026-07-08T06:22:23.028" v="487" actId="1036"/>
          <ac:cxnSpMkLst>
            <pc:docMk/>
            <pc:sldMk cId="3760044697" sldId="257"/>
            <ac:cxnSpMk id="18" creationId="{00000000-0000-0000-0000-000000000000}"/>
          </ac:cxnSpMkLst>
        </pc:cxnChg>
        <pc:cxnChg chg="mod">
          <ac:chgData name="Nuber, Nathalie" userId="64826a5e-75fc-44e6-a073-417b106d7220" providerId="ADAL" clId="{2D240D19-45E2-4320-A1B7-FEF1D055401D}" dt="2026-07-08T06:22:23.028" v="487" actId="1036"/>
          <ac:cxnSpMkLst>
            <pc:docMk/>
            <pc:sldMk cId="3760044697" sldId="257"/>
            <ac:cxnSpMk id="20" creationId="{00000000-0000-0000-0000-000000000000}"/>
          </ac:cxnSpMkLst>
        </pc:cxnChg>
        <pc:cxnChg chg="mod">
          <ac:chgData name="Nuber, Nathalie" userId="64826a5e-75fc-44e6-a073-417b106d7220" providerId="ADAL" clId="{2D240D19-45E2-4320-A1B7-FEF1D055401D}" dt="2026-07-08T06:22:23.028" v="487" actId="1036"/>
          <ac:cxnSpMkLst>
            <pc:docMk/>
            <pc:sldMk cId="3760044697" sldId="257"/>
            <ac:cxnSpMk id="25" creationId="{00000000-0000-0000-0000-000000000000}"/>
          </ac:cxnSpMkLst>
        </pc:cxnChg>
        <pc:cxnChg chg="mod">
          <ac:chgData name="Nuber, Nathalie" userId="64826a5e-75fc-44e6-a073-417b106d7220" providerId="ADAL" clId="{2D240D19-45E2-4320-A1B7-FEF1D055401D}" dt="2026-07-08T06:22:23.028" v="487" actId="1036"/>
          <ac:cxnSpMkLst>
            <pc:docMk/>
            <pc:sldMk cId="3760044697" sldId="257"/>
            <ac:cxnSpMk id="28" creationId="{00000000-0000-0000-0000-000000000000}"/>
          </ac:cxnSpMkLst>
        </pc:cxnChg>
        <pc:cxnChg chg="mod">
          <ac:chgData name="Nuber, Nathalie" userId="64826a5e-75fc-44e6-a073-417b106d7220" providerId="ADAL" clId="{2D240D19-45E2-4320-A1B7-FEF1D055401D}" dt="2026-07-08T06:22:23.028" v="487" actId="1036"/>
          <ac:cxnSpMkLst>
            <pc:docMk/>
            <pc:sldMk cId="3760044697" sldId="257"/>
            <ac:cxnSpMk id="29" creationId="{00000000-0000-0000-0000-000000000000}"/>
          </ac:cxnSpMkLst>
        </pc:cxnChg>
      </pc:sldChg>
      <pc:sldMasterChg chg="delSp mod">
        <pc:chgData name="Nuber, Nathalie" userId="64826a5e-75fc-44e6-a073-417b106d7220" providerId="ADAL" clId="{2D240D19-45E2-4320-A1B7-FEF1D055401D}" dt="2026-07-07T13:55:57.137" v="0" actId="33475"/>
        <pc:sldMasterMkLst>
          <pc:docMk/>
          <pc:sldMasterMk cId="3088136424" sldId="2147483648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2EA51B-F106-3FA0-E754-C6DB19E63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3C7C486-5983-1BF7-0315-350C7592B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DCBAAB-DD5C-FC31-30B7-90F9B9A36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CE8C-E1EE-45FA-8CBB-91F934F074DA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AC298A-C74C-0916-4E9A-903BCF022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B59581-A474-FFBA-21A0-F0323B74D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DC6C-0BA0-42FF-A5E0-9316F9330E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9889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EF4566-5699-5C4B-56A4-CDA6CB59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65583A-2C9B-7A5D-2953-FCE0C9AB0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0964B8-517C-F1C3-0D0B-356A7D37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CE8C-E1EE-45FA-8CBB-91F934F074DA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9BBAF2-0BFF-A557-339B-AAC43EEE7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C73410-89FD-2D03-89B1-6D85E8F7E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DC6C-0BA0-42FF-A5E0-9316F9330E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274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0B1385-C5E9-4C1C-9E37-4495D7854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9C7C93-0FF2-1535-B799-2A391C3EF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04610A-8DBC-9395-5EBF-87E9B4BA2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CE8C-E1EE-45FA-8CBB-91F934F074DA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9B2C33-FCE6-A493-CA80-73026801A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04CBF1-7F96-F3E1-9230-FDF088B1D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DC6C-0BA0-42FF-A5E0-9316F9330E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4298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FAEB5E-3EC9-772B-F2F8-A2254045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3EA3D5-89C5-853E-1FF9-20F936D10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AE431EC-A4D3-06DD-3099-71BEA6F1A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F3FF47-BB6E-B6B8-5421-223ACC28E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CE8C-E1EE-45FA-8CBB-91F934F074DA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191DE29-50E9-F12B-8B52-351D511AC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2F778E5-F005-4453-E1A5-5EBD1471B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DC6C-0BA0-42FF-A5E0-9316F9330E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3561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9E3ED7-48AC-4BD2-9B29-AAD839AF0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6F201D-D999-0BE6-0A69-6DBA5ACB7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15A3DAB-8A77-6686-E771-B41371BF0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F3187BC-DF80-269D-6805-21E4D3F67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FF3D7A5-AA88-DF7F-8803-E5BCC869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8ECD280-86A7-FC13-F7DC-3D6FD9DB7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CE8C-E1EE-45FA-8CBB-91F934F074DA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84D820D-59C3-EA0D-408F-4AACDB42F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A345164-A6F5-6924-E58F-0FBF5327B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DC6C-0BA0-42FF-A5E0-9316F9330E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0288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3A15AC-4746-9B45-DABB-D54898B08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B6BF025-A4D0-CDD3-945F-0FF15D13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CE8C-E1EE-45FA-8CBB-91F934F074DA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FE13F-A2A3-2954-2132-3FBC046B6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0E3CD7B-5A99-3EDC-79D0-FFD0A52CF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DC6C-0BA0-42FF-A5E0-9316F9330E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802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DAC634B-E552-414D-2BE3-1A51BDE14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CE8C-E1EE-45FA-8CBB-91F934F074DA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159E1E0-6F5A-518A-49D1-A52A2771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137FE6-2D6E-4F72-8402-66B0098A9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DC6C-0BA0-42FF-A5E0-9316F9330E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7886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C914AC-B1E7-A888-A35C-7D4232390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6D0D0E-8B4F-1D16-6AA0-F2A955E04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BCFA5CB-EE9E-D172-B149-862C8E9E5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A50072B-C4C4-E59E-D00C-76DDD84AE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CE8C-E1EE-45FA-8CBB-91F934F074DA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92A83EA-C73B-BB49-9798-5754701B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7E2C3C-9A1C-7DD7-8A8D-2B82A4DFA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DC6C-0BA0-42FF-A5E0-9316F9330E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692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0B78BE-94FE-E5FB-9FAD-E2402653A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6E516AD-C647-7950-C838-8F8E99AD1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3E0D65A-57C9-5A36-F88B-607D4FEAD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9CF515E-A421-BE82-7477-05FF3DFD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CE8C-E1EE-45FA-8CBB-91F934F074DA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357FE8C-35B1-5A51-5D11-BBC3FB023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5F5C37-07E1-794A-6496-C82E68004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DC6C-0BA0-42FF-A5E0-9316F9330E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0422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02B0B4-C3A6-3C33-1E88-97ABD24A9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48B928F-E821-E08E-E7DA-B01803288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A61703-FFFD-F8A8-85BB-10E2AC3DA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CE8C-E1EE-45FA-8CBB-91F934F074DA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9F1A81-A267-8A0D-109F-C844CE3F4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0E45A9-94A8-A356-EDF8-68C28C39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DC6C-0BA0-42FF-A5E0-9316F9330E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7441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ADA0291-08C8-DF34-C749-2F53F7E6F2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953EB82-DBC3-FB71-6194-C2A793A82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B22090-2D44-C7A0-3DCB-57733F382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CE8C-E1EE-45FA-8CBB-91F934F074DA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1D9DB7-FAFE-C1FE-F4A0-ACF72489E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F0D98C-CBCF-1DBD-3C58-8FE32105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DC6C-0BA0-42FF-A5E0-9316F9330E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696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071D449-207D-901D-073B-64A823A7B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5CCC5C-CF0B-1B2E-DFF3-5D059F226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EBC226-DF3F-C777-56F5-A15E13A27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ACE8C-E1EE-45FA-8CBB-91F934F074DA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B17759-9417-DA4E-8ADC-E8A0C23B69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109759-BFEE-C881-6B8A-F559808C2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0DC6C-0BA0-42FF-A5E0-9316F9330E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8136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781811" y="367028"/>
            <a:ext cx="10671048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lang="de-DE" sz="2600" b="1" dirty="0">
                <a:solidFill>
                  <a:srgbClr val="0E2B44"/>
                </a:solidFill>
                <a:latin typeface="Aptos"/>
              </a:rPr>
              <a:t>GROBPLANUNG</a:t>
            </a:r>
            <a:endParaRPr sz="2600" b="1" dirty="0">
              <a:solidFill>
                <a:srgbClr val="0E2B4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727192"/>
            <a:ext cx="10927080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600" b="0" dirty="0">
                <a:solidFill>
                  <a:srgbClr val="0E2B44"/>
                </a:solidFill>
                <a:latin typeface="Aptos"/>
              </a:rPr>
              <a:t>BACHELORTHESIS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" y="1986915"/>
            <a:ext cx="2029968" cy="0"/>
          </a:xfrm>
          <a:prstGeom prst="line">
            <a:avLst/>
          </a:prstGeom>
          <a:ln w="15240">
            <a:solidFill>
              <a:srgbClr val="697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68680" y="1986915"/>
            <a:ext cx="0" cy="91440"/>
          </a:xfrm>
          <a:prstGeom prst="line">
            <a:avLst/>
          </a:prstGeom>
          <a:ln w="15240">
            <a:solidFill>
              <a:srgbClr val="697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98648" y="1986915"/>
            <a:ext cx="0" cy="91440"/>
          </a:xfrm>
          <a:prstGeom prst="line">
            <a:avLst/>
          </a:prstGeom>
          <a:ln w="15240">
            <a:solidFill>
              <a:srgbClr val="697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4632" y="1396478"/>
            <a:ext cx="2798063" cy="44935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0">
                <a:solidFill>
                  <a:srgbClr val="0E2B44"/>
                </a:solidFill>
                <a:latin typeface="Aptos"/>
              </a:rPr>
              <a:t>Vorbereitung &amp; Fundierung</a:t>
            </a:r>
          </a:p>
          <a:p>
            <a:pPr algn="ctr"/>
            <a:r>
              <a:rPr sz="1400" b="0">
                <a:solidFill>
                  <a:srgbClr val="0E2B44"/>
                </a:solidFill>
                <a:latin typeface="Aptos"/>
              </a:rPr>
              <a:t>(KW </a:t>
            </a:r>
            <a:r>
              <a:rPr lang="de-DE" sz="1400" b="0">
                <a:solidFill>
                  <a:srgbClr val="0E2B44"/>
                </a:solidFill>
                <a:latin typeface="Aptos"/>
              </a:rPr>
              <a:t>28–30</a:t>
            </a:r>
            <a:r>
              <a:rPr sz="1400" b="0">
                <a:solidFill>
                  <a:srgbClr val="0E2B44"/>
                </a:solidFill>
                <a:latin typeface="Aptos"/>
              </a:rPr>
              <a:t>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13632" y="1986915"/>
            <a:ext cx="2029968" cy="0"/>
          </a:xfrm>
          <a:prstGeom prst="line">
            <a:avLst/>
          </a:prstGeom>
          <a:ln w="15240">
            <a:solidFill>
              <a:srgbClr val="697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913632" y="1986915"/>
            <a:ext cx="0" cy="91440"/>
          </a:xfrm>
          <a:prstGeom prst="line">
            <a:avLst/>
          </a:prstGeom>
          <a:ln w="15240">
            <a:solidFill>
              <a:srgbClr val="697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43600" y="1986915"/>
            <a:ext cx="0" cy="91440"/>
          </a:xfrm>
          <a:prstGeom prst="line">
            <a:avLst/>
          </a:prstGeom>
          <a:ln w="15240">
            <a:solidFill>
              <a:srgbClr val="697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29584" y="1346835"/>
            <a:ext cx="2798064" cy="548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0">
                <a:solidFill>
                  <a:srgbClr val="0E2B44"/>
                </a:solidFill>
                <a:latin typeface="Aptos"/>
              </a:rPr>
              <a:t>Konzeption</a:t>
            </a:r>
          </a:p>
          <a:p>
            <a:pPr algn="ctr"/>
            <a:r>
              <a:rPr sz="1400" b="0">
                <a:solidFill>
                  <a:srgbClr val="0E2B44"/>
                </a:solidFill>
                <a:latin typeface="Aptos"/>
              </a:rPr>
              <a:t>(KW 31–33)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58584" y="1986915"/>
            <a:ext cx="2029968" cy="0"/>
          </a:xfrm>
          <a:prstGeom prst="line">
            <a:avLst/>
          </a:prstGeom>
          <a:ln w="15240">
            <a:solidFill>
              <a:srgbClr val="697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58584" y="1986915"/>
            <a:ext cx="0" cy="91440"/>
          </a:xfrm>
          <a:prstGeom prst="line">
            <a:avLst/>
          </a:prstGeom>
          <a:ln w="15240">
            <a:solidFill>
              <a:srgbClr val="697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988552" y="1986915"/>
            <a:ext cx="0" cy="91440"/>
          </a:xfrm>
          <a:prstGeom prst="line">
            <a:avLst/>
          </a:prstGeom>
          <a:ln w="15240">
            <a:solidFill>
              <a:srgbClr val="697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74536" y="1346835"/>
            <a:ext cx="2798063" cy="548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0">
                <a:solidFill>
                  <a:srgbClr val="0E2B44"/>
                </a:solidFill>
                <a:latin typeface="Aptos"/>
              </a:rPr>
              <a:t>Praxis &amp; Evaluierung</a:t>
            </a:r>
          </a:p>
          <a:p>
            <a:pPr algn="ctr"/>
            <a:r>
              <a:rPr sz="1400" b="0">
                <a:solidFill>
                  <a:srgbClr val="0E2B44"/>
                </a:solidFill>
                <a:latin typeface="Aptos"/>
              </a:rPr>
              <a:t>(KW 34–36)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03536" y="1986915"/>
            <a:ext cx="1014984" cy="0"/>
          </a:xfrm>
          <a:prstGeom prst="line">
            <a:avLst/>
          </a:prstGeom>
          <a:ln w="15240">
            <a:solidFill>
              <a:srgbClr val="697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003536" y="1986915"/>
            <a:ext cx="0" cy="91440"/>
          </a:xfrm>
          <a:prstGeom prst="line">
            <a:avLst/>
          </a:prstGeom>
          <a:ln w="15240">
            <a:solidFill>
              <a:srgbClr val="697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018520" y="1986915"/>
            <a:ext cx="0" cy="91440"/>
          </a:xfrm>
          <a:prstGeom prst="line">
            <a:avLst/>
          </a:prstGeom>
          <a:ln w="15240">
            <a:solidFill>
              <a:srgbClr val="697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619488" y="1346835"/>
            <a:ext cx="1783079" cy="548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0">
                <a:solidFill>
                  <a:srgbClr val="0E2B44"/>
                </a:solidFill>
                <a:latin typeface="Aptos"/>
              </a:rPr>
              <a:t>Abschluss &amp; Abgabe</a:t>
            </a:r>
          </a:p>
          <a:p>
            <a:pPr algn="ctr"/>
            <a:r>
              <a:rPr sz="1400" b="0">
                <a:solidFill>
                  <a:srgbClr val="0E2B44"/>
                </a:solidFill>
                <a:latin typeface="Aptos"/>
              </a:rPr>
              <a:t>(KW 37–38)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85800" y="3114440"/>
            <a:ext cx="10561320" cy="329184"/>
          </a:xfrm>
          <a:prstGeom prst="rightArrow">
            <a:avLst/>
          </a:prstGeom>
          <a:solidFill>
            <a:srgbClr val="CB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868680" y="3077864"/>
            <a:ext cx="0" cy="420623"/>
          </a:xfrm>
          <a:prstGeom prst="line">
            <a:avLst/>
          </a:prstGeom>
          <a:ln w="12700">
            <a:solidFill>
              <a:srgbClr val="92A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76071" y="3555269"/>
            <a:ext cx="585216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0">
                <a:solidFill>
                  <a:srgbClr val="697C89"/>
                </a:solidFill>
                <a:latin typeface="Aptos"/>
              </a:rPr>
              <a:t>KW </a:t>
            </a:r>
            <a:r>
              <a:rPr lang="de-DE" sz="1400" b="0">
                <a:solidFill>
                  <a:srgbClr val="697C89"/>
                </a:solidFill>
                <a:latin typeface="Aptos"/>
              </a:rPr>
              <a:t>28</a:t>
            </a:r>
            <a:endParaRPr sz="1400" b="0">
              <a:solidFill>
                <a:srgbClr val="697C89"/>
              </a:solidFill>
              <a:latin typeface="Aptos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1883664" y="3077864"/>
            <a:ext cx="0" cy="420623"/>
          </a:xfrm>
          <a:prstGeom prst="line">
            <a:avLst/>
          </a:prstGeom>
          <a:ln w="12700">
            <a:solidFill>
              <a:srgbClr val="92A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591056" y="3555269"/>
            <a:ext cx="585216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0">
                <a:solidFill>
                  <a:srgbClr val="697C89"/>
                </a:solidFill>
                <a:latin typeface="Aptos"/>
              </a:rPr>
              <a:t>KW </a:t>
            </a:r>
            <a:r>
              <a:rPr lang="de-DE" sz="1400" b="0">
                <a:solidFill>
                  <a:srgbClr val="697C89"/>
                </a:solidFill>
                <a:latin typeface="Aptos"/>
              </a:rPr>
              <a:t>29</a:t>
            </a:r>
            <a:endParaRPr sz="1400" b="0">
              <a:solidFill>
                <a:srgbClr val="697C89"/>
              </a:solidFill>
              <a:latin typeface="Aptos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2898648" y="3077864"/>
            <a:ext cx="0" cy="420623"/>
          </a:xfrm>
          <a:prstGeom prst="line">
            <a:avLst/>
          </a:prstGeom>
          <a:ln w="12700">
            <a:solidFill>
              <a:srgbClr val="92A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606040" y="3555269"/>
            <a:ext cx="585216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0">
                <a:solidFill>
                  <a:srgbClr val="697C89"/>
                </a:solidFill>
                <a:latin typeface="Aptos"/>
              </a:rPr>
              <a:t>KW </a:t>
            </a:r>
            <a:r>
              <a:rPr lang="de-DE" sz="1400" b="0">
                <a:solidFill>
                  <a:srgbClr val="697C89"/>
                </a:solidFill>
                <a:latin typeface="Aptos"/>
              </a:rPr>
              <a:t>30</a:t>
            </a:r>
            <a:endParaRPr sz="1400" b="0">
              <a:solidFill>
                <a:srgbClr val="697C89"/>
              </a:solidFill>
              <a:latin typeface="Aptos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3913632" y="3077864"/>
            <a:ext cx="0" cy="420623"/>
          </a:xfrm>
          <a:prstGeom prst="line">
            <a:avLst/>
          </a:prstGeom>
          <a:ln w="12700">
            <a:solidFill>
              <a:srgbClr val="92A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621024" y="3555269"/>
            <a:ext cx="585216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0">
                <a:solidFill>
                  <a:srgbClr val="697C89"/>
                </a:solidFill>
                <a:latin typeface="Aptos"/>
              </a:rPr>
              <a:t>KW </a:t>
            </a:r>
            <a:r>
              <a:rPr lang="de-DE" sz="1400" b="0">
                <a:solidFill>
                  <a:srgbClr val="697C89"/>
                </a:solidFill>
                <a:latin typeface="Aptos"/>
              </a:rPr>
              <a:t>31</a:t>
            </a:r>
            <a:endParaRPr sz="1400" b="0">
              <a:solidFill>
                <a:srgbClr val="697C89"/>
              </a:solidFill>
              <a:latin typeface="Aptos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4928616" y="3077864"/>
            <a:ext cx="0" cy="420623"/>
          </a:xfrm>
          <a:prstGeom prst="line">
            <a:avLst/>
          </a:prstGeom>
          <a:ln w="12700">
            <a:solidFill>
              <a:srgbClr val="92A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636008" y="3555269"/>
            <a:ext cx="585216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0">
                <a:solidFill>
                  <a:srgbClr val="697C89"/>
                </a:solidFill>
                <a:latin typeface="Aptos"/>
              </a:rPr>
              <a:t>KW </a:t>
            </a:r>
            <a:r>
              <a:rPr lang="de-DE" sz="1400" b="0">
                <a:solidFill>
                  <a:srgbClr val="697C89"/>
                </a:solidFill>
                <a:latin typeface="Aptos"/>
              </a:rPr>
              <a:t>32</a:t>
            </a:r>
            <a:endParaRPr sz="1400" b="0">
              <a:solidFill>
                <a:srgbClr val="697C89"/>
              </a:solidFill>
              <a:latin typeface="Aptos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5943600" y="3077864"/>
            <a:ext cx="0" cy="420623"/>
          </a:xfrm>
          <a:prstGeom prst="line">
            <a:avLst/>
          </a:prstGeom>
          <a:ln w="12700">
            <a:solidFill>
              <a:srgbClr val="92A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650992" y="3555269"/>
            <a:ext cx="585216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0">
                <a:solidFill>
                  <a:srgbClr val="697C89"/>
                </a:solidFill>
                <a:latin typeface="Aptos"/>
              </a:rPr>
              <a:t>KW </a:t>
            </a:r>
            <a:r>
              <a:rPr lang="de-DE" sz="1400" b="0">
                <a:solidFill>
                  <a:srgbClr val="697C89"/>
                </a:solidFill>
                <a:latin typeface="Aptos"/>
              </a:rPr>
              <a:t>33</a:t>
            </a:r>
            <a:endParaRPr sz="1400" b="0">
              <a:solidFill>
                <a:srgbClr val="697C89"/>
              </a:solidFill>
              <a:latin typeface="Aptos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6958584" y="3077864"/>
            <a:ext cx="0" cy="420623"/>
          </a:xfrm>
          <a:prstGeom prst="line">
            <a:avLst/>
          </a:prstGeom>
          <a:ln w="12700">
            <a:solidFill>
              <a:srgbClr val="92A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665976" y="3555269"/>
            <a:ext cx="585216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0">
                <a:solidFill>
                  <a:srgbClr val="697C89"/>
                </a:solidFill>
                <a:latin typeface="Aptos"/>
              </a:rPr>
              <a:t>KW </a:t>
            </a:r>
            <a:r>
              <a:rPr lang="de-DE" sz="1400" b="0">
                <a:solidFill>
                  <a:srgbClr val="697C89"/>
                </a:solidFill>
                <a:latin typeface="Aptos"/>
              </a:rPr>
              <a:t>34</a:t>
            </a:r>
            <a:endParaRPr sz="1400" b="0">
              <a:solidFill>
                <a:srgbClr val="697C89"/>
              </a:solidFill>
              <a:latin typeface="Aptos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7973568" y="3077864"/>
            <a:ext cx="0" cy="420623"/>
          </a:xfrm>
          <a:prstGeom prst="line">
            <a:avLst/>
          </a:prstGeom>
          <a:ln w="12700">
            <a:solidFill>
              <a:srgbClr val="92A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680960" y="3555269"/>
            <a:ext cx="585216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0">
                <a:solidFill>
                  <a:srgbClr val="697C89"/>
                </a:solidFill>
                <a:latin typeface="Aptos"/>
              </a:rPr>
              <a:t>KW </a:t>
            </a:r>
            <a:r>
              <a:rPr lang="de-DE" sz="1400" b="0">
                <a:solidFill>
                  <a:srgbClr val="697C89"/>
                </a:solidFill>
                <a:latin typeface="Aptos"/>
              </a:rPr>
              <a:t>35</a:t>
            </a:r>
            <a:endParaRPr sz="1400" b="0">
              <a:solidFill>
                <a:srgbClr val="697C89"/>
              </a:solidFill>
              <a:latin typeface="Aptos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8988552" y="3077864"/>
            <a:ext cx="0" cy="420623"/>
          </a:xfrm>
          <a:prstGeom prst="line">
            <a:avLst/>
          </a:prstGeom>
          <a:ln w="12700">
            <a:solidFill>
              <a:srgbClr val="92A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695944" y="3555269"/>
            <a:ext cx="585216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0">
                <a:solidFill>
                  <a:srgbClr val="697C89"/>
                </a:solidFill>
                <a:latin typeface="Aptos"/>
              </a:rPr>
              <a:t>KW </a:t>
            </a:r>
            <a:r>
              <a:rPr lang="de-DE" sz="1400" b="0">
                <a:solidFill>
                  <a:srgbClr val="697C89"/>
                </a:solidFill>
                <a:latin typeface="Aptos"/>
              </a:rPr>
              <a:t>36</a:t>
            </a:r>
            <a:endParaRPr sz="1400" b="0">
              <a:solidFill>
                <a:srgbClr val="697C89"/>
              </a:solidFill>
              <a:latin typeface="Aptos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10003536" y="3077864"/>
            <a:ext cx="0" cy="420623"/>
          </a:xfrm>
          <a:prstGeom prst="line">
            <a:avLst/>
          </a:prstGeom>
          <a:ln w="12700">
            <a:solidFill>
              <a:srgbClr val="92A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710928" y="3555269"/>
            <a:ext cx="585216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0">
                <a:solidFill>
                  <a:srgbClr val="697C89"/>
                </a:solidFill>
                <a:latin typeface="Aptos"/>
              </a:rPr>
              <a:t>KW </a:t>
            </a:r>
            <a:r>
              <a:rPr lang="de-DE" sz="1400" b="0">
                <a:solidFill>
                  <a:srgbClr val="697C89"/>
                </a:solidFill>
                <a:latin typeface="Aptos"/>
              </a:rPr>
              <a:t>37</a:t>
            </a:r>
            <a:endParaRPr sz="1400" b="0">
              <a:solidFill>
                <a:srgbClr val="697C89"/>
              </a:solidFill>
              <a:latin typeface="Aptos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11018520" y="3077864"/>
            <a:ext cx="0" cy="420623"/>
          </a:xfrm>
          <a:prstGeom prst="line">
            <a:avLst/>
          </a:prstGeom>
          <a:ln w="12700">
            <a:solidFill>
              <a:srgbClr val="92A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0725912" y="3555269"/>
            <a:ext cx="585216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0">
                <a:solidFill>
                  <a:srgbClr val="697C89"/>
                </a:solidFill>
                <a:latin typeface="Aptos"/>
              </a:rPr>
              <a:t>KW </a:t>
            </a:r>
            <a:r>
              <a:rPr lang="de-DE" sz="1400" b="0">
                <a:solidFill>
                  <a:srgbClr val="697C89"/>
                </a:solidFill>
                <a:latin typeface="Aptos"/>
              </a:rPr>
              <a:t>38</a:t>
            </a:r>
            <a:endParaRPr sz="1400" b="0">
              <a:solidFill>
                <a:srgbClr val="697C89"/>
              </a:solidFill>
              <a:latin typeface="Aptos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1773936" y="3169304"/>
            <a:ext cx="219456" cy="219456"/>
          </a:xfrm>
          <a:prstGeom prst="ellipse">
            <a:avLst/>
          </a:prstGeom>
          <a:solidFill>
            <a:srgbClr val="085D7E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Oval 55"/>
          <p:cNvSpPr>
            <a:spLocks/>
          </p:cNvSpPr>
          <p:nvPr/>
        </p:nvSpPr>
        <p:spPr>
          <a:xfrm>
            <a:off x="2788920" y="3169304"/>
            <a:ext cx="219456" cy="219456"/>
          </a:xfrm>
          <a:prstGeom prst="ellipse">
            <a:avLst/>
          </a:prstGeom>
          <a:solidFill>
            <a:srgbClr val="085D7E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de-DE"/>
          </a:p>
        </p:txBody>
      </p:sp>
      <p:sp>
        <p:nvSpPr>
          <p:cNvPr id="57" name="Oval 56"/>
          <p:cNvSpPr/>
          <p:nvPr/>
        </p:nvSpPr>
        <p:spPr>
          <a:xfrm>
            <a:off x="3803904" y="3169304"/>
            <a:ext cx="219456" cy="219456"/>
          </a:xfrm>
          <a:prstGeom prst="ellipse">
            <a:avLst/>
          </a:prstGeom>
          <a:solidFill>
            <a:srgbClr val="085D7E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848856" y="3169304"/>
            <a:ext cx="219456" cy="219456"/>
          </a:xfrm>
          <a:prstGeom prst="ellipse">
            <a:avLst/>
          </a:prstGeom>
          <a:solidFill>
            <a:srgbClr val="085D7E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863840" y="3169304"/>
            <a:ext cx="219456" cy="219456"/>
          </a:xfrm>
          <a:prstGeom prst="ellipse">
            <a:avLst/>
          </a:prstGeom>
          <a:solidFill>
            <a:srgbClr val="085D7E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878824" y="3169304"/>
            <a:ext cx="219456" cy="219456"/>
          </a:xfrm>
          <a:prstGeom prst="ellipse">
            <a:avLst/>
          </a:prstGeom>
          <a:solidFill>
            <a:srgbClr val="085D7E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893808" y="3169304"/>
            <a:ext cx="219456" cy="219456"/>
          </a:xfrm>
          <a:prstGeom prst="ellipse">
            <a:avLst/>
          </a:prstGeom>
          <a:solidFill>
            <a:srgbClr val="085D7E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763536" y="3169304"/>
            <a:ext cx="219456" cy="219456"/>
          </a:xfrm>
          <a:prstGeom prst="ellipse">
            <a:avLst/>
          </a:prstGeom>
          <a:solidFill>
            <a:srgbClr val="085D7E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Diamond 62"/>
          <p:cNvSpPr/>
          <p:nvPr/>
        </p:nvSpPr>
        <p:spPr>
          <a:xfrm>
            <a:off x="4791456" y="3141872"/>
            <a:ext cx="274320" cy="274320"/>
          </a:xfrm>
          <a:prstGeom prst="diamond">
            <a:avLst/>
          </a:prstGeom>
          <a:solidFill>
            <a:srgbClr val="EA752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Diamond 63"/>
          <p:cNvSpPr/>
          <p:nvPr/>
        </p:nvSpPr>
        <p:spPr>
          <a:xfrm>
            <a:off x="10904220" y="3164732"/>
            <a:ext cx="228600" cy="228600"/>
          </a:xfrm>
          <a:prstGeom prst="diamond">
            <a:avLst/>
          </a:prstGeom>
          <a:solidFill>
            <a:srgbClr val="02476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>
            <a:spLocks/>
          </p:cNvSpPr>
          <p:nvPr/>
        </p:nvSpPr>
        <p:spPr>
          <a:xfrm>
            <a:off x="1125856" y="2485980"/>
            <a:ext cx="1515613" cy="40004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88000"/>
              </a:lnSpc>
            </a:pPr>
            <a:r>
              <a:rPr lang="de-DE" sz="1400" b="0" dirty="0">
                <a:solidFill>
                  <a:srgbClr val="0E2B44"/>
                </a:solidFill>
                <a:latin typeface="Aptos"/>
              </a:rPr>
              <a:t>Analyse</a:t>
            </a:r>
            <a:r>
              <a:rPr lang="de-DE" sz="1400" dirty="0">
                <a:solidFill>
                  <a:srgbClr val="0E2B44"/>
                </a:solidFill>
                <a:latin typeface="Aptos"/>
              </a:rPr>
              <a:t> </a:t>
            </a:r>
            <a:r>
              <a:rPr lang="de-DE" sz="1400" b="0" dirty="0">
                <a:solidFill>
                  <a:srgbClr val="0E2B44"/>
                </a:solidFill>
                <a:latin typeface="Aptos"/>
              </a:rPr>
              <a:t>IT/OT-</a:t>
            </a:r>
          </a:p>
          <a:p>
            <a:pPr algn="ctr">
              <a:lnSpc>
                <a:spcPct val="88000"/>
              </a:lnSpc>
            </a:pPr>
            <a:r>
              <a:rPr lang="de-DE" sz="1400" b="0" dirty="0">
                <a:solidFill>
                  <a:srgbClr val="0E2B44"/>
                </a:solidFill>
                <a:latin typeface="Aptos"/>
              </a:rPr>
              <a:t>Schnittstellen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85417" y="3842434"/>
            <a:ext cx="1426461" cy="61330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1400" b="0" dirty="0" err="1">
                <a:solidFill>
                  <a:srgbClr val="0E2B44"/>
                </a:solidFill>
                <a:latin typeface="Aptos"/>
              </a:rPr>
              <a:t>Analyse</a:t>
            </a:r>
            <a:r>
              <a:rPr lang="de-DE" sz="1400" b="0" dirty="0">
                <a:solidFill>
                  <a:srgbClr val="0E2B44"/>
                </a:solidFill>
                <a:latin typeface="Aptos"/>
              </a:rPr>
              <a:t> bestehender</a:t>
            </a:r>
            <a:endParaRPr sz="1400" b="0" dirty="0">
              <a:solidFill>
                <a:srgbClr val="0E2B44"/>
              </a:solidFill>
              <a:latin typeface="Aptos"/>
            </a:endParaRPr>
          </a:p>
          <a:p>
            <a:pPr algn="ctr">
              <a:lnSpc>
                <a:spcPct val="92000"/>
              </a:lnSpc>
            </a:pPr>
            <a:r>
              <a:rPr sz="1400" b="0" dirty="0" err="1">
                <a:solidFill>
                  <a:srgbClr val="0E2B44"/>
                </a:solidFill>
                <a:latin typeface="Aptos"/>
              </a:rPr>
              <a:t>Testansätze</a:t>
            </a:r>
            <a:endParaRPr sz="1400" b="0" dirty="0">
              <a:solidFill>
                <a:srgbClr val="0E2B44"/>
              </a:solidFill>
              <a:latin typeface="Apto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675119" y="3915478"/>
            <a:ext cx="2029968" cy="41511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lang="de-DE" sz="1400" b="0" dirty="0">
                <a:solidFill>
                  <a:srgbClr val="0E2B44"/>
                </a:solidFill>
                <a:latin typeface="Aptos"/>
              </a:rPr>
              <a:t>Implementierung</a:t>
            </a:r>
            <a:endParaRPr sz="1400" b="0" dirty="0">
              <a:solidFill>
                <a:srgbClr val="0E2B44"/>
              </a:solidFill>
              <a:latin typeface="Aptos"/>
            </a:endParaRPr>
          </a:p>
          <a:p>
            <a:pPr algn="ctr">
              <a:lnSpc>
                <a:spcPct val="92000"/>
              </a:lnSpc>
            </a:pPr>
            <a:r>
              <a:rPr lang="de-DE" sz="1400" b="0" dirty="0">
                <a:solidFill>
                  <a:srgbClr val="0E2B44"/>
                </a:solidFill>
                <a:latin typeface="Aptos"/>
              </a:rPr>
              <a:t>Methodik</a:t>
            </a:r>
            <a:endParaRPr sz="1400" b="0" dirty="0">
              <a:solidFill>
                <a:srgbClr val="0E2B44"/>
              </a:solidFill>
              <a:latin typeface="Apto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403336" y="2477115"/>
            <a:ext cx="1170432" cy="41511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lang="de-DE" sz="1400" b="0" dirty="0">
                <a:solidFill>
                  <a:srgbClr val="0E2B44"/>
                </a:solidFill>
                <a:latin typeface="Aptos"/>
              </a:rPr>
              <a:t>Bewertung</a:t>
            </a:r>
          </a:p>
          <a:p>
            <a:pPr algn="ctr">
              <a:lnSpc>
                <a:spcPct val="92000"/>
              </a:lnSpc>
            </a:pPr>
            <a:r>
              <a:rPr lang="de-DE" sz="1400" b="0" dirty="0">
                <a:solidFill>
                  <a:srgbClr val="0E2B44"/>
                </a:solidFill>
                <a:latin typeface="Aptos"/>
              </a:rPr>
              <a:t>Ergebnisse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19588" y="2477115"/>
            <a:ext cx="1426464" cy="41511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lang="de-DE" sz="1400" b="0" dirty="0">
                <a:solidFill>
                  <a:srgbClr val="0E2B44"/>
                </a:solidFill>
                <a:latin typeface="Aptos"/>
              </a:rPr>
              <a:t>Abgabe &amp;</a:t>
            </a:r>
            <a:endParaRPr sz="1400" b="0" dirty="0">
              <a:solidFill>
                <a:srgbClr val="0E2B44"/>
              </a:solidFill>
              <a:latin typeface="Aptos"/>
            </a:endParaRPr>
          </a:p>
          <a:p>
            <a:pPr algn="ctr">
              <a:lnSpc>
                <a:spcPct val="92000"/>
              </a:lnSpc>
            </a:pPr>
            <a:r>
              <a:rPr lang="de-DE" sz="1400" b="0" dirty="0">
                <a:solidFill>
                  <a:srgbClr val="0E2B44"/>
                </a:solidFill>
                <a:latin typeface="Aptos"/>
              </a:rPr>
              <a:t>Präsentation</a:t>
            </a:r>
            <a:endParaRPr sz="1400" b="0" dirty="0">
              <a:solidFill>
                <a:srgbClr val="0E2B44"/>
              </a:solidFill>
              <a:latin typeface="Apto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66928" y="3814386"/>
            <a:ext cx="1609344" cy="41511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lang="de-DE" sz="1400" b="0" dirty="0">
                <a:solidFill>
                  <a:srgbClr val="0E2B44"/>
                </a:solidFill>
                <a:latin typeface="Aptos"/>
              </a:rPr>
              <a:t>Grundlagen &amp;</a:t>
            </a:r>
            <a:endParaRPr sz="1400" b="0" dirty="0">
              <a:solidFill>
                <a:srgbClr val="0E2B44"/>
              </a:solidFill>
              <a:latin typeface="Aptos"/>
            </a:endParaRPr>
          </a:p>
          <a:p>
            <a:pPr algn="ctr">
              <a:lnSpc>
                <a:spcPct val="92000"/>
              </a:lnSpc>
            </a:pPr>
            <a:r>
              <a:rPr lang="de-DE" sz="1400" b="0" dirty="0">
                <a:solidFill>
                  <a:srgbClr val="0E2B44"/>
                </a:solidFill>
                <a:latin typeface="Aptos"/>
              </a:rPr>
              <a:t>Recherche</a:t>
            </a:r>
            <a:endParaRPr sz="1400" b="0" dirty="0">
              <a:solidFill>
                <a:srgbClr val="0E2B44"/>
              </a:solidFill>
              <a:latin typeface="Apto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776474" y="2595769"/>
            <a:ext cx="2304283" cy="21691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lang="de-DE" sz="1400" b="0" dirty="0">
                <a:solidFill>
                  <a:srgbClr val="0E2B44"/>
                </a:solidFill>
                <a:latin typeface="Aptos"/>
              </a:rPr>
              <a:t>Entwicklung</a:t>
            </a:r>
            <a:r>
              <a:rPr lang="de-DE" sz="1400" dirty="0">
                <a:solidFill>
                  <a:srgbClr val="0E2B44"/>
                </a:solidFill>
                <a:latin typeface="Aptos"/>
              </a:rPr>
              <a:t> </a:t>
            </a:r>
            <a:r>
              <a:rPr lang="de-DE" sz="1400" b="0" dirty="0">
                <a:solidFill>
                  <a:srgbClr val="0E2B44"/>
                </a:solidFill>
                <a:latin typeface="Aptos"/>
              </a:rPr>
              <a:t>Testmethodik</a:t>
            </a:r>
            <a:endParaRPr sz="1400" b="0" dirty="0">
              <a:solidFill>
                <a:srgbClr val="0E2B44"/>
              </a:solidFill>
              <a:latin typeface="Apto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624336" y="4400000"/>
            <a:ext cx="2700000" cy="21691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lang="de-DE" sz="1400" b="1">
                <a:solidFill>
                  <a:srgbClr val="EA752C"/>
                </a:solidFill>
                <a:latin typeface="Aptos"/>
              </a:rPr>
              <a:t>ZWISCHENTERMIN – HEUTE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24336" y="4660000"/>
            <a:ext cx="2700000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lang="de-DE" sz="1400" b="0">
                <a:solidFill>
                  <a:srgbClr val="0E2B44"/>
                </a:solidFill>
                <a:latin typeface="Aptos"/>
              </a:rPr>
              <a:t>Stand KW 32 – </a:t>
            </a:r>
            <a:r>
              <a:rPr lang="de-DE" sz="1400" b="0" dirty="0">
                <a:solidFill>
                  <a:srgbClr val="0E2B44"/>
                </a:solidFill>
                <a:latin typeface="Aptos"/>
              </a:rPr>
              <a:t>Feedback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72016" y="3916985"/>
            <a:ext cx="1426464" cy="41511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lang="de-DE" sz="1400" b="0" dirty="0">
                <a:solidFill>
                  <a:srgbClr val="0E2B44"/>
                </a:solidFill>
                <a:latin typeface="Aptos"/>
              </a:rPr>
              <a:t>Puffer &amp;</a:t>
            </a:r>
            <a:endParaRPr sz="1400" b="0" dirty="0">
              <a:solidFill>
                <a:srgbClr val="0E2B44"/>
              </a:solidFill>
              <a:latin typeface="Aptos"/>
            </a:endParaRPr>
          </a:p>
          <a:p>
            <a:pPr algn="ctr">
              <a:lnSpc>
                <a:spcPct val="92000"/>
              </a:lnSpc>
            </a:pPr>
            <a:r>
              <a:rPr lang="de-DE" sz="1400" b="0" dirty="0">
                <a:solidFill>
                  <a:srgbClr val="0E2B44"/>
                </a:solidFill>
                <a:latin typeface="Aptos"/>
              </a:rPr>
              <a:t>Korrekturlesen</a:t>
            </a:r>
            <a:endParaRPr sz="1400" b="0" dirty="0">
              <a:solidFill>
                <a:srgbClr val="0E2B44"/>
              </a:solidFill>
              <a:latin typeface="Aptos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69164" y="4410131"/>
            <a:ext cx="1426464" cy="213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400" b="1">
                <a:solidFill>
                  <a:srgbClr val="024767"/>
                </a:solidFill>
                <a:latin typeface="Aptos"/>
              </a:rPr>
              <a:t>KICK-OFF</a:t>
            </a:r>
          </a:p>
        </p:txBody>
      </p:sp>
      <p:sp>
        <p:nvSpPr>
          <p:cNvPr id="89" name="Oval 54">
            <a:extLst>
              <a:ext uri="{FF2B5EF4-FFF2-40B4-BE49-F238E27FC236}">
                <a16:creationId xmlns:a16="http://schemas.microsoft.com/office/drawing/2014/main" id="{5E7AE5BF-4141-A6AA-8E1A-73F519DE5B4D}"/>
              </a:ext>
            </a:extLst>
          </p:cNvPr>
          <p:cNvSpPr/>
          <p:nvPr/>
        </p:nvSpPr>
        <p:spPr>
          <a:xfrm>
            <a:off x="5847969" y="3168103"/>
            <a:ext cx="219456" cy="219456"/>
          </a:xfrm>
          <a:prstGeom prst="ellipse">
            <a:avLst/>
          </a:prstGeom>
          <a:solidFill>
            <a:srgbClr val="085D7E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TextBox 73">
            <a:extLst>
              <a:ext uri="{FF2B5EF4-FFF2-40B4-BE49-F238E27FC236}">
                <a16:creationId xmlns:a16="http://schemas.microsoft.com/office/drawing/2014/main" id="{FFC95610-7C4E-102F-8F90-38AFA832D3B2}"/>
              </a:ext>
            </a:extLst>
          </p:cNvPr>
          <p:cNvSpPr txBox="1"/>
          <p:nvPr/>
        </p:nvSpPr>
        <p:spPr>
          <a:xfrm>
            <a:off x="9952101" y="4400000"/>
            <a:ext cx="2103120" cy="21691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lang="de-DE" sz="1400" b="1" dirty="0">
                <a:solidFill>
                  <a:srgbClr val="024767"/>
                </a:solidFill>
                <a:latin typeface="Aptos"/>
              </a:rPr>
              <a:t>PRÄSENTATIONSTERMIN</a:t>
            </a:r>
          </a:p>
        </p:txBody>
      </p:sp>
      <p:sp>
        <p:nvSpPr>
          <p:cNvPr id="101" name="Card 1"/>
          <p:cNvSpPr/>
          <p:nvPr/>
        </p:nvSpPr>
        <p:spPr>
          <a:xfrm>
            <a:off x="685800" y="5100000"/>
            <a:ext cx="3480000" cy="1400000"/>
          </a:xfrm>
          <a:prstGeom prst="roundRect">
            <a:avLst>
              <a:gd name="adj" fmla="val 6000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37160" tIns="91440" rIns="137160" bIns="91440" anchor="t"/>
          <a:lstStyle/>
          <a:p>
            <a:pPr algn="l"/>
            <a:r>
              <a:rPr lang="de-DE" sz="1100" b="1" dirty="0">
                <a:solidFill>
                  <a:srgbClr val="024767"/>
                </a:solidFill>
                <a:latin typeface="Aptos"/>
              </a:rPr>
              <a:t>ERLEDIGT</a:t>
            </a:r>
          </a:p>
          <a:p>
            <a:pPr marL="171450" indent="-171450" algn="l">
              <a:spcBef>
                <a:spcPts val="400"/>
              </a:spcBef>
              <a:buChar char="•"/>
            </a:pPr>
            <a:r>
              <a:rPr lang="de-DE" sz="1000" dirty="0">
                <a:solidFill>
                  <a:srgbClr val="0E2B44"/>
                </a:solidFill>
                <a:latin typeface="Aptos"/>
              </a:rPr>
              <a:t>Gliederung</a:t>
            </a:r>
          </a:p>
          <a:p>
            <a:pPr marL="171450" indent="-171450" algn="l">
              <a:spcBef>
                <a:spcPts val="300"/>
              </a:spcBef>
              <a:buChar char="•"/>
            </a:pPr>
            <a:r>
              <a:rPr lang="de-DE" sz="1000" dirty="0">
                <a:solidFill>
                  <a:srgbClr val="0E2B44"/>
                </a:solidFill>
                <a:latin typeface="Aptos"/>
              </a:rPr>
              <a:t>Grundlagen-Recherche</a:t>
            </a:r>
          </a:p>
          <a:p>
            <a:pPr marL="171450" indent="-171450" algn="l">
              <a:spcBef>
                <a:spcPts val="300"/>
              </a:spcBef>
              <a:buChar char="•"/>
            </a:pPr>
            <a:r>
              <a:rPr lang="de-DE" sz="1000" dirty="0">
                <a:solidFill>
                  <a:srgbClr val="0E2B44"/>
                </a:solidFill>
                <a:latin typeface="Aptos"/>
              </a:rPr>
              <a:t>Erster Entwurf Grundlagenkapitel</a:t>
            </a:r>
          </a:p>
          <a:p>
            <a:pPr marL="171450" indent="-171450" algn="l">
              <a:spcBef>
                <a:spcPts val="300"/>
              </a:spcBef>
              <a:buChar char="•"/>
            </a:pPr>
            <a:r>
              <a:rPr lang="de-DE" sz="1000" dirty="0">
                <a:solidFill>
                  <a:srgbClr val="0E2B44"/>
                </a:solidFill>
                <a:latin typeface="Aptos"/>
              </a:rPr>
              <a:t>Einarbeitung in bestehende Testansätze</a:t>
            </a:r>
          </a:p>
          <a:p>
            <a:pPr marL="171450" indent="-171450">
              <a:spcBef>
                <a:spcPts val="300"/>
              </a:spcBef>
              <a:buFontTx/>
              <a:buChar char="•"/>
            </a:pPr>
            <a:r>
              <a:rPr lang="de-DE" sz="1000" dirty="0" err="1">
                <a:solidFill>
                  <a:srgbClr val="0E2B44"/>
                </a:solidFill>
              </a:rPr>
              <a:t>Requirements</a:t>
            </a:r>
            <a:r>
              <a:rPr lang="de-DE" sz="1000" dirty="0">
                <a:solidFill>
                  <a:srgbClr val="0E2B44"/>
                </a:solidFill>
              </a:rPr>
              <a:t> aus MVO </a:t>
            </a:r>
          </a:p>
          <a:p>
            <a:pPr marL="171450" indent="-171450" algn="l">
              <a:spcBef>
                <a:spcPts val="300"/>
              </a:spcBef>
              <a:buChar char="•"/>
            </a:pPr>
            <a:endParaRPr lang="de-DE" sz="1000" dirty="0">
              <a:solidFill>
                <a:srgbClr val="0E2B44"/>
              </a:solidFill>
              <a:latin typeface="Aptos"/>
            </a:endParaRPr>
          </a:p>
        </p:txBody>
      </p:sp>
      <p:sp>
        <p:nvSpPr>
          <p:cNvPr id="102" name="Card 2"/>
          <p:cNvSpPr/>
          <p:nvPr/>
        </p:nvSpPr>
        <p:spPr>
          <a:xfrm>
            <a:off x="4409132" y="5081862"/>
            <a:ext cx="3480000" cy="1400000"/>
          </a:xfrm>
          <a:prstGeom prst="roundRect">
            <a:avLst>
              <a:gd name="adj" fmla="val 6000"/>
            </a:avLst>
          </a:prstGeom>
          <a:solidFill>
            <a:srgbClr val="FDF0E4"/>
          </a:solidFill>
          <a:ln w="15240">
            <a:solidFill>
              <a:srgbClr val="EA752C"/>
            </a:solidFill>
          </a:ln>
        </p:spPr>
        <p:txBody>
          <a:bodyPr wrap="square" lIns="137160" tIns="91440" rIns="137160" bIns="91440" anchor="t"/>
          <a:lstStyle/>
          <a:p>
            <a:pPr algn="l"/>
            <a:r>
              <a:rPr lang="de-DE" sz="1100" b="1" dirty="0">
                <a:solidFill>
                  <a:srgbClr val="EA752C"/>
                </a:solidFill>
                <a:latin typeface="Aptos"/>
              </a:rPr>
              <a:t>AKTUELL </a:t>
            </a:r>
          </a:p>
          <a:p>
            <a:pPr marL="171450" indent="-171450" algn="l">
              <a:spcBef>
                <a:spcPts val="400"/>
              </a:spcBef>
              <a:buChar char="•"/>
            </a:pPr>
            <a:r>
              <a:rPr lang="de-DE" sz="1000" b="1" dirty="0">
                <a:solidFill>
                  <a:srgbClr val="0E2B44"/>
                </a:solidFill>
                <a:latin typeface="Aptos"/>
              </a:rPr>
              <a:t>Fokus: Erstellung der TARA</a:t>
            </a:r>
            <a:r>
              <a:rPr lang="de-DE" sz="1000" dirty="0">
                <a:solidFill>
                  <a:srgbClr val="0E2B44"/>
                </a:solidFill>
                <a:latin typeface="Aptos"/>
              </a:rPr>
              <a:t>, Bestimmung der Assets</a:t>
            </a:r>
          </a:p>
          <a:p>
            <a:pPr marL="171450" indent="-171450" algn="l">
              <a:spcBef>
                <a:spcPts val="300"/>
              </a:spcBef>
              <a:buChar char="•"/>
            </a:pPr>
            <a:r>
              <a:rPr lang="de-DE" sz="1000" dirty="0">
                <a:solidFill>
                  <a:srgbClr val="0E2B44"/>
                </a:solidFill>
                <a:latin typeface="Aptos"/>
              </a:rPr>
              <a:t>Parallel: Mapping Anforderungen auf relevante Normen (</a:t>
            </a:r>
            <a:r>
              <a:rPr lang="de-DE" sz="1000" dirty="0" err="1">
                <a:solidFill>
                  <a:srgbClr val="0E2B44"/>
                </a:solidFill>
                <a:latin typeface="Aptos"/>
              </a:rPr>
              <a:t>prEN</a:t>
            </a:r>
            <a:r>
              <a:rPr lang="de-DE" sz="1000" dirty="0">
                <a:solidFill>
                  <a:srgbClr val="0E2B44"/>
                </a:solidFill>
                <a:latin typeface="Aptos"/>
              </a:rPr>
              <a:t> 50742, IEC 62443)</a:t>
            </a:r>
          </a:p>
          <a:p>
            <a:pPr marL="171450" indent="-171450" algn="l">
              <a:spcBef>
                <a:spcPts val="300"/>
              </a:spcBef>
              <a:buChar char="•"/>
            </a:pPr>
            <a:r>
              <a:rPr lang="de-DE" sz="1000" dirty="0">
                <a:solidFill>
                  <a:srgbClr val="8A4A12"/>
                </a:solidFill>
                <a:latin typeface="Aptos"/>
              </a:rPr>
              <a:t>Entwicklung der Testmethodik verschiebt sich dadurch leicht nach hinten</a:t>
            </a:r>
          </a:p>
        </p:txBody>
      </p:sp>
      <p:sp>
        <p:nvSpPr>
          <p:cNvPr id="103" name="Card 3"/>
          <p:cNvSpPr/>
          <p:nvPr/>
        </p:nvSpPr>
        <p:spPr>
          <a:xfrm>
            <a:off x="8026200" y="5100000"/>
            <a:ext cx="3480000" cy="1400000"/>
          </a:xfrm>
          <a:prstGeom prst="roundRect">
            <a:avLst>
              <a:gd name="adj" fmla="val 6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37160" tIns="91440" rIns="137160" bIns="91440" anchor="t"/>
          <a:lstStyle/>
          <a:p>
            <a:pPr algn="l"/>
            <a:r>
              <a:rPr lang="de-DE" sz="1100" b="1" dirty="0">
                <a:solidFill>
                  <a:srgbClr val="024767"/>
                </a:solidFill>
                <a:latin typeface="Aptos"/>
              </a:rPr>
              <a:t>NÄCHSTE SCHRITTE</a:t>
            </a:r>
          </a:p>
          <a:p>
            <a:pPr marL="171450" indent="-171450" algn="l">
              <a:spcBef>
                <a:spcPts val="400"/>
              </a:spcBef>
              <a:buChar char="•"/>
            </a:pPr>
            <a:r>
              <a:rPr lang="de-DE" sz="1000" dirty="0">
                <a:solidFill>
                  <a:srgbClr val="0E2B44"/>
                </a:solidFill>
                <a:latin typeface="Aptos"/>
              </a:rPr>
              <a:t>Ableitung Testziele</a:t>
            </a:r>
          </a:p>
          <a:p>
            <a:pPr marL="171450" indent="-171450" algn="l">
              <a:spcBef>
                <a:spcPts val="400"/>
              </a:spcBef>
              <a:buChar char="•"/>
            </a:pPr>
            <a:r>
              <a:rPr lang="de-DE" sz="1000" dirty="0">
                <a:solidFill>
                  <a:srgbClr val="0E2B44"/>
                </a:solidFill>
                <a:latin typeface="Aptos"/>
              </a:rPr>
              <a:t>Entwicklung Testmethodik (z.B. IEC 62443, NIST 800-115)</a:t>
            </a:r>
          </a:p>
          <a:p>
            <a:pPr marL="171450" indent="-171450" algn="l">
              <a:spcBef>
                <a:spcPts val="400"/>
              </a:spcBef>
              <a:buChar char="•"/>
            </a:pPr>
            <a:r>
              <a:rPr lang="de-DE" sz="1000" dirty="0">
                <a:solidFill>
                  <a:srgbClr val="0E2B44"/>
                </a:solidFill>
                <a:latin typeface="Aptos"/>
              </a:rPr>
              <a:t>Praktische Umsetzung und Evaluierung</a:t>
            </a:r>
          </a:p>
        </p:txBody>
      </p:sp>
    </p:spTree>
    <p:extLst>
      <p:ext uri="{BB962C8B-B14F-4D97-AF65-F5344CB8AC3E}">
        <p14:creationId xmlns:p14="http://schemas.microsoft.com/office/powerpoint/2010/main" val="3760044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560418e-b22f-4b2a-8a3e-eee5cd096ea8}" enabled="1" method="Privileged" siteId="{2782ef14-4849-46b4-b90d-d7e83fc425c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Breitbild</PresentationFormat>
  <Paragraphs>54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>ifm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Nuber, Nathalie</dc:creator>
  <cp:lastModifiedBy>Nuber, Nathalie</cp:lastModifiedBy>
  <cp:revision>1</cp:revision>
  <dcterms:created xsi:type="dcterms:W3CDTF">2026-07-07T13:38:12Z</dcterms:created>
  <dcterms:modified xsi:type="dcterms:W3CDTF">2026-08-05T09:18:11Z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560418e-b22f-4b2a-8a3e-eee5cd096ea8_Enabled">
    <vt:lpwstr>true</vt:lpwstr>
  </property>
  <property fmtid="{D5CDD505-2E9C-101B-9397-08002B2CF9AE}" pid="3" name="MSIP_Label_b560418e-b22f-4b2a-8a3e-eee5cd096ea8_SetDate">
    <vt:lpwstr>2026-07-07T13:55:57Z</vt:lpwstr>
  </property>
  <property fmtid="{D5CDD505-2E9C-101B-9397-08002B2CF9AE}" pid="4" name="MSIP_Label_b560418e-b22f-4b2a-8a3e-eee5cd096ea8_Method">
    <vt:lpwstr>Privileged</vt:lpwstr>
  </property>
  <property fmtid="{D5CDD505-2E9C-101B-9397-08002B2CF9AE}" pid="5" name="MSIP_Label_b560418e-b22f-4b2a-8a3e-eee5cd096ea8_Name">
    <vt:lpwstr>ifmConfidential</vt:lpwstr>
  </property>
  <property fmtid="{D5CDD505-2E9C-101B-9397-08002B2CF9AE}" pid="6" name="MSIP_Label_b560418e-b22f-4b2a-8a3e-eee5cd096ea8_SiteId">
    <vt:lpwstr>2782ef14-4849-46b4-b90d-d7e83fc425ca</vt:lpwstr>
  </property>
  <property fmtid="{D5CDD505-2E9C-101B-9397-08002B2CF9AE}" pid="7" name="MSIP_Label_b560418e-b22f-4b2a-8a3e-eee5cd096ea8_ActionId">
    <vt:lpwstr>c1b9964f-b29d-4d60-a9c7-6ea8eca35be6</vt:lpwstr>
  </property>
  <property fmtid="{D5CDD505-2E9C-101B-9397-08002B2CF9AE}" pid="8" name="MSIP_Label_b560418e-b22f-4b2a-8a3e-eee5cd096ea8_ContentBits">
    <vt:lpwstr>0</vt:lpwstr>
  </property>
  <property fmtid="{D5CDD505-2E9C-101B-9397-08002B2CF9AE}" pid="9" name="MSIP_Label_b560418e-b22f-4b2a-8a3e-eee5cd096ea8_Tag">
    <vt:lpwstr>10, 0, 1, 1</vt:lpwstr>
  </property>
</Properties>
</file>